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8.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9.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0.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8"/>
  </p:notesMasterIdLst>
  <p:sldIdLst>
    <p:sldId id="1803" r:id="rId5"/>
    <p:sldId id="624" r:id="rId6"/>
    <p:sldId id="1973" r:id="rId7"/>
    <p:sldId id="1976" r:id="rId8"/>
    <p:sldId id="1963" r:id="rId9"/>
    <p:sldId id="1951" r:id="rId10"/>
    <p:sldId id="1952" r:id="rId11"/>
    <p:sldId id="1979" r:id="rId12"/>
    <p:sldId id="1980" r:id="rId13"/>
    <p:sldId id="2002" r:id="rId14"/>
    <p:sldId id="2003" r:id="rId15"/>
    <p:sldId id="1983" r:id="rId16"/>
    <p:sldId id="1984" r:id="rId17"/>
    <p:sldId id="1986" r:id="rId18"/>
    <p:sldId id="1994" r:id="rId19"/>
    <p:sldId id="2005" r:id="rId20"/>
    <p:sldId id="1995" r:id="rId21"/>
    <p:sldId id="2006" r:id="rId22"/>
    <p:sldId id="1998" r:id="rId23"/>
    <p:sldId id="2004" r:id="rId24"/>
    <p:sldId id="1997" r:id="rId25"/>
    <p:sldId id="1999" r:id="rId26"/>
    <p:sldId id="1982" r:id="rId27"/>
    <p:sldId id="1993" r:id="rId28"/>
    <p:sldId id="1987" r:id="rId29"/>
    <p:sldId id="1988" r:id="rId30"/>
    <p:sldId id="2010" r:id="rId31"/>
    <p:sldId id="2007" r:id="rId32"/>
    <p:sldId id="1989" r:id="rId33"/>
    <p:sldId id="1990" r:id="rId34"/>
    <p:sldId id="2009" r:id="rId35"/>
    <p:sldId id="1991" r:id="rId36"/>
    <p:sldId id="1992" r:id="rId37"/>
  </p:sldIdLst>
  <p:sldSz cx="12961938" cy="6840538"/>
  <p:notesSz cx="6805613" cy="9939338"/>
  <p:defaultTextStyle>
    <a:defPPr>
      <a:defRPr lang="ko-KR"/>
    </a:defPPr>
    <a:lvl1pPr marL="0" algn="l" defTabSz="1196401" rtl="0" eaLnBrk="1" latinLnBrk="1" hangingPunct="1">
      <a:defRPr sz="2400" kern="1200">
        <a:solidFill>
          <a:schemeClr val="tx1"/>
        </a:solidFill>
        <a:latin typeface="+mn-lt"/>
        <a:ea typeface="+mn-ea"/>
        <a:cs typeface="+mn-cs"/>
      </a:defRPr>
    </a:lvl1pPr>
    <a:lvl2pPr marL="598200" algn="l" defTabSz="1196401" rtl="0" eaLnBrk="1" latinLnBrk="1" hangingPunct="1">
      <a:defRPr sz="2400" kern="1200">
        <a:solidFill>
          <a:schemeClr val="tx1"/>
        </a:solidFill>
        <a:latin typeface="+mn-lt"/>
        <a:ea typeface="+mn-ea"/>
        <a:cs typeface="+mn-cs"/>
      </a:defRPr>
    </a:lvl2pPr>
    <a:lvl3pPr marL="1196401" algn="l" defTabSz="1196401" rtl="0" eaLnBrk="1" latinLnBrk="1" hangingPunct="1">
      <a:defRPr sz="2400" kern="1200">
        <a:solidFill>
          <a:schemeClr val="tx1"/>
        </a:solidFill>
        <a:latin typeface="+mn-lt"/>
        <a:ea typeface="+mn-ea"/>
        <a:cs typeface="+mn-cs"/>
      </a:defRPr>
    </a:lvl3pPr>
    <a:lvl4pPr marL="1794601" algn="l" defTabSz="1196401" rtl="0" eaLnBrk="1" latinLnBrk="1" hangingPunct="1">
      <a:defRPr sz="2400" kern="1200">
        <a:solidFill>
          <a:schemeClr val="tx1"/>
        </a:solidFill>
        <a:latin typeface="+mn-lt"/>
        <a:ea typeface="+mn-ea"/>
        <a:cs typeface="+mn-cs"/>
      </a:defRPr>
    </a:lvl4pPr>
    <a:lvl5pPr marL="2392802" algn="l" defTabSz="1196401" rtl="0" eaLnBrk="1" latinLnBrk="1" hangingPunct="1">
      <a:defRPr sz="2400" kern="1200">
        <a:solidFill>
          <a:schemeClr val="tx1"/>
        </a:solidFill>
        <a:latin typeface="+mn-lt"/>
        <a:ea typeface="+mn-ea"/>
        <a:cs typeface="+mn-cs"/>
      </a:defRPr>
    </a:lvl5pPr>
    <a:lvl6pPr marL="2991002" algn="l" defTabSz="1196401" rtl="0" eaLnBrk="1" latinLnBrk="1" hangingPunct="1">
      <a:defRPr sz="2400" kern="1200">
        <a:solidFill>
          <a:schemeClr val="tx1"/>
        </a:solidFill>
        <a:latin typeface="+mn-lt"/>
        <a:ea typeface="+mn-ea"/>
        <a:cs typeface="+mn-cs"/>
      </a:defRPr>
    </a:lvl6pPr>
    <a:lvl7pPr marL="3589203" algn="l" defTabSz="1196401" rtl="0" eaLnBrk="1" latinLnBrk="1" hangingPunct="1">
      <a:defRPr sz="2400" kern="1200">
        <a:solidFill>
          <a:schemeClr val="tx1"/>
        </a:solidFill>
        <a:latin typeface="+mn-lt"/>
        <a:ea typeface="+mn-ea"/>
        <a:cs typeface="+mn-cs"/>
      </a:defRPr>
    </a:lvl7pPr>
    <a:lvl8pPr marL="4187403" algn="l" defTabSz="1196401" rtl="0" eaLnBrk="1" latinLnBrk="1" hangingPunct="1">
      <a:defRPr sz="2400" kern="1200">
        <a:solidFill>
          <a:schemeClr val="tx1"/>
        </a:solidFill>
        <a:latin typeface="+mn-lt"/>
        <a:ea typeface="+mn-ea"/>
        <a:cs typeface="+mn-cs"/>
      </a:defRPr>
    </a:lvl8pPr>
    <a:lvl9pPr marL="4785604" algn="l" defTabSz="1196401" rtl="0" eaLnBrk="1" latinLnBrk="1"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14" userDrawn="1">
          <p15:clr>
            <a:srgbClr val="A4A3A4"/>
          </p15:clr>
        </p15:guide>
        <p15:guide id="4" orient="horz" pos="249">
          <p15:clr>
            <a:srgbClr val="A4A3A4"/>
          </p15:clr>
        </p15:guide>
        <p15:guide id="7" pos="7938" userDrawn="1">
          <p15:clr>
            <a:srgbClr val="A4A3A4"/>
          </p15:clr>
        </p15:guide>
        <p15:guide id="9" pos="8165" userDrawn="1">
          <p15:clr>
            <a:srgbClr val="A4A3A4"/>
          </p15:clr>
        </p15:guide>
        <p15:guide id="11" orient="horz" pos="1429" userDrawn="1">
          <p15:clr>
            <a:srgbClr val="A4A3A4"/>
          </p15:clr>
        </p15:guide>
        <p15:guide id="12" pos="7983">
          <p15:clr>
            <a:srgbClr val="A4A3A4"/>
          </p15:clr>
        </p15:guide>
        <p15:guide id="13" orient="horz" pos="3878">
          <p15:clr>
            <a:srgbClr val="A4A3A4"/>
          </p15:clr>
        </p15:guide>
        <p15:guide id="16" orient="horz" pos="22">
          <p15:clr>
            <a:srgbClr val="A4A3A4"/>
          </p15:clr>
        </p15:guide>
        <p15:guide id="17" orient="horz" pos="68" userDrawn="1">
          <p15:clr>
            <a:srgbClr val="A4A3A4"/>
          </p15:clr>
        </p15:guide>
        <p15:guide id="19" orient="horz" pos="1201">
          <p15:clr>
            <a:srgbClr val="A4A3A4"/>
          </p15:clr>
        </p15:guide>
        <p15:guide id="20" orient="horz" pos="4286" userDrawn="1">
          <p15:clr>
            <a:srgbClr val="A4A3A4"/>
          </p15:clr>
        </p15:guide>
        <p15:guide id="23" pos="5852" userDrawn="1">
          <p15:clr>
            <a:srgbClr val="A4A3A4"/>
          </p15:clr>
        </p15:guide>
        <p15:guide id="24" orient="horz" pos="1474" userDrawn="1">
          <p15:clr>
            <a:srgbClr val="A4A3A4"/>
          </p15:clr>
        </p15:guide>
        <p15:guide id="25" pos="228"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nk" initials="jink" lastIdx="8" clrIdx="0">
    <p:extLst>
      <p:ext uri="{19B8F6BF-5375-455C-9EA6-DF929625EA0E}">
        <p15:presenceInfo xmlns:p15="http://schemas.microsoft.com/office/powerpoint/2012/main" userId="jink" providerId="None"/>
      </p:ext>
    </p:extLst>
  </p:cmAuthor>
  <p:cmAuthor id="2" name="yoon" initials="y" lastIdx="2" clrIdx="1">
    <p:extLst>
      <p:ext uri="{19B8F6BF-5375-455C-9EA6-DF929625EA0E}">
        <p15:presenceInfo xmlns:p15="http://schemas.microsoft.com/office/powerpoint/2012/main" userId="yoon" providerId="None"/>
      </p:ext>
    </p:extLst>
  </p:cmAuthor>
  <p:cmAuthor id="3" name="정선진" initials="정" lastIdx="6" clrIdx="2">
    <p:extLst>
      <p:ext uri="{19B8F6BF-5375-455C-9EA6-DF929625EA0E}">
        <p15:presenceInfo xmlns:p15="http://schemas.microsoft.com/office/powerpoint/2012/main" userId="S::eternal0416@knou.ac.kr::2fd7d7e9-5a49-409f-ba72-b2984fb79a4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623F"/>
    <a:srgbClr val="234DD3"/>
    <a:srgbClr val="EB7A67"/>
    <a:srgbClr val="F28C7A"/>
    <a:srgbClr val="00589A"/>
    <a:srgbClr val="F9B129"/>
    <a:srgbClr val="235A9A"/>
    <a:srgbClr val="34A44E"/>
    <a:srgbClr val="97C13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A7F55E-3F9E-4603-8CEE-272F4A1B79DF}" v="17" dt="2026-07-22T08:51:24.995"/>
  </p1510:revLst>
</p1510:revInfo>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밝은 스타일 2 - 강조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20" autoAdjust="0"/>
    <p:restoredTop sz="97402" autoAdjust="0"/>
  </p:normalViewPr>
  <p:slideViewPr>
    <p:cSldViewPr>
      <p:cViewPr>
        <p:scale>
          <a:sx n="125" d="100"/>
          <a:sy n="125" d="100"/>
        </p:scale>
        <p:origin x="1248" y="714"/>
      </p:cViewPr>
      <p:guideLst>
        <p:guide orient="horz" pos="4014"/>
        <p:guide orient="horz" pos="249"/>
        <p:guide pos="7938"/>
        <p:guide pos="8165"/>
        <p:guide orient="horz" pos="1429"/>
        <p:guide pos="7983"/>
        <p:guide orient="horz" pos="3878"/>
        <p:guide orient="horz" pos="22"/>
        <p:guide orient="horz" pos="68"/>
        <p:guide orient="horz" pos="1201"/>
        <p:guide orient="horz" pos="4286"/>
        <p:guide pos="5852"/>
        <p:guide orient="horz" pos="1474"/>
        <p:guide pos="228"/>
      </p:guideLst>
    </p:cSldViewPr>
  </p:slideViewPr>
  <p:notesTextViewPr>
    <p:cViewPr>
      <p:scale>
        <a:sx n="1" d="1"/>
        <a:sy n="1" d="1"/>
      </p:scale>
      <p:origin x="0" y="0"/>
    </p:cViewPr>
  </p:notesTextViewPr>
  <p:sorterViewPr>
    <p:cViewPr>
      <p:scale>
        <a:sx n="66" d="100"/>
        <a:sy n="66" d="100"/>
      </p:scale>
      <p:origin x="0" y="1488"/>
    </p:cViewPr>
  </p:sorterViewPr>
  <p:notesViewPr>
    <p:cSldViewPr>
      <p:cViewPr varScale="1">
        <p:scale>
          <a:sx n="77" d="100"/>
          <a:sy n="77" d="100"/>
        </p:scale>
        <p:origin x="5922" y="108"/>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한나 조" userId="65a288ce2c9026c1" providerId="LiveId" clId="{C15A6EEB-526C-46C9-82AA-A02ABBD41001}"/>
    <pc:docChg chg="undo redo custSel addSld delSld modSld sldOrd modMainMaster">
      <pc:chgData name="한나 조" userId="65a288ce2c9026c1" providerId="LiveId" clId="{C15A6EEB-526C-46C9-82AA-A02ABBD41001}" dt="2026-07-22T08:59:40.260" v="24888" actId="20577"/>
      <pc:docMkLst>
        <pc:docMk/>
      </pc:docMkLst>
      <pc:sldChg chg="modSp mod">
        <pc:chgData name="한나 조" userId="65a288ce2c9026c1" providerId="LiveId" clId="{C15A6EEB-526C-46C9-82AA-A02ABBD41001}" dt="2026-07-22T08:59:40.260" v="24888" actId="20577"/>
        <pc:sldMkLst>
          <pc:docMk/>
          <pc:sldMk cId="86950737" sldId="624"/>
        </pc:sldMkLst>
        <pc:graphicFrameChg chg="mod modGraphic">
          <ac:chgData name="한나 조" userId="65a288ce2c9026c1" providerId="LiveId" clId="{C15A6EEB-526C-46C9-82AA-A02ABBD41001}" dt="2026-07-22T08:59:40.260" v="24888" actId="20577"/>
          <ac:graphicFrameMkLst>
            <pc:docMk/>
            <pc:sldMk cId="86950737" sldId="624"/>
            <ac:graphicFrameMk id="6" creationId="{00000000-0000-0000-0000-000000000000}"/>
          </ac:graphicFrameMkLst>
        </pc:graphicFrameChg>
      </pc:sldChg>
      <pc:sldChg chg="modSp mod">
        <pc:chgData name="한나 조" userId="65a288ce2c9026c1" providerId="LiveId" clId="{C15A6EEB-526C-46C9-82AA-A02ABBD41001}" dt="2026-07-06T01:08:40.029" v="24235" actId="20577"/>
        <pc:sldMkLst>
          <pc:docMk/>
          <pc:sldMk cId="531880422" sldId="1803"/>
        </pc:sldMkLst>
        <pc:spChg chg="mod">
          <ac:chgData name="한나 조" userId="65a288ce2c9026c1" providerId="LiveId" clId="{C15A6EEB-526C-46C9-82AA-A02ABBD41001}" dt="2026-06-26T08:29:35.130" v="14"/>
          <ac:spMkLst>
            <pc:docMk/>
            <pc:sldMk cId="531880422" sldId="1803"/>
            <ac:spMk id="12" creationId="{00000000-0000-0000-0000-000000000000}"/>
          </ac:spMkLst>
        </pc:spChg>
        <pc:graphicFrameChg chg="modGraphic">
          <ac:chgData name="한나 조" userId="65a288ce2c9026c1" providerId="LiveId" clId="{C15A6EEB-526C-46C9-82AA-A02ABBD41001}" dt="2026-07-06T01:08:40.029" v="24235" actId="20577"/>
          <ac:graphicFrameMkLst>
            <pc:docMk/>
            <pc:sldMk cId="531880422" sldId="1803"/>
            <ac:graphicFrameMk id="22" creationId="{00000000-0000-0000-0000-000000000000}"/>
          </ac:graphicFrameMkLst>
        </pc:graphicFrameChg>
      </pc:sldChg>
      <pc:sldChg chg="modSp add mod ord">
        <pc:chgData name="한나 조" userId="65a288ce2c9026c1" providerId="LiveId" clId="{C15A6EEB-526C-46C9-82AA-A02ABBD41001}" dt="2026-07-01T07:08:07.806" v="18536" actId="20577"/>
        <pc:sldMkLst>
          <pc:docMk/>
          <pc:sldMk cId="972314868" sldId="1951"/>
        </pc:sldMkLst>
        <pc:spChg chg="mod">
          <ac:chgData name="한나 조" userId="65a288ce2c9026c1" providerId="LiveId" clId="{C15A6EEB-526C-46C9-82AA-A02ABBD41001}" dt="2026-07-01T07:08:07.806" v="18536" actId="20577"/>
          <ac:spMkLst>
            <pc:docMk/>
            <pc:sldMk cId="972314868" sldId="1951"/>
            <ac:spMk id="2" creationId="{00000000-0000-0000-0000-000000000000}"/>
          </ac:spMkLst>
        </pc:spChg>
      </pc:sldChg>
      <pc:sldChg chg="addSp delSp modSp mod modClrScheme chgLayout">
        <pc:chgData name="한나 조" userId="65a288ce2c9026c1" providerId="LiveId" clId="{C15A6EEB-526C-46C9-82AA-A02ABBD41001}" dt="2026-07-01T07:11:57.285" v="18551" actId="478"/>
        <pc:sldMkLst>
          <pc:docMk/>
          <pc:sldMk cId="2301299432" sldId="1952"/>
        </pc:sldMkLst>
        <pc:spChg chg="mod">
          <ac:chgData name="한나 조" userId="65a288ce2c9026c1" providerId="LiveId" clId="{C15A6EEB-526C-46C9-82AA-A02ABBD41001}" dt="2026-06-26T08:33:24.347" v="122" actId="20577"/>
          <ac:spMkLst>
            <pc:docMk/>
            <pc:sldMk cId="2301299432" sldId="1952"/>
            <ac:spMk id="2" creationId="{00000000-0000-0000-0000-000000000000}"/>
          </ac:spMkLst>
        </pc:spChg>
        <pc:spChg chg="mod">
          <ac:chgData name="한나 조" userId="65a288ce2c9026c1" providerId="LiveId" clId="{C15A6EEB-526C-46C9-82AA-A02ABBD41001}" dt="2026-06-26T08:32:14.604" v="94"/>
          <ac:spMkLst>
            <pc:docMk/>
            <pc:sldMk cId="2301299432" sldId="1952"/>
            <ac:spMk id="3" creationId="{00000000-0000-0000-0000-000000000000}"/>
          </ac:spMkLst>
        </pc:spChg>
        <pc:spChg chg="mod">
          <ac:chgData name="한나 조" userId="65a288ce2c9026c1" providerId="LiveId" clId="{C15A6EEB-526C-46C9-82AA-A02ABBD41001}" dt="2026-06-26T08:32:01.086" v="71"/>
          <ac:spMkLst>
            <pc:docMk/>
            <pc:sldMk cId="2301299432" sldId="1952"/>
            <ac:spMk id="4" creationId="{00000000-0000-0000-0000-000000000000}"/>
          </ac:spMkLst>
        </pc:spChg>
        <pc:spChg chg="mod">
          <ac:chgData name="한나 조" userId="65a288ce2c9026c1" providerId="LiveId" clId="{C15A6EEB-526C-46C9-82AA-A02ABBD41001}" dt="2026-06-26T08:32:04.443" v="73" actId="20577"/>
          <ac:spMkLst>
            <pc:docMk/>
            <pc:sldMk cId="2301299432" sldId="1952"/>
            <ac:spMk id="5" creationId="{00000000-0000-0000-0000-000000000000}"/>
          </ac:spMkLst>
        </pc:spChg>
        <pc:spChg chg="mod">
          <ac:chgData name="한나 조" userId="65a288ce2c9026c1" providerId="LiveId" clId="{C15A6EEB-526C-46C9-82AA-A02ABBD41001}" dt="2026-06-26T08:32:10.502" v="82"/>
          <ac:spMkLst>
            <pc:docMk/>
            <pc:sldMk cId="2301299432" sldId="1952"/>
            <ac:spMk id="6" creationId="{00000000-0000-0000-0000-000000000000}"/>
          </ac:spMkLst>
        </pc:spChg>
        <pc:spChg chg="add mod">
          <ac:chgData name="한나 조" userId="65a288ce2c9026c1" providerId="LiveId" clId="{C15A6EEB-526C-46C9-82AA-A02ABBD41001}" dt="2026-06-29T07:17:51.006" v="4916" actId="14100"/>
          <ac:spMkLst>
            <pc:docMk/>
            <pc:sldMk cId="2301299432" sldId="1952"/>
            <ac:spMk id="7" creationId="{0743B37D-E740-F3D8-B04D-492E59E217A3}"/>
          </ac:spMkLst>
        </pc:spChg>
        <pc:spChg chg="mod">
          <ac:chgData name="한나 조" userId="65a288ce2c9026c1" providerId="LiveId" clId="{C15A6EEB-526C-46C9-82AA-A02ABBD41001}" dt="2026-06-26T08:34:34.987" v="136" actId="14100"/>
          <ac:spMkLst>
            <pc:docMk/>
            <pc:sldMk cId="2301299432" sldId="1952"/>
            <ac:spMk id="14" creationId="{A56A3FB6-5D12-8BBE-890F-226DDCE35AEF}"/>
          </ac:spMkLst>
        </pc:spChg>
        <pc:spChg chg="add mod">
          <ac:chgData name="한나 조" userId="65a288ce2c9026c1" providerId="LiveId" clId="{C15A6EEB-526C-46C9-82AA-A02ABBD41001}" dt="2026-06-30T17:07:37.146" v="11056" actId="12"/>
          <ac:spMkLst>
            <pc:docMk/>
            <pc:sldMk cId="2301299432" sldId="1952"/>
            <ac:spMk id="15" creationId="{738CCDAC-1FFD-913A-5295-306BFB7B4537}"/>
          </ac:spMkLst>
        </pc:spChg>
        <pc:spChg chg="mod topLvl">
          <ac:chgData name="한나 조" userId="65a288ce2c9026c1" providerId="LiveId" clId="{C15A6EEB-526C-46C9-82AA-A02ABBD41001}" dt="2026-06-26T08:33:33.482" v="124" actId="165"/>
          <ac:spMkLst>
            <pc:docMk/>
            <pc:sldMk cId="2301299432" sldId="1952"/>
            <ac:spMk id="16" creationId="{86A1AE57-8E17-7BCD-D959-C769BB40FEFB}"/>
          </ac:spMkLst>
        </pc:spChg>
        <pc:spChg chg="mod ord">
          <ac:chgData name="한나 조" userId="65a288ce2c9026c1" providerId="LiveId" clId="{C15A6EEB-526C-46C9-82AA-A02ABBD41001}" dt="2026-06-29T07:19:26.127" v="4926" actId="1076"/>
          <ac:spMkLst>
            <pc:docMk/>
            <pc:sldMk cId="2301299432" sldId="1952"/>
            <ac:spMk id="18" creationId="{853F1B94-7442-DA1A-35DF-CE9A07C85B77}"/>
          </ac:spMkLst>
        </pc:spChg>
        <pc:spChg chg="mod ord">
          <ac:chgData name="한나 조" userId="65a288ce2c9026c1" providerId="LiveId" clId="{C15A6EEB-526C-46C9-82AA-A02ABBD41001}" dt="2026-06-29T07:18:14.715" v="4918" actId="166"/>
          <ac:spMkLst>
            <pc:docMk/>
            <pc:sldMk cId="2301299432" sldId="1952"/>
            <ac:spMk id="19" creationId="{4E9EDD91-0B8C-7A4E-EB05-2E4A83802AA3}"/>
          </ac:spMkLst>
        </pc:spChg>
        <pc:spChg chg="mod">
          <ac:chgData name="한나 조" userId="65a288ce2c9026c1" providerId="LiveId" clId="{C15A6EEB-526C-46C9-82AA-A02ABBD41001}" dt="2026-06-26T08:37:03.224" v="186" actId="1038"/>
          <ac:spMkLst>
            <pc:docMk/>
            <pc:sldMk cId="2301299432" sldId="1952"/>
            <ac:spMk id="20" creationId="{FC361D86-9508-CE30-CBB7-06E44D552088}"/>
          </ac:spMkLst>
        </pc:spChg>
        <pc:spChg chg="mod topLvl">
          <ac:chgData name="한나 조" userId="65a288ce2c9026c1" providerId="LiveId" clId="{C15A6EEB-526C-46C9-82AA-A02ABBD41001}" dt="2026-07-01T00:58:33.847" v="12749" actId="207"/>
          <ac:spMkLst>
            <pc:docMk/>
            <pc:sldMk cId="2301299432" sldId="1952"/>
            <ac:spMk id="23" creationId="{CE8D8515-F767-70F2-C887-9AC99CDB0F6A}"/>
          </ac:spMkLst>
        </pc:spChg>
        <pc:spChg chg="add mod">
          <ac:chgData name="한나 조" userId="65a288ce2c9026c1" providerId="LiveId" clId="{C15A6EEB-526C-46C9-82AA-A02ABBD41001}" dt="2026-06-30T16:10:01.488" v="9922" actId="14100"/>
          <ac:spMkLst>
            <pc:docMk/>
            <pc:sldMk cId="2301299432" sldId="1952"/>
            <ac:spMk id="25" creationId="{E299C063-C56B-5374-8E06-2BC3D8FFBC61}"/>
          </ac:spMkLst>
        </pc:spChg>
        <pc:spChg chg="add mod">
          <ac:chgData name="한나 조" userId="65a288ce2c9026c1" providerId="LiveId" clId="{C15A6EEB-526C-46C9-82AA-A02ABBD41001}" dt="2026-06-30T16:08:50.351" v="9909" actId="1076"/>
          <ac:spMkLst>
            <pc:docMk/>
            <pc:sldMk cId="2301299432" sldId="1952"/>
            <ac:spMk id="28" creationId="{30347E6F-2880-9467-B316-EC699D017C33}"/>
          </ac:spMkLst>
        </pc:spChg>
        <pc:spChg chg="mod">
          <ac:chgData name="한나 조" userId="65a288ce2c9026c1" providerId="LiveId" clId="{C15A6EEB-526C-46C9-82AA-A02ABBD41001}" dt="2026-06-26T08:35:43.797" v="161" actId="1076"/>
          <ac:spMkLst>
            <pc:docMk/>
            <pc:sldMk cId="2301299432" sldId="1952"/>
            <ac:spMk id="29" creationId="{04962F55-8361-2494-B126-CBF2192A3B3E}"/>
          </ac:spMkLst>
        </pc:spChg>
        <pc:spChg chg="mod">
          <ac:chgData name="한나 조" userId="65a288ce2c9026c1" providerId="LiveId" clId="{C15A6EEB-526C-46C9-82AA-A02ABBD41001}" dt="2026-06-26T08:35:43.797" v="161" actId="1076"/>
          <ac:spMkLst>
            <pc:docMk/>
            <pc:sldMk cId="2301299432" sldId="1952"/>
            <ac:spMk id="30" creationId="{3D74C568-C114-62C1-C59C-DEDF46D327B8}"/>
          </ac:spMkLst>
        </pc:spChg>
        <pc:spChg chg="mod topLvl">
          <ac:chgData name="한나 조" userId="65a288ce2c9026c1" providerId="LiveId" clId="{C15A6EEB-526C-46C9-82AA-A02ABBD41001}" dt="2026-06-30T16:10:07.465" v="9923" actId="14100"/>
          <ac:spMkLst>
            <pc:docMk/>
            <pc:sldMk cId="2301299432" sldId="1952"/>
            <ac:spMk id="31" creationId="{1B42B2BE-B84B-28E2-8C70-8644F8A7CDC5}"/>
          </ac:spMkLst>
        </pc:spChg>
        <pc:spChg chg="mod topLvl">
          <ac:chgData name="한나 조" userId="65a288ce2c9026c1" providerId="LiveId" clId="{C15A6EEB-526C-46C9-82AA-A02ABBD41001}" dt="2026-06-26T08:34:47.477" v="141" actId="1038"/>
          <ac:spMkLst>
            <pc:docMk/>
            <pc:sldMk cId="2301299432" sldId="1952"/>
            <ac:spMk id="32" creationId="{F863D389-A654-C08C-D755-154C94A9B231}"/>
          </ac:spMkLst>
        </pc:spChg>
        <pc:spChg chg="add mod">
          <ac:chgData name="한나 조" userId="65a288ce2c9026c1" providerId="LiveId" clId="{C15A6EEB-526C-46C9-82AA-A02ABBD41001}" dt="2026-06-30T16:07:51.462" v="9862" actId="20577"/>
          <ac:spMkLst>
            <pc:docMk/>
            <pc:sldMk cId="2301299432" sldId="1952"/>
            <ac:spMk id="33" creationId="{FBE3B855-D900-12EB-7C78-AE87413BCED0}"/>
          </ac:spMkLst>
        </pc:spChg>
        <pc:spChg chg="add mod">
          <ac:chgData name="한나 조" userId="65a288ce2c9026c1" providerId="LiveId" clId="{C15A6EEB-526C-46C9-82AA-A02ABBD41001}" dt="2026-06-30T16:09:12.307" v="9912" actId="20577"/>
          <ac:spMkLst>
            <pc:docMk/>
            <pc:sldMk cId="2301299432" sldId="1952"/>
            <ac:spMk id="34" creationId="{3EA614F9-54A4-64B9-27C7-08A9BD8BFA53}"/>
          </ac:spMkLst>
        </pc:spChg>
        <pc:spChg chg="add mod">
          <ac:chgData name="한나 조" userId="65a288ce2c9026c1" providerId="LiveId" clId="{C15A6EEB-526C-46C9-82AA-A02ABBD41001}" dt="2026-06-30T16:08:59.815" v="9910" actId="571"/>
          <ac:spMkLst>
            <pc:docMk/>
            <pc:sldMk cId="2301299432" sldId="1952"/>
            <ac:spMk id="35" creationId="{A98EB549-300E-00C7-B9FD-46D154204F99}"/>
          </ac:spMkLst>
        </pc:spChg>
        <pc:spChg chg="add mod">
          <ac:chgData name="한나 조" userId="65a288ce2c9026c1" providerId="LiveId" clId="{C15A6EEB-526C-46C9-82AA-A02ABBD41001}" dt="2026-06-30T16:09:28.637" v="9917" actId="20577"/>
          <ac:spMkLst>
            <pc:docMk/>
            <pc:sldMk cId="2301299432" sldId="1952"/>
            <ac:spMk id="36" creationId="{C9135BE8-7972-8742-4CD3-7C65BC599AD9}"/>
          </ac:spMkLst>
        </pc:spChg>
        <pc:spChg chg="add mod">
          <ac:chgData name="한나 조" userId="65a288ce2c9026c1" providerId="LiveId" clId="{C15A6EEB-526C-46C9-82AA-A02ABBD41001}" dt="2026-06-30T16:16:50.048" v="10141" actId="20577"/>
          <ac:spMkLst>
            <pc:docMk/>
            <pc:sldMk cId="2301299432" sldId="1952"/>
            <ac:spMk id="58" creationId="{8A2A0871-669B-26D1-5AC1-0AB392CFE4EE}"/>
          </ac:spMkLst>
        </pc:spChg>
        <pc:spChg chg="mod ord">
          <ac:chgData name="한나 조" userId="65a288ce2c9026c1" providerId="LiveId" clId="{C15A6EEB-526C-46C9-82AA-A02ABBD41001}" dt="2026-06-29T07:18:14.715" v="4918" actId="166"/>
          <ac:spMkLst>
            <pc:docMk/>
            <pc:sldMk cId="2301299432" sldId="1952"/>
            <ac:spMk id="135" creationId="{EDC7C32F-76A0-3F09-A800-DC09FE1C9420}"/>
          </ac:spMkLst>
        </pc:spChg>
        <pc:spChg chg="mod">
          <ac:chgData name="한나 조" userId="65a288ce2c9026c1" providerId="LiveId" clId="{C15A6EEB-526C-46C9-82AA-A02ABBD41001}" dt="2026-06-30T16:09:15.476" v="9914" actId="20577"/>
          <ac:spMkLst>
            <pc:docMk/>
            <pc:sldMk cId="2301299432" sldId="1952"/>
            <ac:spMk id="138" creationId="{8EB40393-9D15-6F0B-B70A-1B180524604C}"/>
          </ac:spMkLst>
        </pc:spChg>
        <pc:grpChg chg="add mod">
          <ac:chgData name="한나 조" userId="65a288ce2c9026c1" providerId="LiveId" clId="{C15A6EEB-526C-46C9-82AA-A02ABBD41001}" dt="2026-06-29T07:20:32.271" v="4935" actId="164"/>
          <ac:grpSpMkLst>
            <pc:docMk/>
            <pc:sldMk cId="2301299432" sldId="1952"/>
            <ac:grpSpMk id="51" creationId="{F4F4D9DF-D354-6670-522C-40973631A183}"/>
          </ac:grpSpMkLst>
        </pc:grpChg>
        <pc:graphicFrameChg chg="mod modGraphic">
          <ac:chgData name="한나 조" userId="65a288ce2c9026c1" providerId="LiveId" clId="{C15A6EEB-526C-46C9-82AA-A02ABBD41001}" dt="2026-07-01T00:58:16.377" v="12748" actId="108"/>
          <ac:graphicFrameMkLst>
            <pc:docMk/>
            <pc:sldMk cId="2301299432" sldId="1952"/>
            <ac:graphicFrameMk id="8" creationId="{421252A2-A094-4A35-8DFE-E06C6C044F47}"/>
          </ac:graphicFrameMkLst>
        </pc:graphicFrameChg>
        <pc:picChg chg="mod topLvl">
          <ac:chgData name="한나 조" userId="65a288ce2c9026c1" providerId="LiveId" clId="{C15A6EEB-526C-46C9-82AA-A02ABBD41001}" dt="2026-06-29T07:20:32.271" v="4935" actId="164"/>
          <ac:picMkLst>
            <pc:docMk/>
            <pc:sldMk cId="2301299432" sldId="1952"/>
            <ac:picMk id="11" creationId="{51B69E6F-73B0-55A9-0765-66287D74997A}"/>
          </ac:picMkLst>
        </pc:picChg>
        <pc:picChg chg="mod topLvl">
          <ac:chgData name="한나 조" userId="65a288ce2c9026c1" providerId="LiveId" clId="{C15A6EEB-526C-46C9-82AA-A02ABBD41001}" dt="2026-06-29T07:20:32.271" v="4935" actId="164"/>
          <ac:picMkLst>
            <pc:docMk/>
            <pc:sldMk cId="2301299432" sldId="1952"/>
            <ac:picMk id="13" creationId="{DE807633-73E0-31A9-AC56-8E8D9AA8CFC2}"/>
          </ac:picMkLst>
        </pc:picChg>
        <pc:picChg chg="add mod">
          <ac:chgData name="한나 조" userId="65a288ce2c9026c1" providerId="LiveId" clId="{C15A6EEB-526C-46C9-82AA-A02ABBD41001}" dt="2026-06-29T07:20:32.271" v="4935" actId="164"/>
          <ac:picMkLst>
            <pc:docMk/>
            <pc:sldMk cId="2301299432" sldId="1952"/>
            <ac:picMk id="50" creationId="{158D70C4-5496-C6ED-D5BC-ED9C1E9A7E52}"/>
          </ac:picMkLst>
        </pc:picChg>
        <pc:cxnChg chg="add mod">
          <ac:chgData name="한나 조" userId="65a288ce2c9026c1" providerId="LiveId" clId="{C15A6EEB-526C-46C9-82AA-A02ABBD41001}" dt="2026-06-30T16:09:32.241" v="9918" actId="1076"/>
          <ac:cxnSpMkLst>
            <pc:docMk/>
            <pc:sldMk cId="2301299432" sldId="1952"/>
            <ac:cxnSpMk id="24" creationId="{AE004C81-CF59-0B4F-0E78-A10FBF0EB122}"/>
          </ac:cxnSpMkLst>
        </pc:cxnChg>
      </pc:sldChg>
      <pc:sldChg chg="modSp mod">
        <pc:chgData name="한나 조" userId="65a288ce2c9026c1" providerId="LiveId" clId="{C15A6EEB-526C-46C9-82AA-A02ABBD41001}" dt="2026-07-03T03:47:55.347" v="24012" actId="2161"/>
        <pc:sldMkLst>
          <pc:docMk/>
          <pc:sldMk cId="1502338924" sldId="1963"/>
        </pc:sldMkLst>
        <pc:graphicFrameChg chg="mod modGraphic">
          <ac:chgData name="한나 조" userId="65a288ce2c9026c1" providerId="LiveId" clId="{C15A6EEB-526C-46C9-82AA-A02ABBD41001}" dt="2026-07-03T03:47:55.347" v="24012" actId="2161"/>
          <ac:graphicFrameMkLst>
            <pc:docMk/>
            <pc:sldMk cId="1502338924" sldId="1963"/>
            <ac:graphicFrameMk id="6" creationId="{450A4719-7E1B-4454-5CA4-8A68DDF9E0EC}"/>
          </ac:graphicFrameMkLst>
        </pc:graphicFrameChg>
      </pc:sldChg>
      <pc:sldChg chg="modSp mod">
        <pc:chgData name="한나 조" userId="65a288ce2c9026c1" providerId="LiveId" clId="{C15A6EEB-526C-46C9-82AA-A02ABBD41001}" dt="2026-07-01T07:43:09.883" v="18914" actId="20577"/>
        <pc:sldMkLst>
          <pc:docMk/>
          <pc:sldMk cId="712698974" sldId="1973"/>
        </pc:sldMkLst>
        <pc:spChg chg="mod">
          <ac:chgData name="한나 조" userId="65a288ce2c9026c1" providerId="LiveId" clId="{C15A6EEB-526C-46C9-82AA-A02ABBD41001}" dt="2026-06-26T08:29:55.811" v="38"/>
          <ac:spMkLst>
            <pc:docMk/>
            <pc:sldMk cId="712698974" sldId="1973"/>
            <ac:spMk id="4" creationId="{2180FDE3-F39E-1359-049F-0F15996FFD17}"/>
          </ac:spMkLst>
        </pc:spChg>
        <pc:graphicFrameChg chg="mod modGraphic">
          <ac:chgData name="한나 조" userId="65a288ce2c9026c1" providerId="LiveId" clId="{C15A6EEB-526C-46C9-82AA-A02ABBD41001}" dt="2026-07-01T07:43:09.883" v="18914" actId="20577"/>
          <ac:graphicFrameMkLst>
            <pc:docMk/>
            <pc:sldMk cId="712698974" sldId="1973"/>
            <ac:graphicFrameMk id="6" creationId="{9F464C77-6E6B-ABE3-7113-FE09A1F5BB45}"/>
          </ac:graphicFrameMkLst>
        </pc:graphicFrameChg>
      </pc:sldChg>
      <pc:sldChg chg="addSp delSp modSp mod">
        <pc:chgData name="한나 조" userId="65a288ce2c9026c1" providerId="LiveId" clId="{C15A6EEB-526C-46C9-82AA-A02ABBD41001}" dt="2026-07-01T02:57:38.367" v="18523" actId="14100"/>
        <pc:sldMkLst>
          <pc:docMk/>
          <pc:sldMk cId="1882529243" sldId="1976"/>
        </pc:sldMkLst>
        <pc:spChg chg="add mod">
          <ac:chgData name="한나 조" userId="65a288ce2c9026c1" providerId="LiveId" clId="{C15A6EEB-526C-46C9-82AA-A02ABBD41001}" dt="2026-07-01T02:57:29.447" v="18521" actId="14100"/>
          <ac:spMkLst>
            <pc:docMk/>
            <pc:sldMk cId="1882529243" sldId="1976"/>
            <ac:spMk id="3" creationId="{DCA74C2F-339E-7B72-7DF6-73D3F99FC9B3}"/>
          </ac:spMkLst>
        </pc:spChg>
        <pc:spChg chg="add mod">
          <ac:chgData name="한나 조" userId="65a288ce2c9026c1" providerId="LiveId" clId="{C15A6EEB-526C-46C9-82AA-A02ABBD41001}" dt="2026-07-01T02:57:38.367" v="18523" actId="14100"/>
          <ac:spMkLst>
            <pc:docMk/>
            <pc:sldMk cId="1882529243" sldId="1976"/>
            <ac:spMk id="5" creationId="{5801D781-5FE3-CAD0-C1E2-5AB459A12413}"/>
          </ac:spMkLst>
        </pc:spChg>
        <pc:spChg chg="add mod">
          <ac:chgData name="한나 조" userId="65a288ce2c9026c1" providerId="LiveId" clId="{C15A6EEB-526C-46C9-82AA-A02ABBD41001}" dt="2026-07-01T02:57:21.140" v="18519" actId="14100"/>
          <ac:spMkLst>
            <pc:docMk/>
            <pc:sldMk cId="1882529243" sldId="1976"/>
            <ac:spMk id="7" creationId="{FE847D22-12A6-5123-E42A-7D0923C2B23A}"/>
          </ac:spMkLst>
        </pc:spChg>
      </pc:sldChg>
      <pc:sldChg chg="addSp delSp modSp add mod modClrScheme chgLayout">
        <pc:chgData name="한나 조" userId="65a288ce2c9026c1" providerId="LiveId" clId="{C15A6EEB-526C-46C9-82AA-A02ABBD41001}" dt="2026-07-03T03:12:02.210" v="23715" actId="20577"/>
        <pc:sldMkLst>
          <pc:docMk/>
          <pc:sldMk cId="273690203" sldId="1979"/>
        </pc:sldMkLst>
        <pc:spChg chg="mod">
          <ac:chgData name="한나 조" userId="65a288ce2c9026c1" providerId="LiveId" clId="{C15A6EEB-526C-46C9-82AA-A02ABBD41001}" dt="2026-06-26T08:36:25.883" v="175" actId="20577"/>
          <ac:spMkLst>
            <pc:docMk/>
            <pc:sldMk cId="273690203" sldId="1979"/>
            <ac:spMk id="2" creationId="{C6E06AA3-15FE-A732-BFF3-D9E609B6CBC8}"/>
          </ac:spMkLst>
        </pc:spChg>
        <pc:spChg chg="add mod">
          <ac:chgData name="한나 조" userId="65a288ce2c9026c1" providerId="LiveId" clId="{C15A6EEB-526C-46C9-82AA-A02ABBD41001}" dt="2026-07-02T16:10:46.830" v="21998" actId="1076"/>
          <ac:spMkLst>
            <pc:docMk/>
            <pc:sldMk cId="273690203" sldId="1979"/>
            <ac:spMk id="7" creationId="{E6DFEBCA-B765-D6FF-C582-0C0F4803A241}"/>
          </ac:spMkLst>
        </pc:spChg>
        <pc:spChg chg="add mod">
          <ac:chgData name="한나 조" userId="65a288ce2c9026c1" providerId="LiveId" clId="{C15A6EEB-526C-46C9-82AA-A02ABBD41001}" dt="2026-06-29T07:42:22.537" v="5143"/>
          <ac:spMkLst>
            <pc:docMk/>
            <pc:sldMk cId="273690203" sldId="1979"/>
            <ac:spMk id="9" creationId="{9AF15067-6FC9-4453-8F41-F92BF19B3EAD}"/>
          </ac:spMkLst>
        </pc:spChg>
        <pc:spChg chg="add mod">
          <ac:chgData name="한나 조" userId="65a288ce2c9026c1" providerId="LiveId" clId="{C15A6EEB-526C-46C9-82AA-A02ABBD41001}" dt="2026-06-29T07:42:32.631" v="5145"/>
          <ac:spMkLst>
            <pc:docMk/>
            <pc:sldMk cId="273690203" sldId="1979"/>
            <ac:spMk id="10" creationId="{F3FC1F9A-FBA1-0ED7-9AC2-2206477BB219}"/>
          </ac:spMkLst>
        </pc:spChg>
        <pc:spChg chg="add mod">
          <ac:chgData name="한나 조" userId="65a288ce2c9026c1" providerId="LiveId" clId="{C15A6EEB-526C-46C9-82AA-A02ABBD41001}" dt="2026-06-29T07:42:32.631" v="5145"/>
          <ac:spMkLst>
            <pc:docMk/>
            <pc:sldMk cId="273690203" sldId="1979"/>
            <ac:spMk id="11" creationId="{6290C21B-A74B-3A84-F3B6-145878EE9CBC}"/>
          </ac:spMkLst>
        </pc:spChg>
        <pc:spChg chg="add mod">
          <ac:chgData name="한나 조" userId="65a288ce2c9026c1" providerId="LiveId" clId="{C15A6EEB-526C-46C9-82AA-A02ABBD41001}" dt="2026-07-02T16:10:46.830" v="21998" actId="1076"/>
          <ac:spMkLst>
            <pc:docMk/>
            <pc:sldMk cId="273690203" sldId="1979"/>
            <ac:spMk id="12" creationId="{02B7654B-0FD0-9926-4EF0-626EB6EF2FE0}"/>
          </ac:spMkLst>
        </pc:spChg>
        <pc:spChg chg="mod ord">
          <ac:chgData name="한나 조" userId="65a288ce2c9026c1" providerId="LiveId" clId="{C15A6EEB-526C-46C9-82AA-A02ABBD41001}" dt="2026-06-30T17:53:36.944" v="11671"/>
          <ac:spMkLst>
            <pc:docMk/>
            <pc:sldMk cId="273690203" sldId="1979"/>
            <ac:spMk id="14" creationId="{77BE6421-CA55-1D83-48C6-77C6675B09D5}"/>
          </ac:spMkLst>
        </pc:spChg>
        <pc:spChg chg="mod ord">
          <ac:chgData name="한나 조" userId="65a288ce2c9026c1" providerId="LiveId" clId="{C15A6EEB-526C-46C9-82AA-A02ABBD41001}" dt="2026-06-30T17:53:36.944" v="11671"/>
          <ac:spMkLst>
            <pc:docMk/>
            <pc:sldMk cId="273690203" sldId="1979"/>
            <ac:spMk id="16" creationId="{7ECA5714-66FA-1D1A-B162-5DA998DFBA93}"/>
          </ac:spMkLst>
        </pc:spChg>
        <pc:spChg chg="add mod">
          <ac:chgData name="한나 조" userId="65a288ce2c9026c1" providerId="LiveId" clId="{C15A6EEB-526C-46C9-82AA-A02ABBD41001}" dt="2026-07-02T16:10:46.830" v="21998" actId="1076"/>
          <ac:spMkLst>
            <pc:docMk/>
            <pc:sldMk cId="273690203" sldId="1979"/>
            <ac:spMk id="18" creationId="{EED8EA70-FC65-4A20-C138-AB3D556ACEF9}"/>
          </ac:spMkLst>
        </pc:spChg>
        <pc:spChg chg="add mod">
          <ac:chgData name="한나 조" userId="65a288ce2c9026c1" providerId="LiveId" clId="{C15A6EEB-526C-46C9-82AA-A02ABBD41001}" dt="2026-07-02T08:21:50.474" v="21587" actId="164"/>
          <ac:spMkLst>
            <pc:docMk/>
            <pc:sldMk cId="273690203" sldId="1979"/>
            <ac:spMk id="19" creationId="{7A206EF0-715E-778E-30BB-B5101147BAD9}"/>
          </ac:spMkLst>
        </pc:spChg>
        <pc:spChg chg="mod ord">
          <ac:chgData name="한나 조" userId="65a288ce2c9026c1" providerId="LiveId" clId="{C15A6EEB-526C-46C9-82AA-A02ABBD41001}" dt="2026-06-30T17:53:36.944" v="11671"/>
          <ac:spMkLst>
            <pc:docMk/>
            <pc:sldMk cId="273690203" sldId="1979"/>
            <ac:spMk id="20" creationId="{A90CF9D7-5279-7411-95DC-A1C7DCF95CEC}"/>
          </ac:spMkLst>
        </pc:spChg>
        <pc:spChg chg="mod ord">
          <ac:chgData name="한나 조" userId="65a288ce2c9026c1" providerId="LiveId" clId="{C15A6EEB-526C-46C9-82AA-A02ABBD41001}" dt="2026-06-30T17:53:36.944" v="11671"/>
          <ac:spMkLst>
            <pc:docMk/>
            <pc:sldMk cId="273690203" sldId="1979"/>
            <ac:spMk id="23" creationId="{25A2B572-5FDE-3CB2-0E40-A4B253AE49A8}"/>
          </ac:spMkLst>
        </pc:spChg>
        <pc:spChg chg="add mod">
          <ac:chgData name="한나 조" userId="65a288ce2c9026c1" providerId="LiveId" clId="{C15A6EEB-526C-46C9-82AA-A02ABBD41001}" dt="2026-07-02T08:22:02.572" v="21590" actId="208"/>
          <ac:spMkLst>
            <pc:docMk/>
            <pc:sldMk cId="273690203" sldId="1979"/>
            <ac:spMk id="24" creationId="{156A93EC-3F6B-EEF6-A844-83D8F2E1AE0E}"/>
          </ac:spMkLst>
        </pc:spChg>
        <pc:spChg chg="mod">
          <ac:chgData name="한나 조" userId="65a288ce2c9026c1" providerId="LiveId" clId="{C15A6EEB-526C-46C9-82AA-A02ABBD41001}" dt="2026-07-02T15:49:33.116" v="21797" actId="1076"/>
          <ac:spMkLst>
            <pc:docMk/>
            <pc:sldMk cId="273690203" sldId="1979"/>
            <ac:spMk id="28" creationId="{7CEAEBF3-7D06-173B-C8D4-05ACB997EF3D}"/>
          </ac:spMkLst>
        </pc:spChg>
        <pc:spChg chg="add mod">
          <ac:chgData name="한나 조" userId="65a288ce2c9026c1" providerId="LiveId" clId="{C15A6EEB-526C-46C9-82AA-A02ABBD41001}" dt="2026-07-02T08:28:28.989" v="21635" actId="1076"/>
          <ac:spMkLst>
            <pc:docMk/>
            <pc:sldMk cId="273690203" sldId="1979"/>
            <ac:spMk id="29" creationId="{49EDC3BE-6FEC-F61C-5807-F63F95C6343D}"/>
          </ac:spMkLst>
        </pc:spChg>
        <pc:spChg chg="mod ord">
          <ac:chgData name="한나 조" userId="65a288ce2c9026c1" providerId="LiveId" clId="{C15A6EEB-526C-46C9-82AA-A02ABBD41001}" dt="2026-06-30T17:53:36.944" v="11671"/>
          <ac:spMkLst>
            <pc:docMk/>
            <pc:sldMk cId="273690203" sldId="1979"/>
            <ac:spMk id="32" creationId="{B9585BDA-93C8-BDB2-A641-0492D113C88C}"/>
          </ac:spMkLst>
        </pc:spChg>
        <pc:spChg chg="mod">
          <ac:chgData name="한나 조" userId="65a288ce2c9026c1" providerId="LiveId" clId="{C15A6EEB-526C-46C9-82AA-A02ABBD41001}" dt="2026-07-02T08:22:22.926" v="21592" actId="571"/>
          <ac:spMkLst>
            <pc:docMk/>
            <pc:sldMk cId="273690203" sldId="1979"/>
            <ac:spMk id="34" creationId="{5748AA97-5530-EEC5-0C1B-E824B43A20FB}"/>
          </ac:spMkLst>
        </pc:spChg>
        <pc:spChg chg="mod">
          <ac:chgData name="한나 조" userId="65a288ce2c9026c1" providerId="LiveId" clId="{C15A6EEB-526C-46C9-82AA-A02ABBD41001}" dt="2026-07-02T08:22:22.926" v="21592" actId="571"/>
          <ac:spMkLst>
            <pc:docMk/>
            <pc:sldMk cId="273690203" sldId="1979"/>
            <ac:spMk id="37" creationId="{84AE3F78-83C5-78AF-A503-6E148005BBA7}"/>
          </ac:spMkLst>
        </pc:spChg>
        <pc:spChg chg="mod">
          <ac:chgData name="한나 조" userId="65a288ce2c9026c1" providerId="LiveId" clId="{C15A6EEB-526C-46C9-82AA-A02ABBD41001}" dt="2026-07-02T08:34:36.207" v="21646" actId="208"/>
          <ac:spMkLst>
            <pc:docMk/>
            <pc:sldMk cId="273690203" sldId="1979"/>
            <ac:spMk id="41" creationId="{CD866503-927D-D10D-7CEF-05F945E42E88}"/>
          </ac:spMkLst>
        </pc:spChg>
        <pc:spChg chg="mod">
          <ac:chgData name="한나 조" userId="65a288ce2c9026c1" providerId="LiveId" clId="{C15A6EEB-526C-46C9-82AA-A02ABBD41001}" dt="2026-07-02T08:34:06.171" v="21642"/>
          <ac:spMkLst>
            <pc:docMk/>
            <pc:sldMk cId="273690203" sldId="1979"/>
            <ac:spMk id="42" creationId="{0E9BF26C-B4A3-E9E1-8483-90E5577BB6CC}"/>
          </ac:spMkLst>
        </pc:spChg>
        <pc:spChg chg="mod">
          <ac:chgData name="한나 조" userId="65a288ce2c9026c1" providerId="LiveId" clId="{C15A6EEB-526C-46C9-82AA-A02ABBD41001}" dt="2026-07-02T08:22:22.926" v="21592" actId="571"/>
          <ac:spMkLst>
            <pc:docMk/>
            <pc:sldMk cId="273690203" sldId="1979"/>
            <ac:spMk id="44" creationId="{7D86BB88-24F1-5500-05DE-ECCF1E2B3250}"/>
          </ac:spMkLst>
        </pc:spChg>
        <pc:spChg chg="mod">
          <ac:chgData name="한나 조" userId="65a288ce2c9026c1" providerId="LiveId" clId="{C15A6EEB-526C-46C9-82AA-A02ABBD41001}" dt="2026-07-02T08:34:11.466" v="21644"/>
          <ac:spMkLst>
            <pc:docMk/>
            <pc:sldMk cId="273690203" sldId="1979"/>
            <ac:spMk id="45" creationId="{56F6F8AB-8190-E915-DFF9-C5F93039C31E}"/>
          </ac:spMkLst>
        </pc:spChg>
        <pc:spChg chg="mod">
          <ac:chgData name="한나 조" userId="65a288ce2c9026c1" providerId="LiveId" clId="{C15A6EEB-526C-46C9-82AA-A02ABBD41001}" dt="2026-07-02T08:34:08.656" v="21643"/>
          <ac:spMkLst>
            <pc:docMk/>
            <pc:sldMk cId="273690203" sldId="1979"/>
            <ac:spMk id="46" creationId="{AC1E77AA-08DF-E1D2-5843-F26AB53ECB4F}"/>
          </ac:spMkLst>
        </pc:spChg>
        <pc:spChg chg="mod">
          <ac:chgData name="한나 조" userId="65a288ce2c9026c1" providerId="LiveId" clId="{C15A6EEB-526C-46C9-82AA-A02ABBD41001}" dt="2026-07-02T08:22:22.926" v="21592" actId="571"/>
          <ac:spMkLst>
            <pc:docMk/>
            <pc:sldMk cId="273690203" sldId="1979"/>
            <ac:spMk id="49" creationId="{DCA54B00-ACBA-26E2-7785-4F5E1F3226BC}"/>
          </ac:spMkLst>
        </pc:spChg>
        <pc:spChg chg="mod">
          <ac:chgData name="한나 조" userId="65a288ce2c9026c1" providerId="LiveId" clId="{C15A6EEB-526C-46C9-82AA-A02ABBD41001}" dt="2026-07-02T08:22:22.926" v="21592" actId="571"/>
          <ac:spMkLst>
            <pc:docMk/>
            <pc:sldMk cId="273690203" sldId="1979"/>
            <ac:spMk id="51" creationId="{2FFA737D-F064-631D-89E2-F5EF1ACA60B7}"/>
          </ac:spMkLst>
        </pc:spChg>
        <pc:spChg chg="add mod">
          <ac:chgData name="한나 조" userId="65a288ce2c9026c1" providerId="LiveId" clId="{C15A6EEB-526C-46C9-82AA-A02ABBD41001}" dt="2026-07-02T16:10:46.830" v="21998" actId="1076"/>
          <ac:spMkLst>
            <pc:docMk/>
            <pc:sldMk cId="273690203" sldId="1979"/>
            <ac:spMk id="52" creationId="{35E45629-25C4-7554-36FB-5117689E7ABC}"/>
          </ac:spMkLst>
        </pc:spChg>
        <pc:spChg chg="add mod">
          <ac:chgData name="한나 조" userId="65a288ce2c9026c1" providerId="LiveId" clId="{C15A6EEB-526C-46C9-82AA-A02ABBD41001}" dt="2026-07-02T16:10:46.830" v="21998" actId="1076"/>
          <ac:spMkLst>
            <pc:docMk/>
            <pc:sldMk cId="273690203" sldId="1979"/>
            <ac:spMk id="53" creationId="{5EEBBB27-ECC4-DA75-A228-78CEAA2A8445}"/>
          </ac:spMkLst>
        </pc:spChg>
        <pc:spChg chg="add mod">
          <ac:chgData name="한나 조" userId="65a288ce2c9026c1" providerId="LiveId" clId="{C15A6EEB-526C-46C9-82AA-A02ABBD41001}" dt="2026-07-02T16:10:46.830" v="21998" actId="1076"/>
          <ac:spMkLst>
            <pc:docMk/>
            <pc:sldMk cId="273690203" sldId="1979"/>
            <ac:spMk id="54" creationId="{A0BBDF0C-396E-9E44-88F7-2D518D5CDCE1}"/>
          </ac:spMkLst>
        </pc:spChg>
        <pc:spChg chg="add mod">
          <ac:chgData name="한나 조" userId="65a288ce2c9026c1" providerId="LiveId" clId="{C15A6EEB-526C-46C9-82AA-A02ABBD41001}" dt="2026-07-02T16:10:46.830" v="21998" actId="1076"/>
          <ac:spMkLst>
            <pc:docMk/>
            <pc:sldMk cId="273690203" sldId="1979"/>
            <ac:spMk id="55" creationId="{661637B0-24AA-CBC7-3F36-124696F10558}"/>
          </ac:spMkLst>
        </pc:spChg>
        <pc:spChg chg="mod ord">
          <ac:chgData name="한나 조" userId="65a288ce2c9026c1" providerId="LiveId" clId="{C15A6EEB-526C-46C9-82AA-A02ABBD41001}" dt="2026-06-30T17:53:36.944" v="11671"/>
          <ac:spMkLst>
            <pc:docMk/>
            <pc:sldMk cId="273690203" sldId="1979"/>
            <ac:spMk id="56" creationId="{CD139DE8-0A5A-63E7-E7D1-67E829C98386}"/>
          </ac:spMkLst>
        </pc:spChg>
        <pc:spChg chg="mod ord">
          <ac:chgData name="한나 조" userId="65a288ce2c9026c1" providerId="LiveId" clId="{C15A6EEB-526C-46C9-82AA-A02ABBD41001}" dt="2026-06-30T17:53:36.944" v="11671"/>
          <ac:spMkLst>
            <pc:docMk/>
            <pc:sldMk cId="273690203" sldId="1979"/>
            <ac:spMk id="57" creationId="{105FF750-0A33-076F-B398-83ED36F26824}"/>
          </ac:spMkLst>
        </pc:spChg>
        <pc:spChg chg="add mod">
          <ac:chgData name="한나 조" userId="65a288ce2c9026c1" providerId="LiveId" clId="{C15A6EEB-526C-46C9-82AA-A02ABBD41001}" dt="2026-07-02T16:10:46.830" v="21998" actId="1076"/>
          <ac:spMkLst>
            <pc:docMk/>
            <pc:sldMk cId="273690203" sldId="1979"/>
            <ac:spMk id="58" creationId="{B48BB368-15B5-45D0-3A63-AF5A37DBC1A7}"/>
          </ac:spMkLst>
        </pc:spChg>
        <pc:spChg chg="add mod">
          <ac:chgData name="한나 조" userId="65a288ce2c9026c1" providerId="LiveId" clId="{C15A6EEB-526C-46C9-82AA-A02ABBD41001}" dt="2026-07-02T15:49:48.271" v="21804" actId="1036"/>
          <ac:spMkLst>
            <pc:docMk/>
            <pc:sldMk cId="273690203" sldId="1979"/>
            <ac:spMk id="59" creationId="{E9CEB60B-D62B-8D57-B9AF-127C4EE93DBF}"/>
          </ac:spMkLst>
        </pc:spChg>
        <pc:spChg chg="mod">
          <ac:chgData name="한나 조" userId="65a288ce2c9026c1" providerId="LiveId" clId="{C15A6EEB-526C-46C9-82AA-A02ABBD41001}" dt="2026-07-02T15:50:24.975" v="21810" actId="14100"/>
          <ac:spMkLst>
            <pc:docMk/>
            <pc:sldMk cId="273690203" sldId="1979"/>
            <ac:spMk id="61" creationId="{F9EF4EBA-DF22-3A54-B9D5-E95DAD657CBA}"/>
          </ac:spMkLst>
        </pc:spChg>
        <pc:spChg chg="mod">
          <ac:chgData name="한나 조" userId="65a288ce2c9026c1" providerId="LiveId" clId="{C15A6EEB-526C-46C9-82AA-A02ABBD41001}" dt="2026-07-02T15:50:08.086" v="21808" actId="571"/>
          <ac:spMkLst>
            <pc:docMk/>
            <pc:sldMk cId="273690203" sldId="1979"/>
            <ac:spMk id="62" creationId="{D966D938-17B6-B06D-9B8C-290AF047D29F}"/>
          </ac:spMkLst>
        </pc:spChg>
        <pc:spChg chg="mod">
          <ac:chgData name="한나 조" userId="65a288ce2c9026c1" providerId="LiveId" clId="{C15A6EEB-526C-46C9-82AA-A02ABBD41001}" dt="2026-07-02T15:50:08.086" v="21808" actId="571"/>
          <ac:spMkLst>
            <pc:docMk/>
            <pc:sldMk cId="273690203" sldId="1979"/>
            <ac:spMk id="63" creationId="{5E46AD61-392D-D471-6D8E-1D7D28D5FD18}"/>
          </ac:spMkLst>
        </pc:spChg>
        <pc:spChg chg="mod">
          <ac:chgData name="한나 조" userId="65a288ce2c9026c1" providerId="LiveId" clId="{C15A6EEB-526C-46C9-82AA-A02ABBD41001}" dt="2026-07-02T15:50:08.086" v="21808" actId="571"/>
          <ac:spMkLst>
            <pc:docMk/>
            <pc:sldMk cId="273690203" sldId="1979"/>
            <ac:spMk id="128" creationId="{7367D552-A317-6478-20E3-9009596DC789}"/>
          </ac:spMkLst>
        </pc:spChg>
        <pc:spChg chg="mod">
          <ac:chgData name="한나 조" userId="65a288ce2c9026c1" providerId="LiveId" clId="{C15A6EEB-526C-46C9-82AA-A02ABBD41001}" dt="2026-07-02T15:50:28.987" v="21811" actId="1076"/>
          <ac:spMkLst>
            <pc:docMk/>
            <pc:sldMk cId="273690203" sldId="1979"/>
            <ac:spMk id="129" creationId="{72E603EC-BA51-FB43-2E62-5E4250C52A82}"/>
          </ac:spMkLst>
        </pc:spChg>
        <pc:spChg chg="mod topLvl">
          <ac:chgData name="한나 조" userId="65a288ce2c9026c1" providerId="LiveId" clId="{C15A6EEB-526C-46C9-82AA-A02ABBD41001}" dt="2026-07-02T08:21:50.474" v="21587" actId="164"/>
          <ac:spMkLst>
            <pc:docMk/>
            <pc:sldMk cId="273690203" sldId="1979"/>
            <ac:spMk id="131" creationId="{63D796BB-867F-A2D5-7C75-958AEE133F2C}"/>
          </ac:spMkLst>
        </pc:spChg>
        <pc:spChg chg="mod topLvl">
          <ac:chgData name="한나 조" userId="65a288ce2c9026c1" providerId="LiveId" clId="{C15A6EEB-526C-46C9-82AA-A02ABBD41001}" dt="2026-07-02T08:21:50.474" v="21587" actId="164"/>
          <ac:spMkLst>
            <pc:docMk/>
            <pc:sldMk cId="273690203" sldId="1979"/>
            <ac:spMk id="132" creationId="{49DF7E73-4616-3DD9-7296-144CE22E2E5C}"/>
          </ac:spMkLst>
        </pc:spChg>
        <pc:spChg chg="mod topLvl">
          <ac:chgData name="한나 조" userId="65a288ce2c9026c1" providerId="LiveId" clId="{C15A6EEB-526C-46C9-82AA-A02ABBD41001}" dt="2026-07-02T08:21:50.474" v="21587" actId="164"/>
          <ac:spMkLst>
            <pc:docMk/>
            <pc:sldMk cId="273690203" sldId="1979"/>
            <ac:spMk id="133" creationId="{C21A517E-0F00-A209-6E64-65254AEA771C}"/>
          </ac:spMkLst>
        </pc:spChg>
        <pc:spChg chg="mod topLvl">
          <ac:chgData name="한나 조" userId="65a288ce2c9026c1" providerId="LiveId" clId="{C15A6EEB-526C-46C9-82AA-A02ABBD41001}" dt="2026-07-02T08:21:50.474" v="21587" actId="164"/>
          <ac:spMkLst>
            <pc:docMk/>
            <pc:sldMk cId="273690203" sldId="1979"/>
            <ac:spMk id="134" creationId="{8F3661AE-91D8-0FF7-AE46-72581C2766D8}"/>
          </ac:spMkLst>
        </pc:spChg>
        <pc:spChg chg="mod topLvl">
          <ac:chgData name="한나 조" userId="65a288ce2c9026c1" providerId="LiveId" clId="{C15A6EEB-526C-46C9-82AA-A02ABBD41001}" dt="2026-07-02T08:21:50.474" v="21587" actId="164"/>
          <ac:spMkLst>
            <pc:docMk/>
            <pc:sldMk cId="273690203" sldId="1979"/>
            <ac:spMk id="136" creationId="{9EAF044E-6ADA-6B52-719F-3B7164B653FB}"/>
          </ac:spMkLst>
        </pc:spChg>
        <pc:spChg chg="mod">
          <ac:chgData name="한나 조" userId="65a288ce2c9026c1" providerId="LiveId" clId="{C15A6EEB-526C-46C9-82AA-A02ABBD41001}" dt="2026-07-02T08:21:50.474" v="21587" actId="164"/>
          <ac:spMkLst>
            <pc:docMk/>
            <pc:sldMk cId="273690203" sldId="1979"/>
            <ac:spMk id="137" creationId="{FCD7F239-1BD9-18C8-C430-BBD6EE5A2F71}"/>
          </ac:spMkLst>
        </pc:spChg>
        <pc:spChg chg="mod topLvl">
          <ac:chgData name="한나 조" userId="65a288ce2c9026c1" providerId="LiveId" clId="{C15A6EEB-526C-46C9-82AA-A02ABBD41001}" dt="2026-07-02T08:21:50.474" v="21587" actId="164"/>
          <ac:spMkLst>
            <pc:docMk/>
            <pc:sldMk cId="273690203" sldId="1979"/>
            <ac:spMk id="138" creationId="{66EBE40F-5577-B71C-1871-27785288876B}"/>
          </ac:spMkLst>
        </pc:spChg>
        <pc:spChg chg="mod">
          <ac:chgData name="한나 조" userId="65a288ce2c9026c1" providerId="LiveId" clId="{C15A6EEB-526C-46C9-82AA-A02ABBD41001}" dt="2026-06-29T00:50:54.957" v="649" actId="14100"/>
          <ac:spMkLst>
            <pc:docMk/>
            <pc:sldMk cId="273690203" sldId="1979"/>
            <ac:spMk id="139" creationId="{28B35DB1-0ACC-1E5B-3026-A1F3276F80AC}"/>
          </ac:spMkLst>
        </pc:spChg>
        <pc:spChg chg="mod">
          <ac:chgData name="한나 조" userId="65a288ce2c9026c1" providerId="LiveId" clId="{C15A6EEB-526C-46C9-82AA-A02ABBD41001}" dt="2026-06-29T02:36:56.325" v="680" actId="1037"/>
          <ac:spMkLst>
            <pc:docMk/>
            <pc:sldMk cId="273690203" sldId="1979"/>
            <ac:spMk id="140" creationId="{01F2B40D-938B-0FC6-652E-A69BCCE49D83}"/>
          </ac:spMkLst>
        </pc:spChg>
        <pc:spChg chg="mod">
          <ac:chgData name="한나 조" userId="65a288ce2c9026c1" providerId="LiveId" clId="{C15A6EEB-526C-46C9-82AA-A02ABBD41001}" dt="2026-06-26T08:37:57.630" v="200" actId="1038"/>
          <ac:spMkLst>
            <pc:docMk/>
            <pc:sldMk cId="273690203" sldId="1979"/>
            <ac:spMk id="141" creationId="{FFABFF0F-6478-50DC-4C93-F9BF074DC5E2}"/>
          </ac:spMkLst>
        </pc:spChg>
        <pc:spChg chg="mod">
          <ac:chgData name="한나 조" userId="65a288ce2c9026c1" providerId="LiveId" clId="{C15A6EEB-526C-46C9-82AA-A02ABBD41001}" dt="2026-06-26T08:37:57.630" v="200" actId="1038"/>
          <ac:spMkLst>
            <pc:docMk/>
            <pc:sldMk cId="273690203" sldId="1979"/>
            <ac:spMk id="143" creationId="{9C22BF4A-A842-6B7F-E7A8-9890D2370D0F}"/>
          </ac:spMkLst>
        </pc:spChg>
        <pc:spChg chg="mod">
          <ac:chgData name="한나 조" userId="65a288ce2c9026c1" providerId="LiveId" clId="{C15A6EEB-526C-46C9-82AA-A02ABBD41001}" dt="2026-06-29T00:50:48.328" v="648" actId="1035"/>
          <ac:spMkLst>
            <pc:docMk/>
            <pc:sldMk cId="273690203" sldId="1979"/>
            <ac:spMk id="145" creationId="{A78A615C-DBED-E2C1-F00E-537D157EBD7E}"/>
          </ac:spMkLst>
        </pc:spChg>
        <pc:spChg chg="mod">
          <ac:chgData name="한나 조" userId="65a288ce2c9026c1" providerId="LiveId" clId="{C15A6EEB-526C-46C9-82AA-A02ABBD41001}" dt="2026-06-26T08:37:51.075" v="199" actId="1038"/>
          <ac:spMkLst>
            <pc:docMk/>
            <pc:sldMk cId="273690203" sldId="1979"/>
            <ac:spMk id="146" creationId="{801C2F2F-0283-C946-50AE-A020BE637561}"/>
          </ac:spMkLst>
        </pc:spChg>
        <pc:spChg chg="mod">
          <ac:chgData name="한나 조" userId="65a288ce2c9026c1" providerId="LiveId" clId="{C15A6EEB-526C-46C9-82AA-A02ABBD41001}" dt="2026-06-26T08:37:57.630" v="200" actId="1038"/>
          <ac:spMkLst>
            <pc:docMk/>
            <pc:sldMk cId="273690203" sldId="1979"/>
            <ac:spMk id="147" creationId="{34017DDB-E139-0624-4E03-C67D071CEC8F}"/>
          </ac:spMkLst>
        </pc:spChg>
        <pc:spChg chg="mod">
          <ac:chgData name="한나 조" userId="65a288ce2c9026c1" providerId="LiveId" clId="{C15A6EEB-526C-46C9-82AA-A02ABBD41001}" dt="2026-06-29T00:50:42.541" v="646" actId="1076"/>
          <ac:spMkLst>
            <pc:docMk/>
            <pc:sldMk cId="273690203" sldId="1979"/>
            <ac:spMk id="149" creationId="{B842406D-A14E-B683-147C-315D0B79AF23}"/>
          </ac:spMkLst>
        </pc:spChg>
        <pc:spChg chg="mod topLvl">
          <ac:chgData name="한나 조" userId="65a288ce2c9026c1" providerId="LiveId" clId="{C15A6EEB-526C-46C9-82AA-A02ABBD41001}" dt="2026-07-02T08:21:50.474" v="21587" actId="164"/>
          <ac:spMkLst>
            <pc:docMk/>
            <pc:sldMk cId="273690203" sldId="1979"/>
            <ac:spMk id="150" creationId="{E97AA48F-AAF8-1CD3-1E4B-66A344AED997}"/>
          </ac:spMkLst>
        </pc:spChg>
        <pc:spChg chg="mod">
          <ac:chgData name="한나 조" userId="65a288ce2c9026c1" providerId="LiveId" clId="{C15A6EEB-526C-46C9-82AA-A02ABBD41001}" dt="2026-07-02T08:21:47.058" v="21586" actId="165"/>
          <ac:spMkLst>
            <pc:docMk/>
            <pc:sldMk cId="273690203" sldId="1979"/>
            <ac:spMk id="152" creationId="{03B338AD-62A4-53E7-6A34-F57AAFB16600}"/>
          </ac:spMkLst>
        </pc:spChg>
        <pc:spChg chg="mod">
          <ac:chgData name="한나 조" userId="65a288ce2c9026c1" providerId="LiveId" clId="{C15A6EEB-526C-46C9-82AA-A02ABBD41001}" dt="2026-06-29T00:50:48.328" v="648" actId="1035"/>
          <ac:spMkLst>
            <pc:docMk/>
            <pc:sldMk cId="273690203" sldId="1979"/>
            <ac:spMk id="153" creationId="{0084178E-2052-4437-7251-7B8C3F42F5EC}"/>
          </ac:spMkLst>
        </pc:spChg>
        <pc:spChg chg="mod">
          <ac:chgData name="한나 조" userId="65a288ce2c9026c1" providerId="LiveId" clId="{C15A6EEB-526C-46C9-82AA-A02ABBD41001}" dt="2026-06-29T00:50:48.328" v="648" actId="1035"/>
          <ac:spMkLst>
            <pc:docMk/>
            <pc:sldMk cId="273690203" sldId="1979"/>
            <ac:spMk id="154" creationId="{C3D28DC5-316A-8653-14C2-7971F1CCFB58}"/>
          </ac:spMkLst>
        </pc:spChg>
        <pc:spChg chg="mod">
          <ac:chgData name="한나 조" userId="65a288ce2c9026c1" providerId="LiveId" clId="{C15A6EEB-526C-46C9-82AA-A02ABBD41001}" dt="2026-06-29T00:50:48.328" v="648" actId="1035"/>
          <ac:spMkLst>
            <pc:docMk/>
            <pc:sldMk cId="273690203" sldId="1979"/>
            <ac:spMk id="155" creationId="{14C4FBA0-B342-EB43-529A-0D7AD20581CA}"/>
          </ac:spMkLst>
        </pc:spChg>
        <pc:spChg chg="mod">
          <ac:chgData name="한나 조" userId="65a288ce2c9026c1" providerId="LiveId" clId="{C15A6EEB-526C-46C9-82AA-A02ABBD41001}" dt="2026-06-29T00:50:48.328" v="648" actId="1035"/>
          <ac:spMkLst>
            <pc:docMk/>
            <pc:sldMk cId="273690203" sldId="1979"/>
            <ac:spMk id="156" creationId="{7C2EB811-D39A-6482-27B1-385F3730377B}"/>
          </ac:spMkLst>
        </pc:spChg>
        <pc:spChg chg="mod">
          <ac:chgData name="한나 조" userId="65a288ce2c9026c1" providerId="LiveId" clId="{C15A6EEB-526C-46C9-82AA-A02ABBD41001}" dt="2026-06-29T00:50:48.328" v="648" actId="1035"/>
          <ac:spMkLst>
            <pc:docMk/>
            <pc:sldMk cId="273690203" sldId="1979"/>
            <ac:spMk id="157" creationId="{A9478FF0-A0AC-9BF1-0148-4EE42F6ABF2F}"/>
          </ac:spMkLst>
        </pc:spChg>
        <pc:spChg chg="mod">
          <ac:chgData name="한나 조" userId="65a288ce2c9026c1" providerId="LiveId" clId="{C15A6EEB-526C-46C9-82AA-A02ABBD41001}" dt="2026-06-26T08:41:14.321" v="268" actId="14100"/>
          <ac:spMkLst>
            <pc:docMk/>
            <pc:sldMk cId="273690203" sldId="1979"/>
            <ac:spMk id="158" creationId="{8B2306A9-5A07-5DB2-ABA6-2AB0CBF3CF64}"/>
          </ac:spMkLst>
        </pc:spChg>
        <pc:spChg chg="mod">
          <ac:chgData name="한나 조" userId="65a288ce2c9026c1" providerId="LiveId" clId="{C15A6EEB-526C-46C9-82AA-A02ABBD41001}" dt="2026-06-26T08:36:36.147" v="177"/>
          <ac:spMkLst>
            <pc:docMk/>
            <pc:sldMk cId="273690203" sldId="1979"/>
            <ac:spMk id="160" creationId="{ABCA466C-2594-0CF0-D896-D23D66D23399}"/>
          </ac:spMkLst>
        </pc:spChg>
        <pc:spChg chg="mod">
          <ac:chgData name="한나 조" userId="65a288ce2c9026c1" providerId="LiveId" clId="{C15A6EEB-526C-46C9-82AA-A02ABBD41001}" dt="2026-06-26T08:36:42.156" v="179" actId="165"/>
          <ac:spMkLst>
            <pc:docMk/>
            <pc:sldMk cId="273690203" sldId="1979"/>
            <ac:spMk id="161" creationId="{C8CE0869-F7B4-18D0-87EE-28108261E400}"/>
          </ac:spMkLst>
        </pc:spChg>
        <pc:spChg chg="mod">
          <ac:chgData name="한나 조" userId="65a288ce2c9026c1" providerId="LiveId" clId="{C15A6EEB-526C-46C9-82AA-A02ABBD41001}" dt="2026-07-02T08:21:47.058" v="21586" actId="165"/>
          <ac:spMkLst>
            <pc:docMk/>
            <pc:sldMk cId="273690203" sldId="1979"/>
            <ac:spMk id="162" creationId="{360D5940-F853-293D-3AE4-97852EF4B440}"/>
          </ac:spMkLst>
        </pc:spChg>
        <pc:spChg chg="mod">
          <ac:chgData name="한나 조" userId="65a288ce2c9026c1" providerId="LiveId" clId="{C15A6EEB-526C-46C9-82AA-A02ABBD41001}" dt="2026-07-02T08:21:47.058" v="21586" actId="165"/>
          <ac:spMkLst>
            <pc:docMk/>
            <pc:sldMk cId="273690203" sldId="1979"/>
            <ac:spMk id="163" creationId="{48450B63-ACE8-434F-C96F-333B172FA471}"/>
          </ac:spMkLst>
        </pc:spChg>
        <pc:spChg chg="mod">
          <ac:chgData name="한나 조" userId="65a288ce2c9026c1" providerId="LiveId" clId="{C15A6EEB-526C-46C9-82AA-A02ABBD41001}" dt="2026-06-29T08:50:50.878" v="5578"/>
          <ac:spMkLst>
            <pc:docMk/>
            <pc:sldMk cId="273690203" sldId="1979"/>
            <ac:spMk id="164" creationId="{8F682098-83BD-15CB-2757-F4CA8A0E779D}"/>
          </ac:spMkLst>
        </pc:spChg>
        <pc:spChg chg="add mod ord">
          <ac:chgData name="한나 조" userId="65a288ce2c9026c1" providerId="LiveId" clId="{C15A6EEB-526C-46C9-82AA-A02ABBD41001}" dt="2026-07-02T15:49:48.271" v="21804" actId="1036"/>
          <ac:spMkLst>
            <pc:docMk/>
            <pc:sldMk cId="273690203" sldId="1979"/>
            <ac:spMk id="165" creationId="{AB9C29B3-8569-77BE-F7BF-9954DABCD90A}"/>
          </ac:spMkLst>
        </pc:spChg>
        <pc:spChg chg="mod">
          <ac:chgData name="한나 조" userId="65a288ce2c9026c1" providerId="LiveId" clId="{C15A6EEB-526C-46C9-82AA-A02ABBD41001}" dt="2026-07-02T15:50:08.086" v="21808" actId="571"/>
          <ac:spMkLst>
            <pc:docMk/>
            <pc:sldMk cId="273690203" sldId="1979"/>
            <ac:spMk id="167" creationId="{53642062-69C8-6168-74FD-5C053910B5F8}"/>
          </ac:spMkLst>
        </pc:spChg>
        <pc:spChg chg="mod">
          <ac:chgData name="한나 조" userId="65a288ce2c9026c1" providerId="LiveId" clId="{C15A6EEB-526C-46C9-82AA-A02ABBD41001}" dt="2026-07-02T15:50:08.086" v="21808" actId="571"/>
          <ac:spMkLst>
            <pc:docMk/>
            <pc:sldMk cId="273690203" sldId="1979"/>
            <ac:spMk id="168" creationId="{88E487AD-A082-9E20-EA70-74539443713A}"/>
          </ac:spMkLst>
        </pc:spChg>
        <pc:spChg chg="mod">
          <ac:chgData name="한나 조" userId="65a288ce2c9026c1" providerId="LiveId" clId="{C15A6EEB-526C-46C9-82AA-A02ABBD41001}" dt="2026-07-02T15:50:08.086" v="21808" actId="571"/>
          <ac:spMkLst>
            <pc:docMk/>
            <pc:sldMk cId="273690203" sldId="1979"/>
            <ac:spMk id="169" creationId="{7BD080BE-7A6D-357E-3A5A-03AACCA61972}"/>
          </ac:spMkLst>
        </pc:spChg>
        <pc:spChg chg="add mod">
          <ac:chgData name="한나 조" userId="65a288ce2c9026c1" providerId="LiveId" clId="{C15A6EEB-526C-46C9-82AA-A02ABBD41001}" dt="2026-07-02T15:50:54.394" v="21817" actId="20577"/>
          <ac:spMkLst>
            <pc:docMk/>
            <pc:sldMk cId="273690203" sldId="1979"/>
            <ac:spMk id="170" creationId="{8D608CCE-9992-D7BE-FACA-9E26E4C4315E}"/>
          </ac:spMkLst>
        </pc:spChg>
        <pc:spChg chg="add mod">
          <ac:chgData name="한나 조" userId="65a288ce2c9026c1" providerId="LiveId" clId="{C15A6EEB-526C-46C9-82AA-A02ABBD41001}" dt="2026-06-30T17:53:36.944" v="11671"/>
          <ac:spMkLst>
            <pc:docMk/>
            <pc:sldMk cId="273690203" sldId="1979"/>
            <ac:spMk id="172" creationId="{E856EE29-3221-F211-7D73-7CD585D51777}"/>
          </ac:spMkLst>
        </pc:spChg>
        <pc:spChg chg="add mod">
          <ac:chgData name="한나 조" userId="65a288ce2c9026c1" providerId="LiveId" clId="{C15A6EEB-526C-46C9-82AA-A02ABBD41001}" dt="2026-06-30T17:53:36.944" v="11671"/>
          <ac:spMkLst>
            <pc:docMk/>
            <pc:sldMk cId="273690203" sldId="1979"/>
            <ac:spMk id="173" creationId="{63451FE3-0CA1-FD45-03E8-495A6A6A880E}"/>
          </ac:spMkLst>
        </pc:spChg>
        <pc:spChg chg="add mod">
          <ac:chgData name="한나 조" userId="65a288ce2c9026c1" providerId="LiveId" clId="{C15A6EEB-526C-46C9-82AA-A02ABBD41001}" dt="2026-06-29T02:35:56.685" v="668" actId="1036"/>
          <ac:spMkLst>
            <pc:docMk/>
            <pc:sldMk cId="273690203" sldId="1979"/>
            <ac:spMk id="174" creationId="{C3B5FC01-CCC7-F2FF-07B1-A7C6B13007DE}"/>
          </ac:spMkLst>
        </pc:spChg>
        <pc:spChg chg="mod topLvl">
          <ac:chgData name="한나 조" userId="65a288ce2c9026c1" providerId="LiveId" clId="{C15A6EEB-526C-46C9-82AA-A02ABBD41001}" dt="2026-07-02T08:21:57.928" v="21588" actId="164"/>
          <ac:spMkLst>
            <pc:docMk/>
            <pc:sldMk cId="273690203" sldId="1979"/>
            <ac:spMk id="176" creationId="{C951F545-8177-311C-4BC8-889A9E9A2C0B}"/>
          </ac:spMkLst>
        </pc:spChg>
        <pc:spChg chg="mod">
          <ac:chgData name="한나 조" userId="65a288ce2c9026c1" providerId="LiveId" clId="{C15A6EEB-526C-46C9-82AA-A02ABBD41001}" dt="2026-07-02T08:21:57.928" v="21588" actId="164"/>
          <ac:spMkLst>
            <pc:docMk/>
            <pc:sldMk cId="273690203" sldId="1979"/>
            <ac:spMk id="177" creationId="{2CFF1DBE-1A2E-29E4-0ACB-92AC08D968B7}"/>
          </ac:spMkLst>
        </pc:spChg>
        <pc:spChg chg="mod">
          <ac:chgData name="한나 조" userId="65a288ce2c9026c1" providerId="LiveId" clId="{C15A6EEB-526C-46C9-82AA-A02ABBD41001}" dt="2026-07-02T08:21:57.928" v="21588" actId="164"/>
          <ac:spMkLst>
            <pc:docMk/>
            <pc:sldMk cId="273690203" sldId="1979"/>
            <ac:spMk id="178" creationId="{ED1EB618-DA08-F6B5-BB22-FB7A6D6C4AB7}"/>
          </ac:spMkLst>
        </pc:spChg>
        <pc:spChg chg="mod topLvl">
          <ac:chgData name="한나 조" userId="65a288ce2c9026c1" providerId="LiveId" clId="{C15A6EEB-526C-46C9-82AA-A02ABBD41001}" dt="2026-07-02T08:21:57.928" v="21588" actId="164"/>
          <ac:spMkLst>
            <pc:docMk/>
            <pc:sldMk cId="273690203" sldId="1979"/>
            <ac:spMk id="179" creationId="{DE1CFC4E-A45F-D9B9-79AB-C51A15DFB479}"/>
          </ac:spMkLst>
        </pc:spChg>
        <pc:spChg chg="mod topLvl">
          <ac:chgData name="한나 조" userId="65a288ce2c9026c1" providerId="LiveId" clId="{C15A6EEB-526C-46C9-82AA-A02ABBD41001}" dt="2026-07-02T08:21:57.928" v="21588" actId="164"/>
          <ac:spMkLst>
            <pc:docMk/>
            <pc:sldMk cId="273690203" sldId="1979"/>
            <ac:spMk id="180" creationId="{462C1A4C-1E0F-4D65-47E7-9A09965FCCE8}"/>
          </ac:spMkLst>
        </pc:spChg>
        <pc:spChg chg="mod topLvl">
          <ac:chgData name="한나 조" userId="65a288ce2c9026c1" providerId="LiveId" clId="{C15A6EEB-526C-46C9-82AA-A02ABBD41001}" dt="2026-07-02T08:21:57.928" v="21588" actId="164"/>
          <ac:spMkLst>
            <pc:docMk/>
            <pc:sldMk cId="273690203" sldId="1979"/>
            <ac:spMk id="181" creationId="{75E5B95A-363C-4542-1DF7-5A957A402059}"/>
          </ac:spMkLst>
        </pc:spChg>
        <pc:spChg chg="mod topLvl">
          <ac:chgData name="한나 조" userId="65a288ce2c9026c1" providerId="LiveId" clId="{C15A6EEB-526C-46C9-82AA-A02ABBD41001}" dt="2026-07-02T08:21:57.928" v="21588" actId="164"/>
          <ac:spMkLst>
            <pc:docMk/>
            <pc:sldMk cId="273690203" sldId="1979"/>
            <ac:spMk id="182" creationId="{F358C2F9-E7FB-86E4-5C74-B56C196DBB93}"/>
          </ac:spMkLst>
        </pc:spChg>
        <pc:spChg chg="mod">
          <ac:chgData name="한나 조" userId="65a288ce2c9026c1" providerId="LiveId" clId="{C15A6EEB-526C-46C9-82AA-A02ABBD41001}" dt="2026-07-02T08:21:57.928" v="21588" actId="164"/>
          <ac:spMkLst>
            <pc:docMk/>
            <pc:sldMk cId="273690203" sldId="1979"/>
            <ac:spMk id="183" creationId="{6C30F525-4EAD-50D0-89C7-AE12737E2B81}"/>
          </ac:spMkLst>
        </pc:spChg>
        <pc:spChg chg="mod topLvl">
          <ac:chgData name="한나 조" userId="65a288ce2c9026c1" providerId="LiveId" clId="{C15A6EEB-526C-46C9-82AA-A02ABBD41001}" dt="2026-07-02T08:21:57.928" v="21588" actId="164"/>
          <ac:spMkLst>
            <pc:docMk/>
            <pc:sldMk cId="273690203" sldId="1979"/>
            <ac:spMk id="185" creationId="{2B5946C3-422F-5CA5-AF2E-BA9FC3CE620E}"/>
          </ac:spMkLst>
        </pc:spChg>
        <pc:spChg chg="mod">
          <ac:chgData name="한나 조" userId="65a288ce2c9026c1" providerId="LiveId" clId="{C15A6EEB-526C-46C9-82AA-A02ABBD41001}" dt="2026-07-02T08:21:57.928" v="21588" actId="164"/>
          <ac:spMkLst>
            <pc:docMk/>
            <pc:sldMk cId="273690203" sldId="1979"/>
            <ac:spMk id="186" creationId="{16972400-2C86-35EC-66CC-7B433AACE08B}"/>
          </ac:spMkLst>
        </pc:spChg>
        <pc:spChg chg="mod">
          <ac:chgData name="한나 조" userId="65a288ce2c9026c1" providerId="LiveId" clId="{C15A6EEB-526C-46C9-82AA-A02ABBD41001}" dt="2026-07-02T08:21:05.626" v="21583" actId="165"/>
          <ac:spMkLst>
            <pc:docMk/>
            <pc:sldMk cId="273690203" sldId="1979"/>
            <ac:spMk id="187" creationId="{5B552DF3-9F6F-60DE-7339-9B42C9F21A4E}"/>
          </ac:spMkLst>
        </pc:spChg>
        <pc:spChg chg="mod">
          <ac:chgData name="한나 조" userId="65a288ce2c9026c1" providerId="LiveId" clId="{C15A6EEB-526C-46C9-82AA-A02ABBD41001}" dt="2026-07-02T08:21:05.626" v="21583" actId="165"/>
          <ac:spMkLst>
            <pc:docMk/>
            <pc:sldMk cId="273690203" sldId="1979"/>
            <ac:spMk id="188" creationId="{9A5323BA-6A3B-FE15-BA13-5B915A247FC0}"/>
          </ac:spMkLst>
        </pc:spChg>
        <pc:spChg chg="mod">
          <ac:chgData name="한나 조" userId="65a288ce2c9026c1" providerId="LiveId" clId="{C15A6EEB-526C-46C9-82AA-A02ABBD41001}" dt="2026-07-02T08:21:05.626" v="21583" actId="165"/>
          <ac:spMkLst>
            <pc:docMk/>
            <pc:sldMk cId="273690203" sldId="1979"/>
            <ac:spMk id="189" creationId="{949835BC-62D1-940D-C32A-23D6178564CE}"/>
          </ac:spMkLst>
        </pc:spChg>
        <pc:spChg chg="mod">
          <ac:chgData name="한나 조" userId="65a288ce2c9026c1" providerId="LiveId" clId="{C15A6EEB-526C-46C9-82AA-A02ABBD41001}" dt="2026-07-02T08:21:05.626" v="21583" actId="165"/>
          <ac:spMkLst>
            <pc:docMk/>
            <pc:sldMk cId="273690203" sldId="1979"/>
            <ac:spMk id="190" creationId="{F6320C6E-DBA4-AFA9-4E14-EA8DAEF79942}"/>
          </ac:spMkLst>
        </pc:spChg>
        <pc:spChg chg="add mod">
          <ac:chgData name="한나 조" userId="65a288ce2c9026c1" providerId="LiveId" clId="{C15A6EEB-526C-46C9-82AA-A02ABBD41001}" dt="2026-06-30T17:53:36.944" v="11671"/>
          <ac:spMkLst>
            <pc:docMk/>
            <pc:sldMk cId="273690203" sldId="1979"/>
            <ac:spMk id="191" creationId="{B39CFA1E-F485-1E70-A922-53A0D667EA9F}"/>
          </ac:spMkLst>
        </pc:spChg>
        <pc:spChg chg="add mod">
          <ac:chgData name="한나 조" userId="65a288ce2c9026c1" providerId="LiveId" clId="{C15A6EEB-526C-46C9-82AA-A02ABBD41001}" dt="2026-06-29T03:38:31.723" v="1750" actId="20577"/>
          <ac:spMkLst>
            <pc:docMk/>
            <pc:sldMk cId="273690203" sldId="1979"/>
            <ac:spMk id="195" creationId="{E8E62016-EE92-484B-79B2-A415CCD7E1ED}"/>
          </ac:spMkLst>
        </pc:spChg>
        <pc:spChg chg="add mod">
          <ac:chgData name="한나 조" userId="65a288ce2c9026c1" providerId="LiveId" clId="{C15A6EEB-526C-46C9-82AA-A02ABBD41001}" dt="2026-06-29T03:38:40.246" v="1753" actId="20577"/>
          <ac:spMkLst>
            <pc:docMk/>
            <pc:sldMk cId="273690203" sldId="1979"/>
            <ac:spMk id="196" creationId="{DEE4AD35-102A-9105-2D57-8AC3569AB7D0}"/>
          </ac:spMkLst>
        </pc:spChg>
        <pc:spChg chg="add mod">
          <ac:chgData name="한나 조" userId="65a288ce2c9026c1" providerId="LiveId" clId="{C15A6EEB-526C-46C9-82AA-A02ABBD41001}" dt="2026-06-29T03:38:51.567" v="1758" actId="20577"/>
          <ac:spMkLst>
            <pc:docMk/>
            <pc:sldMk cId="273690203" sldId="1979"/>
            <ac:spMk id="197" creationId="{59858671-DCF9-EBF9-8429-21A6475FE6FF}"/>
          </ac:spMkLst>
        </pc:spChg>
        <pc:spChg chg="add mod">
          <ac:chgData name="한나 조" userId="65a288ce2c9026c1" providerId="LiveId" clId="{C15A6EEB-526C-46C9-82AA-A02ABBD41001}" dt="2026-06-29T03:39:00.042" v="1760" actId="20577"/>
          <ac:spMkLst>
            <pc:docMk/>
            <pc:sldMk cId="273690203" sldId="1979"/>
            <ac:spMk id="198" creationId="{9E1786B7-FF8A-5020-1BFD-C7DC3DFC43B3}"/>
          </ac:spMkLst>
        </pc:spChg>
        <pc:spChg chg="add mod">
          <ac:chgData name="한나 조" userId="65a288ce2c9026c1" providerId="LiveId" clId="{C15A6EEB-526C-46C9-82AA-A02ABBD41001}" dt="2026-06-29T03:39:07.786" v="1762" actId="20577"/>
          <ac:spMkLst>
            <pc:docMk/>
            <pc:sldMk cId="273690203" sldId="1979"/>
            <ac:spMk id="199" creationId="{7B44264A-FF13-1037-CAA3-12BFFF7741D0}"/>
          </ac:spMkLst>
        </pc:spChg>
        <pc:spChg chg="add mod">
          <ac:chgData name="한나 조" userId="65a288ce2c9026c1" providerId="LiveId" clId="{C15A6EEB-526C-46C9-82AA-A02ABBD41001}" dt="2026-06-29T03:39:14.725" v="1764" actId="20577"/>
          <ac:spMkLst>
            <pc:docMk/>
            <pc:sldMk cId="273690203" sldId="1979"/>
            <ac:spMk id="200" creationId="{9175B768-04AD-42CF-8DF6-AB010F421BBA}"/>
          </ac:spMkLst>
        </pc:spChg>
        <pc:spChg chg="add mod">
          <ac:chgData name="한나 조" userId="65a288ce2c9026c1" providerId="LiveId" clId="{C15A6EEB-526C-46C9-82AA-A02ABBD41001}" dt="2026-07-02T16:10:46.830" v="21998" actId="1076"/>
          <ac:spMkLst>
            <pc:docMk/>
            <pc:sldMk cId="273690203" sldId="1979"/>
            <ac:spMk id="201" creationId="{3946FC41-3A7A-8461-7B56-2E744AEE5754}"/>
          </ac:spMkLst>
        </pc:spChg>
        <pc:spChg chg="add mod">
          <ac:chgData name="한나 조" userId="65a288ce2c9026c1" providerId="LiveId" clId="{C15A6EEB-526C-46C9-82AA-A02ABBD41001}" dt="2026-07-02T15:50:47.607" v="21815" actId="20577"/>
          <ac:spMkLst>
            <pc:docMk/>
            <pc:sldMk cId="273690203" sldId="1979"/>
            <ac:spMk id="203" creationId="{CC0812C3-8E24-4C8A-22D6-56DA3F4482D9}"/>
          </ac:spMkLst>
        </pc:spChg>
        <pc:spChg chg="mod">
          <ac:chgData name="한나 조" userId="65a288ce2c9026c1" providerId="LiveId" clId="{C15A6EEB-526C-46C9-82AA-A02ABBD41001}" dt="2026-06-29T06:11:45.026" v="4623" actId="571"/>
          <ac:spMkLst>
            <pc:docMk/>
            <pc:sldMk cId="273690203" sldId="1979"/>
            <ac:spMk id="206" creationId="{2AA3BE28-AAF7-035A-F132-456714FE2159}"/>
          </ac:spMkLst>
        </pc:spChg>
        <pc:spChg chg="mod">
          <ac:chgData name="한나 조" userId="65a288ce2c9026c1" providerId="LiveId" clId="{C15A6EEB-526C-46C9-82AA-A02ABBD41001}" dt="2026-06-29T06:11:45.026" v="4623" actId="571"/>
          <ac:spMkLst>
            <pc:docMk/>
            <pc:sldMk cId="273690203" sldId="1979"/>
            <ac:spMk id="209" creationId="{F4199061-6975-32B4-3D1E-D4D957583B53}"/>
          </ac:spMkLst>
        </pc:spChg>
        <pc:spChg chg="mod">
          <ac:chgData name="한나 조" userId="65a288ce2c9026c1" providerId="LiveId" clId="{C15A6EEB-526C-46C9-82AA-A02ABBD41001}" dt="2026-06-29T06:11:45.026" v="4623" actId="571"/>
          <ac:spMkLst>
            <pc:docMk/>
            <pc:sldMk cId="273690203" sldId="1979"/>
            <ac:spMk id="210" creationId="{F634A7F7-9DE8-817F-E327-F2A0D377F2F8}"/>
          </ac:spMkLst>
        </pc:spChg>
        <pc:spChg chg="mod">
          <ac:chgData name="한나 조" userId="65a288ce2c9026c1" providerId="LiveId" clId="{C15A6EEB-526C-46C9-82AA-A02ABBD41001}" dt="2026-06-29T06:11:45.026" v="4623" actId="571"/>
          <ac:spMkLst>
            <pc:docMk/>
            <pc:sldMk cId="273690203" sldId="1979"/>
            <ac:spMk id="211" creationId="{84698AC4-EF52-49CC-3F5C-CC9C9D9FF753}"/>
          </ac:spMkLst>
        </pc:spChg>
        <pc:spChg chg="mod">
          <ac:chgData name="한나 조" userId="65a288ce2c9026c1" providerId="LiveId" clId="{C15A6EEB-526C-46C9-82AA-A02ABBD41001}" dt="2026-06-29T06:11:45.026" v="4623" actId="571"/>
          <ac:spMkLst>
            <pc:docMk/>
            <pc:sldMk cId="273690203" sldId="1979"/>
            <ac:spMk id="212" creationId="{88DE5FB3-69A2-35DD-EB09-77E12AB101CC}"/>
          </ac:spMkLst>
        </pc:spChg>
        <pc:spChg chg="mod">
          <ac:chgData name="한나 조" userId="65a288ce2c9026c1" providerId="LiveId" clId="{C15A6EEB-526C-46C9-82AA-A02ABBD41001}" dt="2026-06-29T06:11:45.026" v="4623" actId="571"/>
          <ac:spMkLst>
            <pc:docMk/>
            <pc:sldMk cId="273690203" sldId="1979"/>
            <ac:spMk id="215" creationId="{F0AC9A07-1F22-2945-0510-5DF7DCED6249}"/>
          </ac:spMkLst>
        </pc:spChg>
        <pc:spChg chg="mod">
          <ac:chgData name="한나 조" userId="65a288ce2c9026c1" providerId="LiveId" clId="{C15A6EEB-526C-46C9-82AA-A02ABBD41001}" dt="2026-06-29T06:11:45.026" v="4623" actId="571"/>
          <ac:spMkLst>
            <pc:docMk/>
            <pc:sldMk cId="273690203" sldId="1979"/>
            <ac:spMk id="217" creationId="{92F1C004-FB8E-3963-FC73-A7918C39FD64}"/>
          </ac:spMkLst>
        </pc:spChg>
        <pc:spChg chg="mod">
          <ac:chgData name="한나 조" userId="65a288ce2c9026c1" providerId="LiveId" clId="{C15A6EEB-526C-46C9-82AA-A02ABBD41001}" dt="2026-06-29T06:11:45.026" v="4623" actId="571"/>
          <ac:spMkLst>
            <pc:docMk/>
            <pc:sldMk cId="273690203" sldId="1979"/>
            <ac:spMk id="218" creationId="{2E4EEFD3-3954-4116-8C0C-C2E95B21FCF1}"/>
          </ac:spMkLst>
        </pc:spChg>
        <pc:spChg chg="mod">
          <ac:chgData name="한나 조" userId="65a288ce2c9026c1" providerId="LiveId" clId="{C15A6EEB-526C-46C9-82AA-A02ABBD41001}" dt="2026-06-29T06:11:45.026" v="4623" actId="571"/>
          <ac:spMkLst>
            <pc:docMk/>
            <pc:sldMk cId="273690203" sldId="1979"/>
            <ac:spMk id="220" creationId="{EB67D918-BB01-FEB8-E118-AFDFF3FA9456}"/>
          </ac:spMkLst>
        </pc:spChg>
        <pc:spChg chg="add del mod">
          <ac:chgData name="한나 조" userId="65a288ce2c9026c1" providerId="LiveId" clId="{C15A6EEB-526C-46C9-82AA-A02ABBD41001}" dt="2026-07-02T16:10:46.830" v="21998" actId="1076"/>
          <ac:spMkLst>
            <pc:docMk/>
            <pc:sldMk cId="273690203" sldId="1979"/>
            <ac:spMk id="221" creationId="{AB8173F1-ECA4-1FDA-F94B-E97235E11D3B}"/>
          </ac:spMkLst>
        </pc:spChg>
        <pc:spChg chg="mod">
          <ac:chgData name="한나 조" userId="65a288ce2c9026c1" providerId="LiveId" clId="{C15A6EEB-526C-46C9-82AA-A02ABBD41001}" dt="2026-06-29T06:11:45.939" v="4625" actId="1036"/>
          <ac:spMkLst>
            <pc:docMk/>
            <pc:sldMk cId="273690203" sldId="1979"/>
            <ac:spMk id="222" creationId="{E4699E62-C281-9512-4E06-1491FA6EEC48}"/>
          </ac:spMkLst>
        </pc:spChg>
        <pc:spChg chg="mod">
          <ac:chgData name="한나 조" userId="65a288ce2c9026c1" providerId="LiveId" clId="{C15A6EEB-526C-46C9-82AA-A02ABBD41001}" dt="2026-06-29T06:12:04.069" v="4632"/>
          <ac:spMkLst>
            <pc:docMk/>
            <pc:sldMk cId="273690203" sldId="1979"/>
            <ac:spMk id="223" creationId="{7860FDB3-2497-A84F-3A25-C19A24FC6C11}"/>
          </ac:spMkLst>
        </pc:spChg>
        <pc:spChg chg="mod">
          <ac:chgData name="한나 조" userId="65a288ce2c9026c1" providerId="LiveId" clId="{C15A6EEB-526C-46C9-82AA-A02ABBD41001}" dt="2026-06-29T06:11:45.939" v="4625" actId="1036"/>
          <ac:spMkLst>
            <pc:docMk/>
            <pc:sldMk cId="273690203" sldId="1979"/>
            <ac:spMk id="224" creationId="{A9DB8CEF-CD0D-2FA6-5E0F-83CCAD3B4DA4}"/>
          </ac:spMkLst>
        </pc:spChg>
        <pc:spChg chg="add mod">
          <ac:chgData name="한나 조" userId="65a288ce2c9026c1" providerId="LiveId" clId="{C15A6EEB-526C-46C9-82AA-A02ABBD41001}" dt="2026-06-29T06:11:57.022" v="4631" actId="20577"/>
          <ac:spMkLst>
            <pc:docMk/>
            <pc:sldMk cId="273690203" sldId="1979"/>
            <ac:spMk id="225" creationId="{5500CBC5-9174-1C4A-1E51-82EB15F9468A}"/>
          </ac:spMkLst>
        </pc:spChg>
        <pc:grpChg chg="mod">
          <ac:chgData name="한나 조" userId="65a288ce2c9026c1" providerId="LiveId" clId="{C15A6EEB-526C-46C9-82AA-A02ABBD41001}" dt="2026-06-29T02:36:08.441" v="672" actId="1036"/>
          <ac:grpSpMkLst>
            <pc:docMk/>
            <pc:sldMk cId="273690203" sldId="1979"/>
            <ac:grpSpMk id="13" creationId="{5D77389F-74C3-BEBD-E208-206EC0E393D4}"/>
          </ac:grpSpMkLst>
        </pc:grpChg>
        <pc:grpChg chg="add mod">
          <ac:chgData name="한나 조" userId="65a288ce2c9026c1" providerId="LiveId" clId="{C15A6EEB-526C-46C9-82AA-A02ABBD41001}" dt="2026-06-29T07:42:32.631" v="5145"/>
          <ac:grpSpMkLst>
            <pc:docMk/>
            <pc:sldMk cId="273690203" sldId="1979"/>
            <ac:grpSpMk id="15" creationId="{9D06C0BD-51C3-64C2-10E0-BF6F4F2F61A3}"/>
          </ac:grpSpMkLst>
        </pc:grpChg>
        <pc:grpChg chg="mod">
          <ac:chgData name="한나 조" userId="65a288ce2c9026c1" providerId="LiveId" clId="{C15A6EEB-526C-46C9-82AA-A02ABBD41001}" dt="2026-06-29T02:36:08.441" v="672" actId="1036"/>
          <ac:grpSpMkLst>
            <pc:docMk/>
            <pc:sldMk cId="273690203" sldId="1979"/>
            <ac:grpSpMk id="22" creationId="{92676550-D73C-47DB-3B49-878A31255430}"/>
          </ac:grpSpMkLst>
        </pc:grpChg>
        <pc:grpChg chg="mod">
          <ac:chgData name="한나 조" userId="65a288ce2c9026c1" providerId="LiveId" clId="{C15A6EEB-526C-46C9-82AA-A02ABBD41001}" dt="2026-07-02T15:50:42.912" v="21813" actId="1076"/>
          <ac:grpSpMkLst>
            <pc:docMk/>
            <pc:sldMk cId="273690203" sldId="1979"/>
            <ac:grpSpMk id="60" creationId="{6CD80D06-220F-CEC3-9A08-2433BA5335FB}"/>
          </ac:grpSpMkLst>
        </pc:grpChg>
        <pc:grpChg chg="add mod">
          <ac:chgData name="한나 조" userId="65a288ce2c9026c1" providerId="LiveId" clId="{C15A6EEB-526C-46C9-82AA-A02ABBD41001}" dt="2026-06-29T02:35:56.685" v="668" actId="1036"/>
          <ac:grpSpMkLst>
            <pc:docMk/>
            <pc:sldMk cId="273690203" sldId="1979"/>
            <ac:grpSpMk id="171" creationId="{8C4110ED-FEC7-6868-30EB-930DCE325C5F}"/>
          </ac:grpSpMkLst>
        </pc:grpChg>
        <pc:grpChg chg="add del mod">
          <ac:chgData name="한나 조" userId="65a288ce2c9026c1" providerId="LiveId" clId="{C15A6EEB-526C-46C9-82AA-A02ABBD41001}" dt="2026-07-02T15:49:33.116" v="21797" actId="1076"/>
          <ac:grpSpMkLst>
            <pc:docMk/>
            <pc:sldMk cId="273690203" sldId="1979"/>
            <ac:grpSpMk id="205" creationId="{F2E86933-2AD8-796E-6D1F-49CE72A299FD}"/>
          </ac:grpSpMkLst>
        </pc:grpChg>
        <pc:graphicFrameChg chg="mod modGraphic">
          <ac:chgData name="한나 조" userId="65a288ce2c9026c1" providerId="LiveId" clId="{C15A6EEB-526C-46C9-82AA-A02ABBD41001}" dt="2026-07-03T03:12:02.210" v="23715" actId="20577"/>
          <ac:graphicFrameMkLst>
            <pc:docMk/>
            <pc:sldMk cId="273690203" sldId="1979"/>
            <ac:graphicFrameMk id="8" creationId="{FE05DD2A-03B4-8DEA-E56B-60A18300C887}"/>
          </ac:graphicFrameMkLst>
        </pc:graphicFrameChg>
        <pc:picChg chg="mod">
          <ac:chgData name="한나 조" userId="65a288ce2c9026c1" providerId="LiveId" clId="{C15A6EEB-526C-46C9-82AA-A02ABBD41001}" dt="2026-06-29T07:42:32.631" v="5145"/>
          <ac:picMkLst>
            <pc:docMk/>
            <pc:sldMk cId="273690203" sldId="1979"/>
            <ac:picMk id="17" creationId="{B1425FFC-8C9A-7FCB-F8E0-BC2601AA4AE5}"/>
          </ac:picMkLst>
        </pc:picChg>
        <pc:picChg chg="mod">
          <ac:chgData name="한나 조" userId="65a288ce2c9026c1" providerId="LiveId" clId="{C15A6EEB-526C-46C9-82AA-A02ABBD41001}" dt="2026-06-29T07:42:32.631" v="5145"/>
          <ac:picMkLst>
            <pc:docMk/>
            <pc:sldMk cId="273690203" sldId="1979"/>
            <ac:picMk id="21" creationId="{FFD2DB7A-5220-48A2-1B08-2A54CFD590CF}"/>
          </ac:picMkLst>
        </pc:picChg>
        <pc:picChg chg="mod">
          <ac:chgData name="한나 조" userId="65a288ce2c9026c1" providerId="LiveId" clId="{C15A6EEB-526C-46C9-82AA-A02ABBD41001}" dt="2026-06-29T07:42:32.631" v="5145"/>
          <ac:picMkLst>
            <pc:docMk/>
            <pc:sldMk cId="273690203" sldId="1979"/>
            <ac:picMk id="27" creationId="{C3F5B761-4D3C-57B5-4B0A-A1FD341D05D9}"/>
          </ac:picMkLst>
        </pc:picChg>
        <pc:cxnChg chg="add mod">
          <ac:chgData name="한나 조" userId="65a288ce2c9026c1" providerId="LiveId" clId="{C15A6EEB-526C-46C9-82AA-A02ABBD41001}" dt="2026-06-29T02:59:06.920" v="999" actId="1076"/>
          <ac:cxnSpMkLst>
            <pc:docMk/>
            <pc:sldMk cId="273690203" sldId="1979"/>
            <ac:cxnSpMk id="193" creationId="{7D1B2DF2-9EB5-2797-1072-2C24F1322EEB}"/>
          </ac:cxnSpMkLst>
        </pc:cxnChg>
      </pc:sldChg>
      <pc:sldChg chg="addSp delSp modSp add mod modClrScheme chgLayout">
        <pc:chgData name="한나 조" userId="65a288ce2c9026c1" providerId="LiveId" clId="{C15A6EEB-526C-46C9-82AA-A02ABBD41001}" dt="2026-07-03T03:15:27.100" v="23784"/>
        <pc:sldMkLst>
          <pc:docMk/>
          <pc:sldMk cId="2096306972" sldId="1980"/>
        </pc:sldMkLst>
        <pc:spChg chg="mod">
          <ac:chgData name="한나 조" userId="65a288ce2c9026c1" providerId="LiveId" clId="{C15A6EEB-526C-46C9-82AA-A02ABBD41001}" dt="2026-06-26T08:48:02.601" v="419" actId="20577"/>
          <ac:spMkLst>
            <pc:docMk/>
            <pc:sldMk cId="2096306972" sldId="1980"/>
            <ac:spMk id="2" creationId="{283E8FAB-80EF-1CF4-E6D3-15DCFBECBD08}"/>
          </ac:spMkLst>
        </pc:spChg>
        <pc:spChg chg="mod">
          <ac:chgData name="한나 조" userId="65a288ce2c9026c1" providerId="LiveId" clId="{C15A6EEB-526C-46C9-82AA-A02ABBD41001}" dt="2026-06-26T08:47:56.547" v="384"/>
          <ac:spMkLst>
            <pc:docMk/>
            <pc:sldMk cId="2096306972" sldId="1980"/>
            <ac:spMk id="3" creationId="{0109861D-463B-538D-B617-F7FD447501C6}"/>
          </ac:spMkLst>
        </pc:spChg>
        <pc:spChg chg="mod">
          <ac:chgData name="한나 조" userId="65a288ce2c9026c1" providerId="LiveId" clId="{C15A6EEB-526C-46C9-82AA-A02ABBD41001}" dt="2026-07-01T07:43:29.797" v="18917"/>
          <ac:spMkLst>
            <pc:docMk/>
            <pc:sldMk cId="2096306972" sldId="1980"/>
            <ac:spMk id="4" creationId="{26FBCB07-0FAB-EBB6-AC39-3CF22EEBD8D1}"/>
          </ac:spMkLst>
        </pc:spChg>
        <pc:spChg chg="add mod ord">
          <ac:chgData name="한나 조" userId="65a288ce2c9026c1" providerId="LiveId" clId="{C15A6EEB-526C-46C9-82AA-A02ABBD41001}" dt="2026-06-29T06:21:45.510" v="4840" actId="1037"/>
          <ac:spMkLst>
            <pc:docMk/>
            <pc:sldMk cId="2096306972" sldId="1980"/>
            <ac:spMk id="7" creationId="{0530BBB6-4A74-5F38-16E7-B165A9BCA9D1}"/>
          </ac:spMkLst>
        </pc:spChg>
        <pc:spChg chg="mod">
          <ac:chgData name="한나 조" userId="65a288ce2c9026c1" providerId="LiveId" clId="{C15A6EEB-526C-46C9-82AA-A02ABBD41001}" dt="2026-07-03T03:13:27.231" v="23733" actId="1036"/>
          <ac:spMkLst>
            <pc:docMk/>
            <pc:sldMk cId="2096306972" sldId="1980"/>
            <ac:spMk id="9" creationId="{D973673C-9FAC-6493-3627-7944482C1467}"/>
          </ac:spMkLst>
        </pc:spChg>
        <pc:spChg chg="mod">
          <ac:chgData name="한나 조" userId="65a288ce2c9026c1" providerId="LiveId" clId="{C15A6EEB-526C-46C9-82AA-A02ABBD41001}" dt="2026-07-03T03:13:40.049" v="23735" actId="14100"/>
          <ac:spMkLst>
            <pc:docMk/>
            <pc:sldMk cId="2096306972" sldId="1980"/>
            <ac:spMk id="10" creationId="{A64A07F8-6E08-BB57-A5E8-17432505E27D}"/>
          </ac:spMkLst>
        </pc:spChg>
        <pc:spChg chg="add mod">
          <ac:chgData name="한나 조" userId="65a288ce2c9026c1" providerId="LiveId" clId="{C15A6EEB-526C-46C9-82AA-A02ABBD41001}" dt="2026-06-30T02:49:46.013" v="6321" actId="20577"/>
          <ac:spMkLst>
            <pc:docMk/>
            <pc:sldMk cId="2096306972" sldId="1980"/>
            <ac:spMk id="14" creationId="{5E88A7F5-E9EC-9175-3B6C-7E7E11612A9E}"/>
          </ac:spMkLst>
        </pc:spChg>
        <pc:spChg chg="mod">
          <ac:chgData name="한나 조" userId="65a288ce2c9026c1" providerId="LiveId" clId="{C15A6EEB-526C-46C9-82AA-A02ABBD41001}" dt="2026-07-03T03:14:37.009" v="23738" actId="1076"/>
          <ac:spMkLst>
            <pc:docMk/>
            <pc:sldMk cId="2096306972" sldId="1980"/>
            <ac:spMk id="15" creationId="{53926C7E-91EE-3CDB-589E-9522D88BDA10}"/>
          </ac:spMkLst>
        </pc:spChg>
        <pc:spChg chg="add mod ord">
          <ac:chgData name="한나 조" userId="65a288ce2c9026c1" providerId="LiveId" clId="{C15A6EEB-526C-46C9-82AA-A02ABBD41001}" dt="2026-06-30T03:14:45.534" v="6521" actId="167"/>
          <ac:spMkLst>
            <pc:docMk/>
            <pc:sldMk cId="2096306972" sldId="1980"/>
            <ac:spMk id="16" creationId="{B49E786A-6967-0BD9-8E1D-FC842A95E878}"/>
          </ac:spMkLst>
        </pc:spChg>
        <pc:spChg chg="mod">
          <ac:chgData name="한나 조" userId="65a288ce2c9026c1" providerId="LiveId" clId="{C15A6EEB-526C-46C9-82AA-A02ABBD41001}" dt="2026-06-26T08:44:27.802" v="298" actId="164"/>
          <ac:spMkLst>
            <pc:docMk/>
            <pc:sldMk cId="2096306972" sldId="1980"/>
            <ac:spMk id="17" creationId="{213525FC-80A3-2423-73A5-13F03E3FC98A}"/>
          </ac:spMkLst>
        </pc:spChg>
        <pc:spChg chg="add mod ord">
          <ac:chgData name="한나 조" userId="65a288ce2c9026c1" providerId="LiveId" clId="{C15A6EEB-526C-46C9-82AA-A02ABBD41001}" dt="2026-06-30T03:14:45.534" v="6521" actId="167"/>
          <ac:spMkLst>
            <pc:docMk/>
            <pc:sldMk cId="2096306972" sldId="1980"/>
            <ac:spMk id="18" creationId="{DA025AE1-CF88-9234-26D3-6DDD73410BA2}"/>
          </ac:spMkLst>
        </pc:spChg>
        <pc:spChg chg="add mod ord">
          <ac:chgData name="한나 조" userId="65a288ce2c9026c1" providerId="LiveId" clId="{C15A6EEB-526C-46C9-82AA-A02ABBD41001}" dt="2026-06-30T03:14:45.534" v="6521" actId="167"/>
          <ac:spMkLst>
            <pc:docMk/>
            <pc:sldMk cId="2096306972" sldId="1980"/>
            <ac:spMk id="19" creationId="{E79BC09C-ED71-DDF4-85A8-5C5DD4FB35D7}"/>
          </ac:spMkLst>
        </pc:spChg>
        <pc:spChg chg="add mod">
          <ac:chgData name="한나 조" userId="65a288ce2c9026c1" providerId="LiveId" clId="{C15A6EEB-526C-46C9-82AA-A02ABBD41001}" dt="2026-07-03T03:13:27.231" v="23733" actId="1036"/>
          <ac:spMkLst>
            <pc:docMk/>
            <pc:sldMk cId="2096306972" sldId="1980"/>
            <ac:spMk id="27" creationId="{C91EF6F0-9FDA-2F59-81ED-95B2B70983B9}"/>
          </ac:spMkLst>
        </pc:spChg>
        <pc:spChg chg="mod topLvl">
          <ac:chgData name="한나 조" userId="65a288ce2c9026c1" providerId="LiveId" clId="{C15A6EEB-526C-46C9-82AA-A02ABBD41001}" dt="2026-06-26T08:47:24.570" v="363" actId="164"/>
          <ac:spMkLst>
            <pc:docMk/>
            <pc:sldMk cId="2096306972" sldId="1980"/>
            <ac:spMk id="29" creationId="{AC0C97AE-C261-1956-53CD-CA21A57D504F}"/>
          </ac:spMkLst>
        </pc:spChg>
        <pc:spChg chg="add mod">
          <ac:chgData name="한나 조" userId="65a288ce2c9026c1" providerId="LiveId" clId="{C15A6EEB-526C-46C9-82AA-A02ABBD41001}" dt="2026-07-02T16:21:05.479" v="22536" actId="20577"/>
          <ac:spMkLst>
            <pc:docMk/>
            <pc:sldMk cId="2096306972" sldId="1980"/>
            <ac:spMk id="30" creationId="{F3734275-A3E7-07DE-BB7B-3DCB0886BDFF}"/>
          </ac:spMkLst>
        </pc:spChg>
        <pc:spChg chg="add mod">
          <ac:chgData name="한나 조" userId="65a288ce2c9026c1" providerId="LiveId" clId="{C15A6EEB-526C-46C9-82AA-A02ABBD41001}" dt="2026-07-02T16:21:26.368" v="22541"/>
          <ac:spMkLst>
            <pc:docMk/>
            <pc:sldMk cId="2096306972" sldId="1980"/>
            <ac:spMk id="31" creationId="{F7404D1E-6A32-41CF-1316-894332BEC72D}"/>
          </ac:spMkLst>
        </pc:spChg>
        <pc:spChg chg="add mod">
          <ac:chgData name="한나 조" userId="65a288ce2c9026c1" providerId="LiveId" clId="{C15A6EEB-526C-46C9-82AA-A02ABBD41001}" dt="2026-07-02T16:23:18.131" v="22643" actId="14100"/>
          <ac:spMkLst>
            <pc:docMk/>
            <pc:sldMk cId="2096306972" sldId="1980"/>
            <ac:spMk id="32" creationId="{228D49B9-C1E7-6D6C-8DB1-663972B84B36}"/>
          </ac:spMkLst>
        </pc:spChg>
        <pc:spChg chg="add mod">
          <ac:chgData name="한나 조" userId="65a288ce2c9026c1" providerId="LiveId" clId="{C15A6EEB-526C-46C9-82AA-A02ABBD41001}" dt="2026-07-02T16:23:22.754" v="22644" actId="1076"/>
          <ac:spMkLst>
            <pc:docMk/>
            <pc:sldMk cId="2096306972" sldId="1980"/>
            <ac:spMk id="33" creationId="{7DB3DB15-DAEB-DF86-F3E0-56D3EE4C37CE}"/>
          </ac:spMkLst>
        </pc:spChg>
        <pc:spChg chg="add mod">
          <ac:chgData name="한나 조" userId="65a288ce2c9026c1" providerId="LiveId" clId="{C15A6EEB-526C-46C9-82AA-A02ABBD41001}" dt="2026-07-02T16:23:22.754" v="22644" actId="1076"/>
          <ac:spMkLst>
            <pc:docMk/>
            <pc:sldMk cId="2096306972" sldId="1980"/>
            <ac:spMk id="34" creationId="{8B3CBA87-3175-5A78-7CA5-3A7D985068C6}"/>
          </ac:spMkLst>
        </pc:spChg>
        <pc:spChg chg="add mod">
          <ac:chgData name="한나 조" userId="65a288ce2c9026c1" providerId="LiveId" clId="{C15A6EEB-526C-46C9-82AA-A02ABBD41001}" dt="2026-07-02T16:27:41.292" v="22651" actId="20577"/>
          <ac:spMkLst>
            <pc:docMk/>
            <pc:sldMk cId="2096306972" sldId="1980"/>
            <ac:spMk id="35" creationId="{F9CCD789-F397-3B1F-87ED-265EE242FC2F}"/>
          </ac:spMkLst>
        </pc:spChg>
        <pc:spChg chg="add mod">
          <ac:chgData name="한나 조" userId="65a288ce2c9026c1" providerId="LiveId" clId="{C15A6EEB-526C-46C9-82AA-A02ABBD41001}" dt="2026-07-03T03:14:49.247" v="23741" actId="1076"/>
          <ac:spMkLst>
            <pc:docMk/>
            <pc:sldMk cId="2096306972" sldId="1980"/>
            <ac:spMk id="36" creationId="{9BAA260F-D184-433D-D62C-1C0FD4948F0B}"/>
          </ac:spMkLst>
        </pc:spChg>
        <pc:spChg chg="add mod">
          <ac:chgData name="한나 조" userId="65a288ce2c9026c1" providerId="LiveId" clId="{C15A6EEB-526C-46C9-82AA-A02ABBD41001}" dt="2026-07-03T03:14:49.247" v="23741" actId="1076"/>
          <ac:spMkLst>
            <pc:docMk/>
            <pc:sldMk cId="2096306972" sldId="1980"/>
            <ac:spMk id="37" creationId="{95EEB567-34C3-E4F2-4974-CD838C59E8DE}"/>
          </ac:spMkLst>
        </pc:spChg>
        <pc:spChg chg="add mod topLvl">
          <ac:chgData name="한나 조" userId="65a288ce2c9026c1" providerId="LiveId" clId="{C15A6EEB-526C-46C9-82AA-A02ABBD41001}" dt="2026-06-26T08:44:27.802" v="298" actId="164"/>
          <ac:spMkLst>
            <pc:docMk/>
            <pc:sldMk cId="2096306972" sldId="1980"/>
            <ac:spMk id="47" creationId="{01958A86-BC6D-F48A-F2AA-7BF7F8A1129C}"/>
          </ac:spMkLst>
        </pc:spChg>
        <pc:spChg chg="add mod topLvl">
          <ac:chgData name="한나 조" userId="65a288ce2c9026c1" providerId="LiveId" clId="{C15A6EEB-526C-46C9-82AA-A02ABBD41001}" dt="2026-07-03T03:13:27.231" v="23733" actId="1036"/>
          <ac:spMkLst>
            <pc:docMk/>
            <pc:sldMk cId="2096306972" sldId="1980"/>
            <ac:spMk id="50" creationId="{04039981-D44F-02B8-8BE7-38B42A3809DE}"/>
          </ac:spMkLst>
        </pc:spChg>
        <pc:spChg chg="add mod topLvl">
          <ac:chgData name="한나 조" userId="65a288ce2c9026c1" providerId="LiveId" clId="{C15A6EEB-526C-46C9-82AA-A02ABBD41001}" dt="2026-07-03T03:15:21.788" v="23783" actId="20577"/>
          <ac:spMkLst>
            <pc:docMk/>
            <pc:sldMk cId="2096306972" sldId="1980"/>
            <ac:spMk id="51" creationId="{3E5F85CD-5E79-8D0B-073E-588B4A9606C1}"/>
          </ac:spMkLst>
        </pc:spChg>
        <pc:spChg chg="mod">
          <ac:chgData name="한나 조" userId="65a288ce2c9026c1" providerId="LiveId" clId="{C15A6EEB-526C-46C9-82AA-A02ABBD41001}" dt="2026-06-26T08:43:29.369" v="285" actId="164"/>
          <ac:spMkLst>
            <pc:docMk/>
            <pc:sldMk cId="2096306972" sldId="1980"/>
            <ac:spMk id="55" creationId="{4C07D7D5-83C5-ABE0-1B1E-45D2A88DBF11}"/>
          </ac:spMkLst>
        </pc:spChg>
        <pc:spChg chg="add mod">
          <ac:chgData name="한나 조" userId="65a288ce2c9026c1" providerId="LiveId" clId="{C15A6EEB-526C-46C9-82AA-A02ABBD41001}" dt="2026-06-29T04:00:47.628" v="3453" actId="20577"/>
          <ac:spMkLst>
            <pc:docMk/>
            <pc:sldMk cId="2096306972" sldId="1980"/>
            <ac:spMk id="58" creationId="{A84F8995-E4AE-89B9-EFFC-771C4CC979DC}"/>
          </ac:spMkLst>
        </pc:spChg>
        <pc:spChg chg="add mod">
          <ac:chgData name="한나 조" userId="65a288ce2c9026c1" providerId="LiveId" clId="{C15A6EEB-526C-46C9-82AA-A02ABBD41001}" dt="2026-06-29T08:27:50.959" v="5529" actId="20577"/>
          <ac:spMkLst>
            <pc:docMk/>
            <pc:sldMk cId="2096306972" sldId="1980"/>
            <ac:spMk id="59" creationId="{7819C617-F2AB-35C4-71FD-8E6113A9A7C8}"/>
          </ac:spMkLst>
        </pc:spChg>
        <pc:spChg chg="mod">
          <ac:chgData name="한나 조" userId="65a288ce2c9026c1" providerId="LiveId" clId="{C15A6EEB-526C-46C9-82AA-A02ABBD41001}" dt="2026-06-29T08:28:22.835" v="5544" actId="20577"/>
          <ac:spMkLst>
            <pc:docMk/>
            <pc:sldMk cId="2096306972" sldId="1980"/>
            <ac:spMk id="60" creationId="{C5BD589F-EB9A-CC2A-3206-6F323B9440F5}"/>
          </ac:spMkLst>
        </pc:spChg>
        <pc:spChg chg="add mod">
          <ac:chgData name="한나 조" userId="65a288ce2c9026c1" providerId="LiveId" clId="{C15A6EEB-526C-46C9-82AA-A02ABBD41001}" dt="2026-06-29T04:00:27.058" v="3443"/>
          <ac:spMkLst>
            <pc:docMk/>
            <pc:sldMk cId="2096306972" sldId="1980"/>
            <ac:spMk id="129" creationId="{49F6E4C5-BFF5-545A-02DF-B8F4F3EBAB07}"/>
          </ac:spMkLst>
        </pc:spChg>
        <pc:spChg chg="add mod">
          <ac:chgData name="한나 조" userId="65a288ce2c9026c1" providerId="LiveId" clId="{C15A6EEB-526C-46C9-82AA-A02ABBD41001}" dt="2026-06-26T08:47:24.570" v="363" actId="164"/>
          <ac:spMkLst>
            <pc:docMk/>
            <pc:sldMk cId="2096306972" sldId="1980"/>
            <ac:spMk id="130" creationId="{AB759AAF-F1E4-1DF4-6D97-FFD91F39341B}"/>
          </ac:spMkLst>
        </pc:spChg>
        <pc:spChg chg="add mod">
          <ac:chgData name="한나 조" userId="65a288ce2c9026c1" providerId="LiveId" clId="{C15A6EEB-526C-46C9-82AA-A02ABBD41001}" dt="2026-06-29T04:00:21.820" v="3442"/>
          <ac:spMkLst>
            <pc:docMk/>
            <pc:sldMk cId="2096306972" sldId="1980"/>
            <ac:spMk id="131" creationId="{34167F88-F628-1CCF-899B-9EDFA64302C7}"/>
          </ac:spMkLst>
        </pc:spChg>
        <pc:spChg chg="mod ord">
          <ac:chgData name="한나 조" userId="65a288ce2c9026c1" providerId="LiveId" clId="{C15A6EEB-526C-46C9-82AA-A02ABBD41001}" dt="2026-06-29T03:59:19.010" v="3430" actId="166"/>
          <ac:spMkLst>
            <pc:docMk/>
            <pc:sldMk cId="2096306972" sldId="1980"/>
            <ac:spMk id="135" creationId="{0989AE81-274D-2316-CB1D-84733A4089BF}"/>
          </ac:spMkLst>
        </pc:spChg>
        <pc:spChg chg="mod ord">
          <ac:chgData name="한나 조" userId="65a288ce2c9026c1" providerId="LiveId" clId="{C15A6EEB-526C-46C9-82AA-A02ABBD41001}" dt="2026-07-03T03:13:32.366" v="23734" actId="1076"/>
          <ac:spMkLst>
            <pc:docMk/>
            <pc:sldMk cId="2096306972" sldId="1980"/>
            <ac:spMk id="138" creationId="{D38AF696-19D8-5F9F-261E-E21D6AA07609}"/>
          </ac:spMkLst>
        </pc:spChg>
        <pc:spChg chg="mod">
          <ac:chgData name="한나 조" userId="65a288ce2c9026c1" providerId="LiveId" clId="{C15A6EEB-526C-46C9-82AA-A02ABBD41001}" dt="2026-06-29T02:43:54.089" v="815"/>
          <ac:spMkLst>
            <pc:docMk/>
            <pc:sldMk cId="2096306972" sldId="1980"/>
            <ac:spMk id="169" creationId="{F2561E4A-C6BC-7ABB-7155-F0727FD88A33}"/>
          </ac:spMkLst>
        </pc:spChg>
        <pc:spChg chg="mod">
          <ac:chgData name="한나 조" userId="65a288ce2c9026c1" providerId="LiveId" clId="{C15A6EEB-526C-46C9-82AA-A02ABBD41001}" dt="2026-06-29T02:43:54.089" v="815"/>
          <ac:spMkLst>
            <pc:docMk/>
            <pc:sldMk cId="2096306972" sldId="1980"/>
            <ac:spMk id="170" creationId="{9654A47A-32F0-A2AB-205D-E0867EBEFFBC}"/>
          </ac:spMkLst>
        </pc:spChg>
        <pc:spChg chg="mod">
          <ac:chgData name="한나 조" userId="65a288ce2c9026c1" providerId="LiveId" clId="{C15A6EEB-526C-46C9-82AA-A02ABBD41001}" dt="2026-06-29T02:43:54.089" v="815"/>
          <ac:spMkLst>
            <pc:docMk/>
            <pc:sldMk cId="2096306972" sldId="1980"/>
            <ac:spMk id="173" creationId="{C76191AB-094D-69D1-D2FB-8CEBF753FBD6}"/>
          </ac:spMkLst>
        </pc:spChg>
        <pc:spChg chg="mod">
          <ac:chgData name="한나 조" userId="65a288ce2c9026c1" providerId="LiveId" clId="{C15A6EEB-526C-46C9-82AA-A02ABBD41001}" dt="2026-06-29T02:43:54.089" v="815"/>
          <ac:spMkLst>
            <pc:docMk/>
            <pc:sldMk cId="2096306972" sldId="1980"/>
            <ac:spMk id="177" creationId="{751B7FD9-ED47-4FB0-A009-1EE3E0552D9F}"/>
          </ac:spMkLst>
        </pc:spChg>
        <pc:spChg chg="mod">
          <ac:chgData name="한나 조" userId="65a288ce2c9026c1" providerId="LiveId" clId="{C15A6EEB-526C-46C9-82AA-A02ABBD41001}" dt="2026-06-29T02:43:54.089" v="815"/>
          <ac:spMkLst>
            <pc:docMk/>
            <pc:sldMk cId="2096306972" sldId="1980"/>
            <ac:spMk id="179" creationId="{82116035-17B7-1BF7-B481-1C53BEB9346E}"/>
          </ac:spMkLst>
        </pc:spChg>
        <pc:spChg chg="mod">
          <ac:chgData name="한나 조" userId="65a288ce2c9026c1" providerId="LiveId" clId="{C15A6EEB-526C-46C9-82AA-A02ABBD41001}" dt="2026-06-29T02:43:54.089" v="815"/>
          <ac:spMkLst>
            <pc:docMk/>
            <pc:sldMk cId="2096306972" sldId="1980"/>
            <ac:spMk id="181" creationId="{DD9C98EA-D494-9478-5825-DAB2B9AB615F}"/>
          </ac:spMkLst>
        </pc:spChg>
        <pc:spChg chg="mod">
          <ac:chgData name="한나 조" userId="65a288ce2c9026c1" providerId="LiveId" clId="{C15A6EEB-526C-46C9-82AA-A02ABBD41001}" dt="2026-06-29T02:43:54.089" v="815"/>
          <ac:spMkLst>
            <pc:docMk/>
            <pc:sldMk cId="2096306972" sldId="1980"/>
            <ac:spMk id="191" creationId="{B2949E54-F454-9FB2-D178-85EB620D313C}"/>
          </ac:spMkLst>
        </pc:spChg>
        <pc:spChg chg="mod">
          <ac:chgData name="한나 조" userId="65a288ce2c9026c1" providerId="LiveId" clId="{C15A6EEB-526C-46C9-82AA-A02ABBD41001}" dt="2026-06-29T02:43:54.089" v="815"/>
          <ac:spMkLst>
            <pc:docMk/>
            <pc:sldMk cId="2096306972" sldId="1980"/>
            <ac:spMk id="193" creationId="{EF8E201F-6E2A-6D5F-DE97-F2FAA654A536}"/>
          </ac:spMkLst>
        </pc:spChg>
        <pc:spChg chg="mod">
          <ac:chgData name="한나 조" userId="65a288ce2c9026c1" providerId="LiveId" clId="{C15A6EEB-526C-46C9-82AA-A02ABBD41001}" dt="2026-06-29T02:43:54.089" v="815"/>
          <ac:spMkLst>
            <pc:docMk/>
            <pc:sldMk cId="2096306972" sldId="1980"/>
            <ac:spMk id="202" creationId="{879FB8D8-7DA1-8720-9BDC-45A5F7C3F964}"/>
          </ac:spMkLst>
        </pc:spChg>
        <pc:spChg chg="mod">
          <ac:chgData name="한나 조" userId="65a288ce2c9026c1" providerId="LiveId" clId="{C15A6EEB-526C-46C9-82AA-A02ABBD41001}" dt="2026-06-29T02:43:54.089" v="815"/>
          <ac:spMkLst>
            <pc:docMk/>
            <pc:sldMk cId="2096306972" sldId="1980"/>
            <ac:spMk id="204" creationId="{79E341D5-FCA1-AD23-3D82-05C38FE532AA}"/>
          </ac:spMkLst>
        </pc:spChg>
        <pc:spChg chg="mod topLvl">
          <ac:chgData name="한나 조" userId="65a288ce2c9026c1" providerId="LiveId" clId="{C15A6EEB-526C-46C9-82AA-A02ABBD41001}" dt="2026-07-03T03:14:52.356" v="23747" actId="1036"/>
          <ac:spMkLst>
            <pc:docMk/>
            <pc:sldMk cId="2096306972" sldId="1980"/>
            <ac:spMk id="234" creationId="{72351E50-FBFE-C1DC-2666-6E94E54D65F2}"/>
          </ac:spMkLst>
        </pc:spChg>
        <pc:spChg chg="mod topLvl">
          <ac:chgData name="한나 조" userId="65a288ce2c9026c1" providerId="LiveId" clId="{C15A6EEB-526C-46C9-82AA-A02ABBD41001}" dt="2026-07-03T03:14:57.684" v="23748" actId="14100"/>
          <ac:spMkLst>
            <pc:docMk/>
            <pc:sldMk cId="2096306972" sldId="1980"/>
            <ac:spMk id="235" creationId="{2F6AE3E6-89B3-0D16-908D-AB2FEC4C3812}"/>
          </ac:spMkLst>
        </pc:spChg>
        <pc:spChg chg="mod">
          <ac:chgData name="한나 조" userId="65a288ce2c9026c1" providerId="LiveId" clId="{C15A6EEB-526C-46C9-82AA-A02ABBD41001}" dt="2026-07-03T03:14:52.356" v="23747" actId="1036"/>
          <ac:spMkLst>
            <pc:docMk/>
            <pc:sldMk cId="2096306972" sldId="1980"/>
            <ac:spMk id="237" creationId="{50FA526E-8B3D-E969-5776-42B2AD1815D2}"/>
          </ac:spMkLst>
        </pc:spChg>
        <pc:spChg chg="mod topLvl">
          <ac:chgData name="한나 조" userId="65a288ce2c9026c1" providerId="LiveId" clId="{C15A6EEB-526C-46C9-82AA-A02ABBD41001}" dt="2026-07-03T03:15:27.100" v="23784"/>
          <ac:spMkLst>
            <pc:docMk/>
            <pc:sldMk cId="2096306972" sldId="1980"/>
            <ac:spMk id="242" creationId="{5E81572B-A761-5D23-652A-04FA14CA1CEB}"/>
          </ac:spMkLst>
        </pc:spChg>
        <pc:spChg chg="mod">
          <ac:chgData name="한나 조" userId="65a288ce2c9026c1" providerId="LiveId" clId="{C15A6EEB-526C-46C9-82AA-A02ABBD41001}" dt="2026-06-29T04:00:36.804" v="3447"/>
          <ac:spMkLst>
            <pc:docMk/>
            <pc:sldMk cId="2096306972" sldId="1980"/>
            <ac:spMk id="244" creationId="{6B42A8FE-0443-3B8D-AE55-3A95485E1649}"/>
          </ac:spMkLst>
        </pc:spChg>
        <pc:spChg chg="mod">
          <ac:chgData name="한나 조" userId="65a288ce2c9026c1" providerId="LiveId" clId="{C15A6EEB-526C-46C9-82AA-A02ABBD41001}" dt="2026-06-29T04:00:36.804" v="3447"/>
          <ac:spMkLst>
            <pc:docMk/>
            <pc:sldMk cId="2096306972" sldId="1980"/>
            <ac:spMk id="245" creationId="{42A95F2C-51C4-7224-FF56-1F8D42E2D82A}"/>
          </ac:spMkLst>
        </pc:spChg>
        <pc:spChg chg="mod">
          <ac:chgData name="한나 조" userId="65a288ce2c9026c1" providerId="LiveId" clId="{C15A6EEB-526C-46C9-82AA-A02ABBD41001}" dt="2026-06-29T04:00:36.804" v="3447"/>
          <ac:spMkLst>
            <pc:docMk/>
            <pc:sldMk cId="2096306972" sldId="1980"/>
            <ac:spMk id="246" creationId="{40F618CF-5D56-D809-CBA7-AC4FED0E7ACB}"/>
          </ac:spMkLst>
        </pc:spChg>
        <pc:spChg chg="mod">
          <ac:chgData name="한나 조" userId="65a288ce2c9026c1" providerId="LiveId" clId="{C15A6EEB-526C-46C9-82AA-A02ABBD41001}" dt="2026-06-29T04:00:37.862" v="3448" actId="21"/>
          <ac:spMkLst>
            <pc:docMk/>
            <pc:sldMk cId="2096306972" sldId="1980"/>
            <ac:spMk id="247" creationId="{A0FDBBCD-6D7C-9EE2-5837-191ED9180FBD}"/>
          </ac:spMkLst>
        </pc:spChg>
        <pc:spChg chg="mod">
          <ac:chgData name="한나 조" userId="65a288ce2c9026c1" providerId="LiveId" clId="{C15A6EEB-526C-46C9-82AA-A02ABBD41001}" dt="2026-06-29T03:56:18.125" v="3381" actId="165"/>
          <ac:spMkLst>
            <pc:docMk/>
            <pc:sldMk cId="2096306972" sldId="1980"/>
            <ac:spMk id="248" creationId="{3444A4DC-1BF7-0454-D64E-0826BFB26074}"/>
          </ac:spMkLst>
        </pc:spChg>
        <pc:spChg chg="mod">
          <ac:chgData name="한나 조" userId="65a288ce2c9026c1" providerId="LiveId" clId="{C15A6EEB-526C-46C9-82AA-A02ABBD41001}" dt="2026-06-29T03:59:58.755" v="3441" actId="20577"/>
          <ac:spMkLst>
            <pc:docMk/>
            <pc:sldMk cId="2096306972" sldId="1980"/>
            <ac:spMk id="249" creationId="{46C48590-348B-FE63-0BE2-AF9095BA3457}"/>
          </ac:spMkLst>
        </pc:spChg>
        <pc:spChg chg="mod">
          <ac:chgData name="한나 조" userId="65a288ce2c9026c1" providerId="LiveId" clId="{C15A6EEB-526C-46C9-82AA-A02ABBD41001}" dt="2026-06-30T02:46:49.033" v="6246" actId="20577"/>
          <ac:spMkLst>
            <pc:docMk/>
            <pc:sldMk cId="2096306972" sldId="1980"/>
            <ac:spMk id="250" creationId="{082F7271-0515-B59D-DEB4-BD03B4C753DD}"/>
          </ac:spMkLst>
        </pc:spChg>
        <pc:spChg chg="mod">
          <ac:chgData name="한나 조" userId="65a288ce2c9026c1" providerId="LiveId" clId="{C15A6EEB-526C-46C9-82AA-A02ABBD41001}" dt="2026-06-29T03:56:18.125" v="3381" actId="165"/>
          <ac:spMkLst>
            <pc:docMk/>
            <pc:sldMk cId="2096306972" sldId="1980"/>
            <ac:spMk id="258" creationId="{6752C736-012F-1C27-CA4F-6BA0178EE279}"/>
          </ac:spMkLst>
        </pc:spChg>
        <pc:spChg chg="add mod">
          <ac:chgData name="한나 조" userId="65a288ce2c9026c1" providerId="LiveId" clId="{C15A6EEB-526C-46C9-82AA-A02ABBD41001}" dt="2026-06-29T04:00:36.804" v="3447"/>
          <ac:spMkLst>
            <pc:docMk/>
            <pc:sldMk cId="2096306972" sldId="1980"/>
            <ac:spMk id="273" creationId="{662B1D1E-AE27-9C4C-6735-CFE53F0C0347}"/>
          </ac:spMkLst>
        </pc:spChg>
        <pc:spChg chg="mod">
          <ac:chgData name="한나 조" userId="65a288ce2c9026c1" providerId="LiveId" clId="{C15A6EEB-526C-46C9-82AA-A02ABBD41001}" dt="2026-06-29T03:57:52.811" v="3412" actId="571"/>
          <ac:spMkLst>
            <pc:docMk/>
            <pc:sldMk cId="2096306972" sldId="1980"/>
            <ac:spMk id="275" creationId="{E0609BF5-36A9-DBFD-FA70-76348D767921}"/>
          </ac:spMkLst>
        </pc:spChg>
        <pc:spChg chg="mod">
          <ac:chgData name="한나 조" userId="65a288ce2c9026c1" providerId="LiveId" clId="{C15A6EEB-526C-46C9-82AA-A02ABBD41001}" dt="2026-06-29T04:00:33.144" v="3446"/>
          <ac:spMkLst>
            <pc:docMk/>
            <pc:sldMk cId="2096306972" sldId="1980"/>
            <ac:spMk id="276" creationId="{571A72A5-65A6-649B-0807-2E7202690362}"/>
          </ac:spMkLst>
        </pc:spChg>
        <pc:spChg chg="mod">
          <ac:chgData name="한나 조" userId="65a288ce2c9026c1" providerId="LiveId" clId="{C15A6EEB-526C-46C9-82AA-A02ABBD41001}" dt="2026-06-29T03:57:52.811" v="3412" actId="571"/>
          <ac:spMkLst>
            <pc:docMk/>
            <pc:sldMk cId="2096306972" sldId="1980"/>
            <ac:spMk id="277" creationId="{F6848901-60A4-44BF-B174-D1DE13C9CCDA}"/>
          </ac:spMkLst>
        </pc:spChg>
        <pc:spChg chg="mod">
          <ac:chgData name="한나 조" userId="65a288ce2c9026c1" providerId="LiveId" clId="{C15A6EEB-526C-46C9-82AA-A02ABBD41001}" dt="2026-06-29T04:00:39.638" v="3449"/>
          <ac:spMkLst>
            <pc:docMk/>
            <pc:sldMk cId="2096306972" sldId="1980"/>
            <ac:spMk id="278" creationId="{3C409A0E-F393-D848-46EC-E772C6DEFD49}"/>
          </ac:spMkLst>
        </pc:spChg>
        <pc:spChg chg="mod">
          <ac:chgData name="한나 조" userId="65a288ce2c9026c1" providerId="LiveId" clId="{C15A6EEB-526C-46C9-82AA-A02ABBD41001}" dt="2026-06-29T03:57:52.811" v="3412" actId="571"/>
          <ac:spMkLst>
            <pc:docMk/>
            <pc:sldMk cId="2096306972" sldId="1980"/>
            <ac:spMk id="279" creationId="{8D1987D5-73B3-BAC4-9887-1D84D86F5C47}"/>
          </ac:spMkLst>
        </pc:spChg>
        <pc:spChg chg="add mod">
          <ac:chgData name="한나 조" userId="65a288ce2c9026c1" providerId="LiveId" clId="{C15A6EEB-526C-46C9-82AA-A02ABBD41001}" dt="2026-06-29T05:23:40.634" v="3461" actId="20577"/>
          <ac:spMkLst>
            <pc:docMk/>
            <pc:sldMk cId="2096306972" sldId="1980"/>
            <ac:spMk id="280" creationId="{F17658D9-DC44-75FE-3383-DE932BECB59A}"/>
          </ac:spMkLst>
        </pc:spChg>
        <pc:spChg chg="add mod">
          <ac:chgData name="한나 조" userId="65a288ce2c9026c1" providerId="LiveId" clId="{C15A6EEB-526C-46C9-82AA-A02ABBD41001}" dt="2026-07-02T16:27:10.025" v="22645" actId="1076"/>
          <ac:spMkLst>
            <pc:docMk/>
            <pc:sldMk cId="2096306972" sldId="1980"/>
            <ac:spMk id="281" creationId="{C0B8BF18-71BA-6C37-165E-EC695E461FFB}"/>
          </ac:spMkLst>
        </pc:spChg>
        <pc:spChg chg="add mod">
          <ac:chgData name="한나 조" userId="65a288ce2c9026c1" providerId="LiveId" clId="{C15A6EEB-526C-46C9-82AA-A02ABBD41001}" dt="2026-06-29T05:56:59.533" v="4424" actId="20577"/>
          <ac:spMkLst>
            <pc:docMk/>
            <pc:sldMk cId="2096306972" sldId="1980"/>
            <ac:spMk id="282" creationId="{DC4F7D17-120B-D149-CDC5-84F504A0CE5A}"/>
          </ac:spMkLst>
        </pc:spChg>
        <pc:spChg chg="add mod">
          <ac:chgData name="한나 조" userId="65a288ce2c9026c1" providerId="LiveId" clId="{C15A6EEB-526C-46C9-82AA-A02ABBD41001}" dt="2026-06-29T05:56:57.545" v="4423" actId="20577"/>
          <ac:spMkLst>
            <pc:docMk/>
            <pc:sldMk cId="2096306972" sldId="1980"/>
            <ac:spMk id="283" creationId="{A573F214-4C36-B938-BF4C-708C34393269}"/>
          </ac:spMkLst>
        </pc:spChg>
        <pc:grpChg chg="add mod ord">
          <ac:chgData name="한나 조" userId="65a288ce2c9026c1" providerId="LiveId" clId="{C15A6EEB-526C-46C9-82AA-A02ABBD41001}" dt="2026-06-30T03:14:45.534" v="6521" actId="167"/>
          <ac:grpSpMkLst>
            <pc:docMk/>
            <pc:sldMk cId="2096306972" sldId="1980"/>
            <ac:grpSpMk id="20" creationId="{4DCB7EE4-A7A5-20FA-14F6-0BBD50A4377D}"/>
          </ac:grpSpMkLst>
        </pc:grpChg>
        <pc:grpChg chg="add mod">
          <ac:chgData name="한나 조" userId="65a288ce2c9026c1" providerId="LiveId" clId="{C15A6EEB-526C-46C9-82AA-A02ABBD41001}" dt="2026-06-26T08:47:36.538" v="365" actId="164"/>
          <ac:grpSpMkLst>
            <pc:docMk/>
            <pc:sldMk cId="2096306972" sldId="1980"/>
            <ac:grpSpMk id="61" creationId="{5C61BCAE-D8E6-1E3D-726F-1A320991AAA8}"/>
          </ac:grpSpMkLst>
        </pc:grpChg>
        <pc:grpChg chg="add mod">
          <ac:chgData name="한나 조" userId="65a288ce2c9026c1" providerId="LiveId" clId="{C15A6EEB-526C-46C9-82AA-A02ABBD41001}" dt="2026-06-26T08:47:36.538" v="365" actId="164"/>
          <ac:grpSpMkLst>
            <pc:docMk/>
            <pc:sldMk cId="2096306972" sldId="1980"/>
            <ac:grpSpMk id="62" creationId="{7D91E361-2F72-3D6C-41F7-DA1A7A17F5D4}"/>
          </ac:grpSpMkLst>
        </pc:grpChg>
        <pc:grpChg chg="add mod">
          <ac:chgData name="한나 조" userId="65a288ce2c9026c1" providerId="LiveId" clId="{C15A6EEB-526C-46C9-82AA-A02ABBD41001}" dt="2026-06-26T08:47:36.538" v="365" actId="164"/>
          <ac:grpSpMkLst>
            <pc:docMk/>
            <pc:sldMk cId="2096306972" sldId="1980"/>
            <ac:grpSpMk id="128" creationId="{A8B38022-A695-003D-9339-A41A83D0E9A6}"/>
          </ac:grpSpMkLst>
        </pc:grpChg>
        <pc:grpChg chg="add mod">
          <ac:chgData name="한나 조" userId="65a288ce2c9026c1" providerId="LiveId" clId="{C15A6EEB-526C-46C9-82AA-A02ABBD41001}" dt="2026-06-26T08:47:36.538" v="365" actId="164"/>
          <ac:grpSpMkLst>
            <pc:docMk/>
            <pc:sldMk cId="2096306972" sldId="1980"/>
            <ac:grpSpMk id="133" creationId="{DB98D99E-5A30-22E8-2C1A-8417929D7020}"/>
          </ac:grpSpMkLst>
        </pc:grpChg>
        <pc:grpChg chg="add mod ord">
          <ac:chgData name="한나 조" userId="65a288ce2c9026c1" providerId="LiveId" clId="{C15A6EEB-526C-46C9-82AA-A02ABBD41001}" dt="2026-06-29T08:28:55.973" v="5546" actId="1076"/>
          <ac:grpSpMkLst>
            <pc:docMk/>
            <pc:sldMk cId="2096306972" sldId="1980"/>
            <ac:grpSpMk id="136" creationId="{0F43A47C-690C-B17A-2A1E-383E4BAEA123}"/>
          </ac:grpSpMkLst>
        </pc:grpChg>
        <pc:grpChg chg="mod">
          <ac:chgData name="한나 조" userId="65a288ce2c9026c1" providerId="LiveId" clId="{C15A6EEB-526C-46C9-82AA-A02ABBD41001}" dt="2026-06-30T03:15:16.504" v="6533" actId="1036"/>
          <ac:grpSpMkLst>
            <pc:docMk/>
            <pc:sldMk cId="2096306972" sldId="1980"/>
            <ac:grpSpMk id="185" creationId="{3297A597-5538-E07C-CF7C-66436B132472}"/>
          </ac:grpSpMkLst>
        </pc:grpChg>
        <pc:grpChg chg="mod">
          <ac:chgData name="한나 조" userId="65a288ce2c9026c1" providerId="LiveId" clId="{C15A6EEB-526C-46C9-82AA-A02ABBD41001}" dt="2026-06-30T03:15:16.504" v="6533" actId="1036"/>
          <ac:grpSpMkLst>
            <pc:docMk/>
            <pc:sldMk cId="2096306972" sldId="1980"/>
            <ac:grpSpMk id="190" creationId="{04F7FF68-41F4-10AA-B54F-D604B0E181C8}"/>
          </ac:grpSpMkLst>
        </pc:grpChg>
        <pc:grpChg chg="add del mod">
          <ac:chgData name="한나 조" userId="65a288ce2c9026c1" providerId="LiveId" clId="{C15A6EEB-526C-46C9-82AA-A02ABBD41001}" dt="2026-06-29T04:00:36.804" v="3447"/>
          <ac:grpSpMkLst>
            <pc:docMk/>
            <pc:sldMk cId="2096306972" sldId="1980"/>
            <ac:grpSpMk id="240" creationId="{F9146242-283A-1909-7888-631F868E9715}"/>
          </ac:grpSpMkLst>
        </pc:grpChg>
        <pc:grpChg chg="add mod">
          <ac:chgData name="한나 조" userId="65a288ce2c9026c1" providerId="LiveId" clId="{C15A6EEB-526C-46C9-82AA-A02ABBD41001}" dt="2026-06-29T03:57:54.724" v="3415" actId="1035"/>
          <ac:grpSpMkLst>
            <pc:docMk/>
            <pc:sldMk cId="2096306972" sldId="1980"/>
            <ac:grpSpMk id="274" creationId="{70A735EF-CEC5-A58D-F7BC-AA4E6526B4A7}"/>
          </ac:grpSpMkLst>
        </pc:grpChg>
        <pc:graphicFrameChg chg="mod modGraphic">
          <ac:chgData name="한나 조" userId="65a288ce2c9026c1" providerId="LiveId" clId="{C15A6EEB-526C-46C9-82AA-A02ABBD41001}" dt="2026-07-02T16:30:09.649" v="22840"/>
          <ac:graphicFrameMkLst>
            <pc:docMk/>
            <pc:sldMk cId="2096306972" sldId="1980"/>
            <ac:graphicFrameMk id="8" creationId="{EDFFA9AE-D1B9-EEB8-A6E5-53399979E48E}"/>
          </ac:graphicFrameMkLst>
        </pc:graphicFrameChg>
        <pc:picChg chg="mod">
          <ac:chgData name="한나 조" userId="65a288ce2c9026c1" providerId="LiveId" clId="{C15A6EEB-526C-46C9-82AA-A02ABBD41001}" dt="2026-06-30T03:14:41.950" v="6520"/>
          <ac:picMkLst>
            <pc:docMk/>
            <pc:sldMk cId="2096306972" sldId="1980"/>
            <ac:picMk id="22" creationId="{3F929919-6F61-D936-0AFE-9A60AB01B8FD}"/>
          </ac:picMkLst>
        </pc:picChg>
        <pc:picChg chg="mod">
          <ac:chgData name="한나 조" userId="65a288ce2c9026c1" providerId="LiveId" clId="{C15A6EEB-526C-46C9-82AA-A02ABBD41001}" dt="2026-06-30T03:14:41.950" v="6520"/>
          <ac:picMkLst>
            <pc:docMk/>
            <pc:sldMk cId="2096306972" sldId="1980"/>
            <ac:picMk id="23" creationId="{42B26C21-541C-BC5F-BE23-18E1DF035D74}"/>
          </ac:picMkLst>
        </pc:picChg>
        <pc:picChg chg="mod">
          <ac:chgData name="한나 조" userId="65a288ce2c9026c1" providerId="LiveId" clId="{C15A6EEB-526C-46C9-82AA-A02ABBD41001}" dt="2026-06-30T03:14:41.950" v="6520"/>
          <ac:picMkLst>
            <pc:docMk/>
            <pc:sldMk cId="2096306972" sldId="1980"/>
            <ac:picMk id="24" creationId="{8ED02ECD-3D44-B8C1-474C-EB3DACFB96F7}"/>
          </ac:picMkLst>
        </pc:picChg>
      </pc:sldChg>
      <pc:sldChg chg="addSp delSp modSp new mod ord">
        <pc:chgData name="한나 조" userId="65a288ce2c9026c1" providerId="LiveId" clId="{C15A6EEB-526C-46C9-82AA-A02ABBD41001}" dt="2026-07-03T01:37:56.308" v="23349" actId="20577"/>
        <pc:sldMkLst>
          <pc:docMk/>
          <pc:sldMk cId="2298918141" sldId="1982"/>
        </pc:sldMkLst>
        <pc:spChg chg="add mod">
          <ac:chgData name="한나 조" userId="65a288ce2c9026c1" providerId="LiveId" clId="{C15A6EEB-526C-46C9-82AA-A02ABBD41001}" dt="2026-06-30T09:23:13.971" v="9546" actId="5793"/>
          <ac:spMkLst>
            <pc:docMk/>
            <pc:sldMk cId="2298918141" sldId="1982"/>
            <ac:spMk id="4" creationId="{33C8364A-8AA7-7455-CD0B-5EEBEFA86AEC}"/>
          </ac:spMkLst>
        </pc:spChg>
        <pc:spChg chg="add mod">
          <ac:chgData name="한나 조" userId="65a288ce2c9026c1" providerId="LiveId" clId="{C15A6EEB-526C-46C9-82AA-A02ABBD41001}" dt="2026-07-01T07:39:52.313" v="18860"/>
          <ac:spMkLst>
            <pc:docMk/>
            <pc:sldMk cId="2298918141" sldId="1982"/>
            <ac:spMk id="5" creationId="{FEE8EF48-D463-F3B9-4F2D-BE203F4EEE5A}"/>
          </ac:spMkLst>
        </pc:spChg>
        <pc:spChg chg="add mod">
          <ac:chgData name="한나 조" userId="65a288ce2c9026c1" providerId="LiveId" clId="{C15A6EEB-526C-46C9-82AA-A02ABBD41001}" dt="2026-06-30T09:23:09.846" v="9533"/>
          <ac:spMkLst>
            <pc:docMk/>
            <pc:sldMk cId="2298918141" sldId="1982"/>
            <ac:spMk id="6" creationId="{98ACA141-98E3-4D53-F423-D55A1F7B42B7}"/>
          </ac:spMkLst>
        </pc:spChg>
        <pc:spChg chg="add mod">
          <ac:chgData name="한나 조" userId="65a288ce2c9026c1" providerId="LiveId" clId="{C15A6EEB-526C-46C9-82AA-A02ABBD41001}" dt="2026-06-30T09:23:09.846" v="9533"/>
          <ac:spMkLst>
            <pc:docMk/>
            <pc:sldMk cId="2298918141" sldId="1982"/>
            <ac:spMk id="7" creationId="{21E8BE67-9DAE-E682-B879-6FC6FA3872C7}"/>
          </ac:spMkLst>
        </pc:spChg>
        <pc:spChg chg="add mod">
          <ac:chgData name="한나 조" userId="65a288ce2c9026c1" providerId="LiveId" clId="{C15A6EEB-526C-46C9-82AA-A02ABBD41001}" dt="2026-06-30T09:23:22.221" v="9562"/>
          <ac:spMkLst>
            <pc:docMk/>
            <pc:sldMk cId="2298918141" sldId="1982"/>
            <ac:spMk id="8" creationId="{BDB6FF8E-F714-9F47-7C85-A4FB9104B488}"/>
          </ac:spMkLst>
        </pc:spChg>
        <pc:spChg chg="add mod">
          <ac:chgData name="한나 조" userId="65a288ce2c9026c1" providerId="LiveId" clId="{C15A6EEB-526C-46C9-82AA-A02ABBD41001}" dt="2026-07-02T06:02:55.136" v="20109"/>
          <ac:spMkLst>
            <pc:docMk/>
            <pc:sldMk cId="2298918141" sldId="1982"/>
            <ac:spMk id="9" creationId="{0984652F-F255-135B-63C1-A648C6D69BB0}"/>
          </ac:spMkLst>
        </pc:spChg>
        <pc:spChg chg="add mod">
          <ac:chgData name="한나 조" userId="65a288ce2c9026c1" providerId="LiveId" clId="{C15A6EEB-526C-46C9-82AA-A02ABBD41001}" dt="2026-06-30T17:29:38" v="11238" actId="1076"/>
          <ac:spMkLst>
            <pc:docMk/>
            <pc:sldMk cId="2298918141" sldId="1982"/>
            <ac:spMk id="10" creationId="{3502E311-A62A-10A2-FB2E-E96ACADAEA16}"/>
          </ac:spMkLst>
        </pc:spChg>
        <pc:spChg chg="add mod">
          <ac:chgData name="한나 조" userId="65a288ce2c9026c1" providerId="LiveId" clId="{C15A6EEB-526C-46C9-82AA-A02ABBD41001}" dt="2026-06-30T17:26:25.248" v="11070"/>
          <ac:spMkLst>
            <pc:docMk/>
            <pc:sldMk cId="2298918141" sldId="1982"/>
            <ac:spMk id="11" creationId="{DD671FB5-7CD3-AB3E-BE02-5408B722AB51}"/>
          </ac:spMkLst>
        </pc:spChg>
        <pc:spChg chg="add mod">
          <ac:chgData name="한나 조" userId="65a288ce2c9026c1" providerId="LiveId" clId="{C15A6EEB-526C-46C9-82AA-A02ABBD41001}" dt="2026-06-30T17:26:16.523" v="11057"/>
          <ac:spMkLst>
            <pc:docMk/>
            <pc:sldMk cId="2298918141" sldId="1982"/>
            <ac:spMk id="12" creationId="{7DEF8556-79C7-6DCA-D1BB-949CB49C1E4F}"/>
          </ac:spMkLst>
        </pc:spChg>
        <pc:spChg chg="add mod">
          <ac:chgData name="한나 조" userId="65a288ce2c9026c1" providerId="LiveId" clId="{C15A6EEB-526C-46C9-82AA-A02ABBD41001}" dt="2026-07-02T03:14:37.741" v="19410"/>
          <ac:spMkLst>
            <pc:docMk/>
            <pc:sldMk cId="2298918141" sldId="1982"/>
            <ac:spMk id="17" creationId="{C034A494-096B-E288-B3E1-302E735755C3}"/>
          </ac:spMkLst>
        </pc:spChg>
        <pc:spChg chg="add mod">
          <ac:chgData name="한나 조" userId="65a288ce2c9026c1" providerId="LiveId" clId="{C15A6EEB-526C-46C9-82AA-A02ABBD41001}" dt="2026-06-30T17:32:50.933" v="11251" actId="1035"/>
          <ac:spMkLst>
            <pc:docMk/>
            <pc:sldMk cId="2298918141" sldId="1982"/>
            <ac:spMk id="18" creationId="{BB23413A-5FE7-894C-FC17-A5E4AB4BB893}"/>
          </ac:spMkLst>
        </pc:spChg>
        <pc:spChg chg="add mod">
          <ac:chgData name="한나 조" userId="65a288ce2c9026c1" providerId="LiveId" clId="{C15A6EEB-526C-46C9-82AA-A02ABBD41001}" dt="2026-07-02T03:05:01.666" v="19345" actId="1076"/>
          <ac:spMkLst>
            <pc:docMk/>
            <pc:sldMk cId="2298918141" sldId="1982"/>
            <ac:spMk id="19" creationId="{D55933FF-B5E9-2A64-C5CB-66BDBCA8FD8A}"/>
          </ac:spMkLst>
        </pc:spChg>
        <pc:spChg chg="add mod">
          <ac:chgData name="한나 조" userId="65a288ce2c9026c1" providerId="LiveId" clId="{C15A6EEB-526C-46C9-82AA-A02ABBD41001}" dt="2026-06-30T17:43:22.892" v="11561" actId="1076"/>
          <ac:spMkLst>
            <pc:docMk/>
            <pc:sldMk cId="2298918141" sldId="1982"/>
            <ac:spMk id="20" creationId="{78B49219-C2CD-9D41-D9E2-C6F32CBA3457}"/>
          </ac:spMkLst>
        </pc:spChg>
        <pc:spChg chg="add mod">
          <ac:chgData name="한나 조" userId="65a288ce2c9026c1" providerId="LiveId" clId="{C15A6EEB-526C-46C9-82AA-A02ABBD41001}" dt="2026-06-30T17:33:44.656" v="11260" actId="1035"/>
          <ac:spMkLst>
            <pc:docMk/>
            <pc:sldMk cId="2298918141" sldId="1982"/>
            <ac:spMk id="21" creationId="{60D62219-B30C-C9AF-CC4D-5A3C51E6A3E3}"/>
          </ac:spMkLst>
        </pc:spChg>
        <pc:spChg chg="mod topLvl">
          <ac:chgData name="한나 조" userId="65a288ce2c9026c1" providerId="LiveId" clId="{C15A6EEB-526C-46C9-82AA-A02ABBD41001}" dt="2026-07-02T06:02:55.136" v="20109"/>
          <ac:spMkLst>
            <pc:docMk/>
            <pc:sldMk cId="2298918141" sldId="1982"/>
            <ac:spMk id="29" creationId="{D091FF7E-C275-F16F-EACB-62722E55ABA9}"/>
          </ac:spMkLst>
        </pc:spChg>
        <pc:spChg chg="mod topLvl">
          <ac:chgData name="한나 조" userId="65a288ce2c9026c1" providerId="LiveId" clId="{C15A6EEB-526C-46C9-82AA-A02ABBD41001}" dt="2026-07-02T06:02:55.136" v="20109"/>
          <ac:spMkLst>
            <pc:docMk/>
            <pc:sldMk cId="2298918141" sldId="1982"/>
            <ac:spMk id="30" creationId="{1B192D58-7DB5-1B22-40F2-CB9175A4BCA9}"/>
          </ac:spMkLst>
        </pc:spChg>
        <pc:spChg chg="mod topLvl">
          <ac:chgData name="한나 조" userId="65a288ce2c9026c1" providerId="LiveId" clId="{C15A6EEB-526C-46C9-82AA-A02ABBD41001}" dt="2026-07-02T06:02:55.136" v="20109"/>
          <ac:spMkLst>
            <pc:docMk/>
            <pc:sldMk cId="2298918141" sldId="1982"/>
            <ac:spMk id="31" creationId="{3AC0C971-24C6-3C42-3A31-B53886956B53}"/>
          </ac:spMkLst>
        </pc:spChg>
        <pc:spChg chg="mod topLvl">
          <ac:chgData name="한나 조" userId="65a288ce2c9026c1" providerId="LiveId" clId="{C15A6EEB-526C-46C9-82AA-A02ABBD41001}" dt="2026-07-02T06:02:55.136" v="20109"/>
          <ac:spMkLst>
            <pc:docMk/>
            <pc:sldMk cId="2298918141" sldId="1982"/>
            <ac:spMk id="32" creationId="{624C26BF-804B-19CF-8A47-13F4AE9B6141}"/>
          </ac:spMkLst>
        </pc:spChg>
        <pc:spChg chg="mod topLvl">
          <ac:chgData name="한나 조" userId="65a288ce2c9026c1" providerId="LiveId" clId="{C15A6EEB-526C-46C9-82AA-A02ABBD41001}" dt="2026-07-02T06:03:16.794" v="20119" actId="207"/>
          <ac:spMkLst>
            <pc:docMk/>
            <pc:sldMk cId="2298918141" sldId="1982"/>
            <ac:spMk id="33" creationId="{EFA76506-7A1C-A535-1A2B-6F43CFA32280}"/>
          </ac:spMkLst>
        </pc:spChg>
        <pc:spChg chg="add mod">
          <ac:chgData name="한나 조" userId="65a288ce2c9026c1" providerId="LiveId" clId="{C15A6EEB-526C-46C9-82AA-A02ABBD41001}" dt="2026-07-02T03:55:02" v="19908" actId="14100"/>
          <ac:spMkLst>
            <pc:docMk/>
            <pc:sldMk cId="2298918141" sldId="1982"/>
            <ac:spMk id="34" creationId="{27E350F1-4099-5E79-8233-DFC927F2E8BC}"/>
          </ac:spMkLst>
        </pc:spChg>
        <pc:spChg chg="add mod ord">
          <ac:chgData name="한나 조" userId="65a288ce2c9026c1" providerId="LiveId" clId="{C15A6EEB-526C-46C9-82AA-A02ABBD41001}" dt="2026-06-30T17:32:50.933" v="11251" actId="1035"/>
          <ac:spMkLst>
            <pc:docMk/>
            <pc:sldMk cId="2298918141" sldId="1982"/>
            <ac:spMk id="35" creationId="{90812D1C-E0EA-0A79-42FA-4E188825CFDF}"/>
          </ac:spMkLst>
        </pc:spChg>
        <pc:spChg chg="add mod">
          <ac:chgData name="한나 조" userId="65a288ce2c9026c1" providerId="LiveId" clId="{C15A6EEB-526C-46C9-82AA-A02ABBD41001}" dt="2026-07-02T03:05:29.545" v="19348" actId="1076"/>
          <ac:spMkLst>
            <pc:docMk/>
            <pc:sldMk cId="2298918141" sldId="1982"/>
            <ac:spMk id="36" creationId="{E25ECF4F-BA82-8255-42F5-E51D665CB189}"/>
          </ac:spMkLst>
        </pc:spChg>
        <pc:spChg chg="add mod">
          <ac:chgData name="한나 조" userId="65a288ce2c9026c1" providerId="LiveId" clId="{C15A6EEB-526C-46C9-82AA-A02ABBD41001}" dt="2026-07-02T03:05:29.545" v="19348" actId="1076"/>
          <ac:spMkLst>
            <pc:docMk/>
            <pc:sldMk cId="2298918141" sldId="1982"/>
            <ac:spMk id="37" creationId="{7FC46999-2256-A414-3225-5CDEBDFB94BB}"/>
          </ac:spMkLst>
        </pc:spChg>
        <pc:spChg chg="add mod">
          <ac:chgData name="한나 조" userId="65a288ce2c9026c1" providerId="LiveId" clId="{C15A6EEB-526C-46C9-82AA-A02ABBD41001}" dt="2026-07-02T03:05:29.545" v="19348" actId="1076"/>
          <ac:spMkLst>
            <pc:docMk/>
            <pc:sldMk cId="2298918141" sldId="1982"/>
            <ac:spMk id="38" creationId="{56C714E1-B39E-D8E2-7DA1-A80BB5135502}"/>
          </ac:spMkLst>
        </pc:spChg>
        <pc:spChg chg="add mod">
          <ac:chgData name="한나 조" userId="65a288ce2c9026c1" providerId="LiveId" clId="{C15A6EEB-526C-46C9-82AA-A02ABBD41001}" dt="2026-07-02T03:05:29.545" v="19348" actId="1076"/>
          <ac:spMkLst>
            <pc:docMk/>
            <pc:sldMk cId="2298918141" sldId="1982"/>
            <ac:spMk id="39" creationId="{DCCE3220-CD95-95E9-9235-90ED3065B048}"/>
          </ac:spMkLst>
        </pc:spChg>
        <pc:spChg chg="add mod">
          <ac:chgData name="한나 조" userId="65a288ce2c9026c1" providerId="LiveId" clId="{C15A6EEB-526C-46C9-82AA-A02ABBD41001}" dt="2026-07-02T03:05:29.545" v="19348" actId="1076"/>
          <ac:spMkLst>
            <pc:docMk/>
            <pc:sldMk cId="2298918141" sldId="1982"/>
            <ac:spMk id="40" creationId="{22D69D7F-A4EF-D190-B022-254E0B107C72}"/>
          </ac:spMkLst>
        </pc:spChg>
        <pc:spChg chg="add mod">
          <ac:chgData name="한나 조" userId="65a288ce2c9026c1" providerId="LiveId" clId="{C15A6EEB-526C-46C9-82AA-A02ABBD41001}" dt="2026-07-02T03:05:29.545" v="19348" actId="1076"/>
          <ac:spMkLst>
            <pc:docMk/>
            <pc:sldMk cId="2298918141" sldId="1982"/>
            <ac:spMk id="42" creationId="{EBECC460-3B35-A155-95F5-ED0F8A62B862}"/>
          </ac:spMkLst>
        </pc:spChg>
        <pc:spChg chg="add mod">
          <ac:chgData name="한나 조" userId="65a288ce2c9026c1" providerId="LiveId" clId="{C15A6EEB-526C-46C9-82AA-A02ABBD41001}" dt="2026-07-02T03:05:29.545" v="19348" actId="1076"/>
          <ac:spMkLst>
            <pc:docMk/>
            <pc:sldMk cId="2298918141" sldId="1982"/>
            <ac:spMk id="43" creationId="{26FD8374-A6A4-D865-8A1D-B05610AE60E7}"/>
          </ac:spMkLst>
        </pc:spChg>
        <pc:spChg chg="add mod">
          <ac:chgData name="한나 조" userId="65a288ce2c9026c1" providerId="LiveId" clId="{C15A6EEB-526C-46C9-82AA-A02ABBD41001}" dt="2026-07-02T03:05:01.666" v="19345" actId="1076"/>
          <ac:spMkLst>
            <pc:docMk/>
            <pc:sldMk cId="2298918141" sldId="1982"/>
            <ac:spMk id="44" creationId="{8A7EB9F1-A5A7-2ABA-C2AD-BB18758A7714}"/>
          </ac:spMkLst>
        </pc:spChg>
        <pc:spChg chg="add mod">
          <ac:chgData name="한나 조" userId="65a288ce2c9026c1" providerId="LiveId" clId="{C15A6EEB-526C-46C9-82AA-A02ABBD41001}" dt="2026-07-02T03:05:01.666" v="19345" actId="1076"/>
          <ac:spMkLst>
            <pc:docMk/>
            <pc:sldMk cId="2298918141" sldId="1982"/>
            <ac:spMk id="45" creationId="{6397E843-024B-860C-069C-9FAE05C0CF48}"/>
          </ac:spMkLst>
        </pc:spChg>
        <pc:spChg chg="add mod">
          <ac:chgData name="한나 조" userId="65a288ce2c9026c1" providerId="LiveId" clId="{C15A6EEB-526C-46C9-82AA-A02ABBD41001}" dt="2026-07-02T06:16:02.803" v="20608" actId="20577"/>
          <ac:spMkLst>
            <pc:docMk/>
            <pc:sldMk cId="2298918141" sldId="1982"/>
            <ac:spMk id="46" creationId="{DD383B4C-8A74-B9A1-1308-FE6919981862}"/>
          </ac:spMkLst>
        </pc:spChg>
        <pc:spChg chg="add mod ord">
          <ac:chgData name="한나 조" userId="65a288ce2c9026c1" providerId="LiveId" clId="{C15A6EEB-526C-46C9-82AA-A02ABBD41001}" dt="2026-07-02T06:02:55.136" v="20109"/>
          <ac:spMkLst>
            <pc:docMk/>
            <pc:sldMk cId="2298918141" sldId="1982"/>
            <ac:spMk id="47" creationId="{49C3F150-647E-CD7C-B038-EBA744947086}"/>
          </ac:spMkLst>
        </pc:spChg>
        <pc:spChg chg="add mod">
          <ac:chgData name="한나 조" userId="65a288ce2c9026c1" providerId="LiveId" clId="{C15A6EEB-526C-46C9-82AA-A02ABBD41001}" dt="2026-07-02T03:05:01.666" v="19345" actId="1076"/>
          <ac:spMkLst>
            <pc:docMk/>
            <pc:sldMk cId="2298918141" sldId="1982"/>
            <ac:spMk id="48" creationId="{B408873C-5F60-7C89-FCDB-D82BAB6870F5}"/>
          </ac:spMkLst>
        </pc:spChg>
        <pc:spChg chg="add mod">
          <ac:chgData name="한나 조" userId="65a288ce2c9026c1" providerId="LiveId" clId="{C15A6EEB-526C-46C9-82AA-A02ABBD41001}" dt="2026-06-30T17:43:22.892" v="11561" actId="1076"/>
          <ac:spMkLst>
            <pc:docMk/>
            <pc:sldMk cId="2298918141" sldId="1982"/>
            <ac:spMk id="49" creationId="{B03DF7E3-0982-B8EA-A767-8458DFF6433A}"/>
          </ac:spMkLst>
        </pc:spChg>
        <pc:spChg chg="mod">
          <ac:chgData name="한나 조" userId="65a288ce2c9026c1" providerId="LiveId" clId="{C15A6EEB-526C-46C9-82AA-A02ABBD41001}" dt="2026-07-02T03:05:01.666" v="19345" actId="1076"/>
          <ac:spMkLst>
            <pc:docMk/>
            <pc:sldMk cId="2298918141" sldId="1982"/>
            <ac:spMk id="50" creationId="{DAD857AB-11B0-7298-598D-37BDC6F0147A}"/>
          </ac:spMkLst>
        </pc:spChg>
        <pc:spChg chg="mod">
          <ac:chgData name="한나 조" userId="65a288ce2c9026c1" providerId="LiveId" clId="{C15A6EEB-526C-46C9-82AA-A02ABBD41001}" dt="2026-06-30T17:43:22.892" v="11561" actId="1076"/>
          <ac:spMkLst>
            <pc:docMk/>
            <pc:sldMk cId="2298918141" sldId="1982"/>
            <ac:spMk id="52" creationId="{0DBB087A-58AA-5279-AD50-F009ACCC635A}"/>
          </ac:spMkLst>
        </pc:spChg>
        <pc:spChg chg="mod">
          <ac:chgData name="한나 조" userId="65a288ce2c9026c1" providerId="LiveId" clId="{C15A6EEB-526C-46C9-82AA-A02ABBD41001}" dt="2026-07-02T03:05:01.666" v="19345" actId="1076"/>
          <ac:spMkLst>
            <pc:docMk/>
            <pc:sldMk cId="2298918141" sldId="1982"/>
            <ac:spMk id="53" creationId="{616EFFE1-B0EE-C295-41AB-06625D556FA7}"/>
          </ac:spMkLst>
        </pc:spChg>
        <pc:spChg chg="mod">
          <ac:chgData name="한나 조" userId="65a288ce2c9026c1" providerId="LiveId" clId="{C15A6EEB-526C-46C9-82AA-A02ABBD41001}" dt="2026-06-30T17:38:32.880" v="11404" actId="478"/>
          <ac:spMkLst>
            <pc:docMk/>
            <pc:sldMk cId="2298918141" sldId="1982"/>
            <ac:spMk id="55" creationId="{4BC94D4B-2F50-96FF-DC6E-2FEFCBA048E8}"/>
          </ac:spMkLst>
        </pc:spChg>
        <pc:spChg chg="mod">
          <ac:chgData name="한나 조" userId="65a288ce2c9026c1" providerId="LiveId" clId="{C15A6EEB-526C-46C9-82AA-A02ABBD41001}" dt="2026-06-30T17:38:32.880" v="11404" actId="478"/>
          <ac:spMkLst>
            <pc:docMk/>
            <pc:sldMk cId="2298918141" sldId="1982"/>
            <ac:spMk id="56" creationId="{D0210F3D-043A-FEE5-F020-4A4DD6B5744D}"/>
          </ac:spMkLst>
        </pc:spChg>
        <pc:spChg chg="mod">
          <ac:chgData name="한나 조" userId="65a288ce2c9026c1" providerId="LiveId" clId="{C15A6EEB-526C-46C9-82AA-A02ABBD41001}" dt="2026-06-30T17:38:39.045" v="11406" actId="1037"/>
          <ac:spMkLst>
            <pc:docMk/>
            <pc:sldMk cId="2298918141" sldId="1982"/>
            <ac:spMk id="57" creationId="{BA859EE6-6E9C-344C-9B54-C532E70CE9DC}"/>
          </ac:spMkLst>
        </pc:spChg>
        <pc:spChg chg="mod">
          <ac:chgData name="한나 조" userId="65a288ce2c9026c1" providerId="LiveId" clId="{C15A6EEB-526C-46C9-82AA-A02ABBD41001}" dt="2026-06-30T17:38:32.880" v="11404" actId="478"/>
          <ac:spMkLst>
            <pc:docMk/>
            <pc:sldMk cId="2298918141" sldId="1982"/>
            <ac:spMk id="58" creationId="{56464713-8318-4B12-71FC-33DB6416321B}"/>
          </ac:spMkLst>
        </pc:spChg>
        <pc:spChg chg="mod">
          <ac:chgData name="한나 조" userId="65a288ce2c9026c1" providerId="LiveId" clId="{C15A6EEB-526C-46C9-82AA-A02ABBD41001}" dt="2026-06-30T17:38:22.326" v="11401" actId="1037"/>
          <ac:spMkLst>
            <pc:docMk/>
            <pc:sldMk cId="2298918141" sldId="1982"/>
            <ac:spMk id="61" creationId="{CA79755A-D05D-4795-7ACA-00EC92CF9977}"/>
          </ac:spMkLst>
        </pc:spChg>
        <pc:spChg chg="mod">
          <ac:chgData name="한나 조" userId="65a288ce2c9026c1" providerId="LiveId" clId="{C15A6EEB-526C-46C9-82AA-A02ABBD41001}" dt="2026-06-30T17:38:47.410" v="11407" actId="20577"/>
          <ac:spMkLst>
            <pc:docMk/>
            <pc:sldMk cId="2298918141" sldId="1982"/>
            <ac:spMk id="62" creationId="{0BE0A7FC-C8FF-4B2C-A470-240A9E69F7FD}"/>
          </ac:spMkLst>
        </pc:spChg>
        <pc:spChg chg="mod">
          <ac:chgData name="한나 조" userId="65a288ce2c9026c1" providerId="LiveId" clId="{C15A6EEB-526C-46C9-82AA-A02ABBD41001}" dt="2026-06-30T17:38:28.138" v="11403" actId="1037"/>
          <ac:spMkLst>
            <pc:docMk/>
            <pc:sldMk cId="2298918141" sldId="1982"/>
            <ac:spMk id="63" creationId="{89034997-EED6-3B98-12E6-17349E39E5B2}"/>
          </ac:spMkLst>
        </pc:spChg>
        <pc:spChg chg="add mod">
          <ac:chgData name="한나 조" userId="65a288ce2c9026c1" providerId="LiveId" clId="{C15A6EEB-526C-46C9-82AA-A02ABBD41001}" dt="2026-07-02T06:02:56.534" v="20110" actId="108"/>
          <ac:spMkLst>
            <pc:docMk/>
            <pc:sldMk cId="2298918141" sldId="1982"/>
            <ac:spMk id="64" creationId="{86220C7F-DCB5-F109-E9EE-1B0B2B59693B}"/>
          </ac:spMkLst>
        </pc:spChg>
        <pc:spChg chg="mod">
          <ac:chgData name="한나 조" userId="65a288ce2c9026c1" providerId="LiveId" clId="{C15A6EEB-526C-46C9-82AA-A02ABBD41001}" dt="2026-06-30T17:39:00.365" v="11418" actId="1038"/>
          <ac:spMkLst>
            <pc:docMk/>
            <pc:sldMk cId="2298918141" sldId="1982"/>
            <ac:spMk id="65" creationId="{4AD9CE06-8163-D5C3-8746-2A69E8950206}"/>
          </ac:spMkLst>
        </pc:spChg>
        <pc:spChg chg="add mod">
          <ac:chgData name="한나 조" userId="65a288ce2c9026c1" providerId="LiveId" clId="{C15A6EEB-526C-46C9-82AA-A02ABBD41001}" dt="2026-07-02T06:02:55.136" v="20109"/>
          <ac:spMkLst>
            <pc:docMk/>
            <pc:sldMk cId="2298918141" sldId="1982"/>
            <ac:spMk id="66" creationId="{FD0FCD14-C437-99D0-CFA5-7F6C9CC278BC}"/>
          </ac:spMkLst>
        </pc:spChg>
        <pc:spChg chg="add mod">
          <ac:chgData name="한나 조" userId="65a288ce2c9026c1" providerId="LiveId" clId="{C15A6EEB-526C-46C9-82AA-A02ABBD41001}" dt="2026-07-02T06:02:51.933" v="20106" actId="404"/>
          <ac:spMkLst>
            <pc:docMk/>
            <pc:sldMk cId="2298918141" sldId="1982"/>
            <ac:spMk id="67" creationId="{46432053-035C-7A72-E3F1-125A165E3F68}"/>
          </ac:spMkLst>
        </pc:spChg>
        <pc:spChg chg="add mod">
          <ac:chgData name="한나 조" userId="65a288ce2c9026c1" providerId="LiveId" clId="{C15A6EEB-526C-46C9-82AA-A02ABBD41001}" dt="2026-07-02T06:02:55.136" v="20109"/>
          <ac:spMkLst>
            <pc:docMk/>
            <pc:sldMk cId="2298918141" sldId="1982"/>
            <ac:spMk id="68" creationId="{8D232D33-C942-4C2F-AEAA-ED6E94912484}"/>
          </ac:spMkLst>
        </pc:spChg>
        <pc:spChg chg="add mod">
          <ac:chgData name="한나 조" userId="65a288ce2c9026c1" providerId="LiveId" clId="{C15A6EEB-526C-46C9-82AA-A02ABBD41001}" dt="2026-06-30T17:43:22.892" v="11561" actId="1076"/>
          <ac:spMkLst>
            <pc:docMk/>
            <pc:sldMk cId="2298918141" sldId="1982"/>
            <ac:spMk id="69" creationId="{436B7524-A961-5E1D-6429-5F07D7DBA216}"/>
          </ac:spMkLst>
        </pc:spChg>
        <pc:spChg chg="add mod ord">
          <ac:chgData name="한나 조" userId="65a288ce2c9026c1" providerId="LiveId" clId="{C15A6EEB-526C-46C9-82AA-A02ABBD41001}" dt="2026-07-02T06:11:44.713" v="20208" actId="20577"/>
          <ac:spMkLst>
            <pc:docMk/>
            <pc:sldMk cId="2298918141" sldId="1982"/>
            <ac:spMk id="73" creationId="{EC0BAB2C-37F5-69BC-DDC5-BFB58B6CFCE9}"/>
          </ac:spMkLst>
        </pc:spChg>
        <pc:spChg chg="add mod">
          <ac:chgData name="한나 조" userId="65a288ce2c9026c1" providerId="LiveId" clId="{C15A6EEB-526C-46C9-82AA-A02ABBD41001}" dt="2026-07-02T03:05:32.969" v="19349" actId="1076"/>
          <ac:spMkLst>
            <pc:docMk/>
            <pc:sldMk cId="2298918141" sldId="1982"/>
            <ac:spMk id="74" creationId="{5FA689BC-B4F8-BB20-F336-035E25A5E61E}"/>
          </ac:spMkLst>
        </pc:spChg>
        <pc:spChg chg="add mod">
          <ac:chgData name="한나 조" userId="65a288ce2c9026c1" providerId="LiveId" clId="{C15A6EEB-526C-46C9-82AA-A02ABBD41001}" dt="2026-07-02T06:13:32.751" v="20292" actId="20577"/>
          <ac:spMkLst>
            <pc:docMk/>
            <pc:sldMk cId="2298918141" sldId="1982"/>
            <ac:spMk id="76" creationId="{D00A61A5-E233-9690-5A96-3A9581484E2C}"/>
          </ac:spMkLst>
        </pc:spChg>
        <pc:spChg chg="add mod">
          <ac:chgData name="한나 조" userId="65a288ce2c9026c1" providerId="LiveId" clId="{C15A6EEB-526C-46C9-82AA-A02ABBD41001}" dt="2026-07-02T06:13:35.328" v="20293" actId="20577"/>
          <ac:spMkLst>
            <pc:docMk/>
            <pc:sldMk cId="2298918141" sldId="1982"/>
            <ac:spMk id="77" creationId="{66E84D26-224D-159E-31BC-3F5F671CD979}"/>
          </ac:spMkLst>
        </pc:spChg>
        <pc:spChg chg="add mod">
          <ac:chgData name="한나 조" userId="65a288ce2c9026c1" providerId="LiveId" clId="{C15A6EEB-526C-46C9-82AA-A02ABBD41001}" dt="2026-07-02T06:13:37.423" v="20294" actId="20577"/>
          <ac:spMkLst>
            <pc:docMk/>
            <pc:sldMk cId="2298918141" sldId="1982"/>
            <ac:spMk id="78" creationId="{8E304EC1-BCA3-487D-4509-4A57D17FA00F}"/>
          </ac:spMkLst>
        </pc:spChg>
        <pc:spChg chg="add mod">
          <ac:chgData name="한나 조" userId="65a288ce2c9026c1" providerId="LiveId" clId="{C15A6EEB-526C-46C9-82AA-A02ABBD41001}" dt="2026-07-02T06:13:39.614" v="20295" actId="20577"/>
          <ac:spMkLst>
            <pc:docMk/>
            <pc:sldMk cId="2298918141" sldId="1982"/>
            <ac:spMk id="79" creationId="{CB1AFEFB-631A-DF44-5F64-ACB10433650D}"/>
          </ac:spMkLst>
        </pc:spChg>
        <pc:spChg chg="mod">
          <ac:chgData name="한나 조" userId="65a288ce2c9026c1" providerId="LiveId" clId="{C15A6EEB-526C-46C9-82AA-A02ABBD41001}" dt="2026-07-02T06:03:00.105" v="20114"/>
          <ac:spMkLst>
            <pc:docMk/>
            <pc:sldMk cId="2298918141" sldId="1982"/>
            <ac:spMk id="83" creationId="{7F115E4A-C7AD-5D42-2731-FD13589AF117}"/>
          </ac:spMkLst>
        </pc:spChg>
        <pc:spChg chg="mod">
          <ac:chgData name="한나 조" userId="65a288ce2c9026c1" providerId="LiveId" clId="{C15A6EEB-526C-46C9-82AA-A02ABBD41001}" dt="2026-07-02T06:03:00.105" v="20114"/>
          <ac:spMkLst>
            <pc:docMk/>
            <pc:sldMk cId="2298918141" sldId="1982"/>
            <ac:spMk id="89" creationId="{84855B77-3F62-16D4-BB01-D30BC0038F01}"/>
          </ac:spMkLst>
        </pc:spChg>
        <pc:spChg chg="mod">
          <ac:chgData name="한나 조" userId="65a288ce2c9026c1" providerId="LiveId" clId="{C15A6EEB-526C-46C9-82AA-A02ABBD41001}" dt="2026-07-02T06:03:00.105" v="20114"/>
          <ac:spMkLst>
            <pc:docMk/>
            <pc:sldMk cId="2298918141" sldId="1982"/>
            <ac:spMk id="90" creationId="{518F10BE-2A3F-DFA4-765B-9C2DA56D3B46}"/>
          </ac:spMkLst>
        </pc:spChg>
        <pc:spChg chg="mod">
          <ac:chgData name="한나 조" userId="65a288ce2c9026c1" providerId="LiveId" clId="{C15A6EEB-526C-46C9-82AA-A02ABBD41001}" dt="2026-07-02T06:03:00.105" v="20114"/>
          <ac:spMkLst>
            <pc:docMk/>
            <pc:sldMk cId="2298918141" sldId="1982"/>
            <ac:spMk id="91" creationId="{CD08EE30-8679-E738-6992-B31460042BDF}"/>
          </ac:spMkLst>
        </pc:spChg>
        <pc:spChg chg="mod">
          <ac:chgData name="한나 조" userId="65a288ce2c9026c1" providerId="LiveId" clId="{C15A6EEB-526C-46C9-82AA-A02ABBD41001}" dt="2026-07-02T06:03:00.105" v="20114"/>
          <ac:spMkLst>
            <pc:docMk/>
            <pc:sldMk cId="2298918141" sldId="1982"/>
            <ac:spMk id="92" creationId="{6CD2A995-B38C-07B5-8632-E08A3AFDD747}"/>
          </ac:spMkLst>
        </pc:spChg>
        <pc:spChg chg="mod">
          <ac:chgData name="한나 조" userId="65a288ce2c9026c1" providerId="LiveId" clId="{C15A6EEB-526C-46C9-82AA-A02ABBD41001}" dt="2026-07-02T06:03:00.105" v="20114"/>
          <ac:spMkLst>
            <pc:docMk/>
            <pc:sldMk cId="2298918141" sldId="1982"/>
            <ac:spMk id="93" creationId="{DD7CFDCD-2C79-FA15-3F9D-BBD04EA60D66}"/>
          </ac:spMkLst>
        </pc:spChg>
        <pc:spChg chg="mod">
          <ac:chgData name="한나 조" userId="65a288ce2c9026c1" providerId="LiveId" clId="{C15A6EEB-526C-46C9-82AA-A02ABBD41001}" dt="2026-07-02T06:03:00.105" v="20113" actId="108"/>
          <ac:spMkLst>
            <pc:docMk/>
            <pc:sldMk cId="2298918141" sldId="1982"/>
            <ac:spMk id="94" creationId="{52513F78-BA6C-8481-FFCA-0A56ADEB1E23}"/>
          </ac:spMkLst>
        </pc:spChg>
        <pc:spChg chg="mod">
          <ac:chgData name="한나 조" userId="65a288ce2c9026c1" providerId="LiveId" clId="{C15A6EEB-526C-46C9-82AA-A02ABBD41001}" dt="2026-07-02T06:03:00.105" v="20114"/>
          <ac:spMkLst>
            <pc:docMk/>
            <pc:sldMk cId="2298918141" sldId="1982"/>
            <ac:spMk id="95" creationId="{1156716F-5F2D-03B2-6D00-68402F0FB3F9}"/>
          </ac:spMkLst>
        </pc:spChg>
        <pc:spChg chg="mod">
          <ac:chgData name="한나 조" userId="65a288ce2c9026c1" providerId="LiveId" clId="{C15A6EEB-526C-46C9-82AA-A02ABBD41001}" dt="2026-07-02T05:04:40.963" v="19947" actId="571"/>
          <ac:spMkLst>
            <pc:docMk/>
            <pc:sldMk cId="2298918141" sldId="1982"/>
            <ac:spMk id="97" creationId="{CACD1B9D-DCEC-C3E9-7097-2B48A1753009}"/>
          </ac:spMkLst>
        </pc:spChg>
        <pc:spChg chg="mod">
          <ac:chgData name="한나 조" userId="65a288ce2c9026c1" providerId="LiveId" clId="{C15A6EEB-526C-46C9-82AA-A02ABBD41001}" dt="2026-07-02T05:04:40.963" v="19947" actId="571"/>
          <ac:spMkLst>
            <pc:docMk/>
            <pc:sldMk cId="2298918141" sldId="1982"/>
            <ac:spMk id="98" creationId="{69F57233-9FDD-764C-9C51-4715ED090987}"/>
          </ac:spMkLst>
        </pc:spChg>
        <pc:spChg chg="mod">
          <ac:chgData name="한나 조" userId="65a288ce2c9026c1" providerId="LiveId" clId="{C15A6EEB-526C-46C9-82AA-A02ABBD41001}" dt="2026-07-02T05:04:40.963" v="19947" actId="571"/>
          <ac:spMkLst>
            <pc:docMk/>
            <pc:sldMk cId="2298918141" sldId="1982"/>
            <ac:spMk id="99" creationId="{ED0AAB89-5778-38BF-1FC7-777CB8936606}"/>
          </ac:spMkLst>
        </pc:spChg>
        <pc:spChg chg="mod">
          <ac:chgData name="한나 조" userId="65a288ce2c9026c1" providerId="LiveId" clId="{C15A6EEB-526C-46C9-82AA-A02ABBD41001}" dt="2026-07-02T05:04:40.963" v="19947" actId="571"/>
          <ac:spMkLst>
            <pc:docMk/>
            <pc:sldMk cId="2298918141" sldId="1982"/>
            <ac:spMk id="100" creationId="{FF93F171-9E9B-97E7-880F-3981E3CDAC2F}"/>
          </ac:spMkLst>
        </pc:spChg>
        <pc:spChg chg="mod">
          <ac:chgData name="한나 조" userId="65a288ce2c9026c1" providerId="LiveId" clId="{C15A6EEB-526C-46C9-82AA-A02ABBD41001}" dt="2026-07-02T06:03:28.803" v="20123" actId="403"/>
          <ac:spMkLst>
            <pc:docMk/>
            <pc:sldMk cId="2298918141" sldId="1982"/>
            <ac:spMk id="101" creationId="{3601072A-ACA9-017C-534E-114BAE45C487}"/>
          </ac:spMkLst>
        </pc:spChg>
        <pc:spChg chg="mod">
          <ac:chgData name="한나 조" userId="65a288ce2c9026c1" providerId="LiveId" clId="{C15A6EEB-526C-46C9-82AA-A02ABBD41001}" dt="2026-07-02T06:04:29.794" v="20189" actId="120"/>
          <ac:spMkLst>
            <pc:docMk/>
            <pc:sldMk cId="2298918141" sldId="1982"/>
            <ac:spMk id="103" creationId="{7AB944DA-2A3C-62E7-ADB1-982AF511C7FE}"/>
          </ac:spMkLst>
        </pc:spChg>
        <pc:spChg chg="mod">
          <ac:chgData name="한나 조" userId="65a288ce2c9026c1" providerId="LiveId" clId="{C15A6EEB-526C-46C9-82AA-A02ABBD41001}" dt="2026-07-02T06:06:08.633" v="20204" actId="208"/>
          <ac:spMkLst>
            <pc:docMk/>
            <pc:sldMk cId="2298918141" sldId="1982"/>
            <ac:spMk id="105" creationId="{EDE146BC-6C01-283D-4425-A0594D819CC6}"/>
          </ac:spMkLst>
        </pc:spChg>
        <pc:spChg chg="mod">
          <ac:chgData name="한나 조" userId="65a288ce2c9026c1" providerId="LiveId" clId="{C15A6EEB-526C-46C9-82AA-A02ABBD41001}" dt="2026-07-02T06:04:40.463" v="20197" actId="1036"/>
          <ac:spMkLst>
            <pc:docMk/>
            <pc:sldMk cId="2298918141" sldId="1982"/>
            <ac:spMk id="106" creationId="{1D20B895-4540-F5AD-0714-9E657E2B36CA}"/>
          </ac:spMkLst>
        </pc:spChg>
        <pc:spChg chg="mod">
          <ac:chgData name="한나 조" userId="65a288ce2c9026c1" providerId="LiveId" clId="{C15A6EEB-526C-46C9-82AA-A02ABBD41001}" dt="2026-07-02T05:58:51.668" v="20105" actId="20577"/>
          <ac:spMkLst>
            <pc:docMk/>
            <pc:sldMk cId="2298918141" sldId="1982"/>
            <ac:spMk id="109" creationId="{EB12B026-73AA-11A6-A3FB-35E769083663}"/>
          </ac:spMkLst>
        </pc:spChg>
        <pc:spChg chg="add mod">
          <ac:chgData name="한나 조" userId="65a288ce2c9026c1" providerId="LiveId" clId="{C15A6EEB-526C-46C9-82AA-A02ABBD41001}" dt="2026-07-02T05:33:14.652" v="20062" actId="1076"/>
          <ac:spMkLst>
            <pc:docMk/>
            <pc:sldMk cId="2298918141" sldId="1982"/>
            <ac:spMk id="110" creationId="{76124813-8899-FE64-6513-17B9821FAE44}"/>
          </ac:spMkLst>
        </pc:spChg>
        <pc:spChg chg="add mod">
          <ac:chgData name="한나 조" userId="65a288ce2c9026c1" providerId="LiveId" clId="{C15A6EEB-526C-46C9-82AA-A02ABBD41001}" dt="2026-07-02T05:33:12.594" v="20061" actId="164"/>
          <ac:spMkLst>
            <pc:docMk/>
            <pc:sldMk cId="2298918141" sldId="1982"/>
            <ac:spMk id="111" creationId="{39415735-F177-929E-9E7C-DCBC58A4282C}"/>
          </ac:spMkLst>
        </pc:spChg>
        <pc:spChg chg="add mod">
          <ac:chgData name="한나 조" userId="65a288ce2c9026c1" providerId="LiveId" clId="{C15A6EEB-526C-46C9-82AA-A02ABBD41001}" dt="2026-07-02T05:33:12.594" v="20061" actId="164"/>
          <ac:spMkLst>
            <pc:docMk/>
            <pc:sldMk cId="2298918141" sldId="1982"/>
            <ac:spMk id="112" creationId="{20E3F22A-2C18-FE87-F2DC-98F4EF607C67}"/>
          </ac:spMkLst>
        </pc:spChg>
        <pc:spChg chg="add mod">
          <ac:chgData name="한나 조" userId="65a288ce2c9026c1" providerId="LiveId" clId="{C15A6EEB-526C-46C9-82AA-A02ABBD41001}" dt="2026-07-02T05:33:12.594" v="20061" actId="164"/>
          <ac:spMkLst>
            <pc:docMk/>
            <pc:sldMk cId="2298918141" sldId="1982"/>
            <ac:spMk id="113" creationId="{C7DF1D71-77EF-75A8-3FFD-FE0744CAD637}"/>
          </ac:spMkLst>
        </pc:spChg>
        <pc:spChg chg="add mod">
          <ac:chgData name="한나 조" userId="65a288ce2c9026c1" providerId="LiveId" clId="{C15A6EEB-526C-46C9-82AA-A02ABBD41001}" dt="2026-07-02T05:33:12.594" v="20061" actId="164"/>
          <ac:spMkLst>
            <pc:docMk/>
            <pc:sldMk cId="2298918141" sldId="1982"/>
            <ac:spMk id="114" creationId="{16EE0EAE-169E-3961-671E-FE088A61FAF1}"/>
          </ac:spMkLst>
        </pc:spChg>
        <pc:spChg chg="add mod">
          <ac:chgData name="한나 조" userId="65a288ce2c9026c1" providerId="LiveId" clId="{C15A6EEB-526C-46C9-82AA-A02ABBD41001}" dt="2026-07-02T06:05:56.673" v="20198" actId="1076"/>
          <ac:spMkLst>
            <pc:docMk/>
            <pc:sldMk cId="2298918141" sldId="1982"/>
            <ac:spMk id="116" creationId="{D9E9628D-863B-2E65-8AC4-E91AA67E69FE}"/>
          </ac:spMkLst>
        </pc:spChg>
        <pc:spChg chg="add mod">
          <ac:chgData name="한나 조" userId="65a288ce2c9026c1" providerId="LiveId" clId="{C15A6EEB-526C-46C9-82AA-A02ABBD41001}" dt="2026-07-02T06:11:50.824" v="20210" actId="20577"/>
          <ac:spMkLst>
            <pc:docMk/>
            <pc:sldMk cId="2298918141" sldId="1982"/>
            <ac:spMk id="117" creationId="{38D19096-DE20-9870-783A-097734C7C7DE}"/>
          </ac:spMkLst>
        </pc:spChg>
        <pc:spChg chg="add mod">
          <ac:chgData name="한나 조" userId="65a288ce2c9026c1" providerId="LiveId" clId="{C15A6EEB-526C-46C9-82AA-A02ABBD41001}" dt="2026-07-02T06:14:37.225" v="20373" actId="1076"/>
          <ac:spMkLst>
            <pc:docMk/>
            <pc:sldMk cId="2298918141" sldId="1982"/>
            <ac:spMk id="118" creationId="{1B9A3744-B12C-F004-52F2-B2075E173128}"/>
          </ac:spMkLst>
        </pc:spChg>
        <pc:spChg chg="add mod">
          <ac:chgData name="한나 조" userId="65a288ce2c9026c1" providerId="LiveId" clId="{C15A6EEB-526C-46C9-82AA-A02ABBD41001}" dt="2026-07-02T06:16:09.454" v="20610" actId="20577"/>
          <ac:spMkLst>
            <pc:docMk/>
            <pc:sldMk cId="2298918141" sldId="1982"/>
            <ac:spMk id="119" creationId="{B61243F0-C079-80F9-AF08-BCF32E451126}"/>
          </ac:spMkLst>
        </pc:spChg>
        <pc:grpChg chg="add mod">
          <ac:chgData name="한나 조" userId="65a288ce2c9026c1" providerId="LiveId" clId="{C15A6EEB-526C-46C9-82AA-A02ABBD41001}" dt="2026-06-30T17:26:16.523" v="11057"/>
          <ac:grpSpMkLst>
            <pc:docMk/>
            <pc:sldMk cId="2298918141" sldId="1982"/>
            <ac:grpSpMk id="13" creationId="{57AA5254-600C-A452-7A63-B1FC8FA5C0AE}"/>
          </ac:grpSpMkLst>
        </pc:grpChg>
        <pc:grpChg chg="mod">
          <ac:chgData name="한나 조" userId="65a288ce2c9026c1" providerId="LiveId" clId="{C15A6EEB-526C-46C9-82AA-A02ABBD41001}" dt="2026-06-30T17:38:32.880" v="11404" actId="478"/>
          <ac:grpSpMkLst>
            <pc:docMk/>
            <pc:sldMk cId="2298918141" sldId="1982"/>
            <ac:grpSpMk id="54" creationId="{F186A273-F2FC-32F5-B29B-42B6CC7D6942}"/>
          </ac:grpSpMkLst>
        </pc:grpChg>
        <pc:grpChg chg="mod">
          <ac:chgData name="한나 조" userId="65a288ce2c9026c1" providerId="LiveId" clId="{C15A6EEB-526C-46C9-82AA-A02ABBD41001}" dt="2026-06-30T17:38:16.556" v="11399" actId="478"/>
          <ac:grpSpMkLst>
            <pc:docMk/>
            <pc:sldMk cId="2298918141" sldId="1982"/>
            <ac:grpSpMk id="60" creationId="{C6378040-B556-6D8A-63F7-7D9FE718403C}"/>
          </ac:grpSpMkLst>
        </pc:grpChg>
        <pc:grpChg chg="add mod">
          <ac:chgData name="한나 조" userId="65a288ce2c9026c1" providerId="LiveId" clId="{C15A6EEB-526C-46C9-82AA-A02ABBD41001}" dt="2026-07-02T03:54:44.363" v="19902" actId="164"/>
          <ac:grpSpMkLst>
            <pc:docMk/>
            <pc:sldMk cId="2298918141" sldId="1982"/>
            <ac:grpSpMk id="80" creationId="{8C1BDA54-C7A1-3C31-81EB-02B81D6B7E69}"/>
          </ac:grpSpMkLst>
        </pc:grpChg>
        <pc:grpChg chg="add mod">
          <ac:chgData name="한나 조" userId="65a288ce2c9026c1" providerId="LiveId" clId="{C15A6EEB-526C-46C9-82AA-A02ABBD41001}" dt="2026-07-02T03:55:06.319" v="19909" actId="1076"/>
          <ac:grpSpMkLst>
            <pc:docMk/>
            <pc:sldMk cId="2298918141" sldId="1982"/>
            <ac:grpSpMk id="81" creationId="{D5A2688A-5266-35BC-A300-D3CFCA1DF266}"/>
          </ac:grpSpMkLst>
        </pc:grpChg>
        <pc:grpChg chg="mod">
          <ac:chgData name="한나 조" userId="65a288ce2c9026c1" providerId="LiveId" clId="{C15A6EEB-526C-46C9-82AA-A02ABBD41001}" dt="2026-07-02T03:55:07.969" v="19910" actId="1076"/>
          <ac:grpSpMkLst>
            <pc:docMk/>
            <pc:sldMk cId="2298918141" sldId="1982"/>
            <ac:grpSpMk id="82" creationId="{B3E41161-3296-018A-750F-EB96E3C9ABD9}"/>
          </ac:grpSpMkLst>
        </pc:grpChg>
        <pc:grpChg chg="mod">
          <ac:chgData name="한나 조" userId="65a288ce2c9026c1" providerId="LiveId" clId="{C15A6EEB-526C-46C9-82AA-A02ABBD41001}" dt="2026-07-02T06:04:24.146" v="20186" actId="1076"/>
          <ac:grpSpMkLst>
            <pc:docMk/>
            <pc:sldMk cId="2298918141" sldId="1982"/>
            <ac:grpSpMk id="96" creationId="{5DA2AD3C-CC8E-CC67-09ED-DE943D927C92}"/>
          </ac:grpSpMkLst>
        </pc:grpChg>
        <pc:grpChg chg="add mod">
          <ac:chgData name="한나 조" userId="65a288ce2c9026c1" providerId="LiveId" clId="{C15A6EEB-526C-46C9-82AA-A02ABBD41001}" dt="2026-07-02T05:33:14.652" v="20062" actId="1076"/>
          <ac:grpSpMkLst>
            <pc:docMk/>
            <pc:sldMk cId="2298918141" sldId="1982"/>
            <ac:grpSpMk id="115" creationId="{1C01B667-4394-D509-EC20-C44AB8B6C410}"/>
          </ac:grpSpMkLst>
        </pc:grpChg>
        <pc:graphicFrameChg chg="add mod modGraphic">
          <ac:chgData name="한나 조" userId="65a288ce2c9026c1" providerId="LiveId" clId="{C15A6EEB-526C-46C9-82AA-A02ABBD41001}" dt="2026-07-03T01:37:56.308" v="23349" actId="20577"/>
          <ac:graphicFrameMkLst>
            <pc:docMk/>
            <pc:sldMk cId="2298918141" sldId="1982"/>
            <ac:graphicFrameMk id="72" creationId="{2E8C1718-CB1C-78BE-3FE0-E54518F96AE3}"/>
          </ac:graphicFrameMkLst>
        </pc:graphicFrameChg>
        <pc:picChg chg="mod">
          <ac:chgData name="한나 조" userId="65a288ce2c9026c1" providerId="LiveId" clId="{C15A6EEB-526C-46C9-82AA-A02ABBD41001}" dt="2026-06-30T17:26:16.523" v="11057"/>
          <ac:picMkLst>
            <pc:docMk/>
            <pc:sldMk cId="2298918141" sldId="1982"/>
            <ac:picMk id="14" creationId="{791F68AF-5122-DBB2-D4AB-FE508E2423A4}"/>
          </ac:picMkLst>
        </pc:picChg>
        <pc:picChg chg="mod">
          <ac:chgData name="한나 조" userId="65a288ce2c9026c1" providerId="LiveId" clId="{C15A6EEB-526C-46C9-82AA-A02ABBD41001}" dt="2026-06-30T17:26:16.523" v="11057"/>
          <ac:picMkLst>
            <pc:docMk/>
            <pc:sldMk cId="2298918141" sldId="1982"/>
            <ac:picMk id="15" creationId="{FF7ADAA8-6594-4B4F-6C32-CB1E8CF85C64}"/>
          </ac:picMkLst>
        </pc:picChg>
        <pc:picChg chg="mod">
          <ac:chgData name="한나 조" userId="65a288ce2c9026c1" providerId="LiveId" clId="{C15A6EEB-526C-46C9-82AA-A02ABBD41001}" dt="2026-06-30T17:26:16.523" v="11057"/>
          <ac:picMkLst>
            <pc:docMk/>
            <pc:sldMk cId="2298918141" sldId="1982"/>
            <ac:picMk id="16" creationId="{6137704E-866C-1197-7737-B7CBA54383F9}"/>
          </ac:picMkLst>
        </pc:picChg>
        <pc:cxnChg chg="add mod">
          <ac:chgData name="한나 조" userId="65a288ce2c9026c1" providerId="LiveId" clId="{C15A6EEB-526C-46C9-82AA-A02ABBD41001}" dt="2026-07-02T03:05:29.545" v="19348" actId="1076"/>
          <ac:cxnSpMkLst>
            <pc:docMk/>
            <pc:sldMk cId="2298918141" sldId="1982"/>
            <ac:cxnSpMk id="41" creationId="{C05BEF94-A8F4-C2C2-1436-3F9BB659BEA4}"/>
          </ac:cxnSpMkLst>
        </pc:cxnChg>
      </pc:sldChg>
      <pc:sldChg chg="addSp delSp modSp add mod ord modClrScheme chgLayout">
        <pc:chgData name="한나 조" userId="65a288ce2c9026c1" providerId="LiveId" clId="{C15A6EEB-526C-46C9-82AA-A02ABBD41001}" dt="2026-07-03T01:35:08.083" v="23269" actId="20577"/>
        <pc:sldMkLst>
          <pc:docMk/>
          <pc:sldMk cId="1601683360" sldId="1983"/>
        </pc:sldMkLst>
        <pc:spChg chg="add mod">
          <ac:chgData name="한나 조" userId="65a288ce2c9026c1" providerId="LiveId" clId="{C15A6EEB-526C-46C9-82AA-A02ABBD41001}" dt="2026-07-01T02:49:26.551" v="18360" actId="20577"/>
          <ac:spMkLst>
            <pc:docMk/>
            <pc:sldMk cId="1601683360" sldId="1983"/>
            <ac:spMk id="2" creationId="{D2627685-D4BA-580B-FF55-35218B1B9F49}"/>
          </ac:spMkLst>
        </pc:spChg>
        <pc:spChg chg="mod">
          <ac:chgData name="한나 조" userId="65a288ce2c9026c1" providerId="LiveId" clId="{C15A6EEB-526C-46C9-82AA-A02ABBD41001}" dt="2026-06-30T16:32:50.062" v="10301"/>
          <ac:spMkLst>
            <pc:docMk/>
            <pc:sldMk cId="1601683360" sldId="1983"/>
            <ac:spMk id="3" creationId="{0827BABF-43B5-639A-1F93-11586B745993}"/>
          </ac:spMkLst>
        </pc:spChg>
        <pc:spChg chg="mod">
          <ac:chgData name="한나 조" userId="65a288ce2c9026c1" providerId="LiveId" clId="{C15A6EEB-526C-46C9-82AA-A02ABBD41001}" dt="2026-06-30T16:35:11.471" v="10311" actId="20577"/>
          <ac:spMkLst>
            <pc:docMk/>
            <pc:sldMk cId="1601683360" sldId="1983"/>
            <ac:spMk id="4" creationId="{8451F179-E605-B2A6-7725-B7E534A862D2}"/>
          </ac:spMkLst>
        </pc:spChg>
        <pc:spChg chg="add mod">
          <ac:chgData name="한나 조" userId="65a288ce2c9026c1" providerId="LiveId" clId="{C15A6EEB-526C-46C9-82AA-A02ABBD41001}" dt="2026-06-30T09:09:47.994" v="9154" actId="1037"/>
          <ac:spMkLst>
            <pc:docMk/>
            <pc:sldMk cId="1601683360" sldId="1983"/>
            <ac:spMk id="14" creationId="{D1ED02A1-C49C-070D-EFA7-A255000EE971}"/>
          </ac:spMkLst>
        </pc:spChg>
        <pc:spChg chg="add mod">
          <ac:chgData name="한나 조" userId="65a288ce2c9026c1" providerId="LiveId" clId="{C15A6EEB-526C-46C9-82AA-A02ABBD41001}" dt="2026-06-30T09:01:32.797" v="9147"/>
          <ac:spMkLst>
            <pc:docMk/>
            <pc:sldMk cId="1601683360" sldId="1983"/>
            <ac:spMk id="15" creationId="{B2F4F754-4789-BD00-0DC4-476E680DC98C}"/>
          </ac:spMkLst>
        </pc:spChg>
        <pc:spChg chg="mod topLvl">
          <ac:chgData name="한나 조" userId="65a288ce2c9026c1" providerId="LiveId" clId="{C15A6EEB-526C-46C9-82AA-A02ABBD41001}" dt="2026-06-30T09:10:28.863" v="9157" actId="165"/>
          <ac:spMkLst>
            <pc:docMk/>
            <pc:sldMk cId="1601683360" sldId="1983"/>
            <ac:spMk id="19" creationId="{ABAAAB27-BC10-9F88-CCBF-7686C76C2A0C}"/>
          </ac:spMkLst>
        </pc:spChg>
        <pc:spChg chg="add del mod">
          <ac:chgData name="한나 조" userId="65a288ce2c9026c1" providerId="LiveId" clId="{C15A6EEB-526C-46C9-82AA-A02ABBD41001}" dt="2026-06-30T17:06:52.279" v="11050" actId="12788"/>
          <ac:spMkLst>
            <pc:docMk/>
            <pc:sldMk cId="1601683360" sldId="1983"/>
            <ac:spMk id="20" creationId="{C145068A-C95D-3A1D-21AA-6C77ED80C978}"/>
          </ac:spMkLst>
        </pc:spChg>
        <pc:spChg chg="mod topLvl">
          <ac:chgData name="한나 조" userId="65a288ce2c9026c1" providerId="LiveId" clId="{C15A6EEB-526C-46C9-82AA-A02ABBD41001}" dt="2026-06-30T09:10:38.351" v="9174"/>
          <ac:spMkLst>
            <pc:docMk/>
            <pc:sldMk cId="1601683360" sldId="1983"/>
            <ac:spMk id="22" creationId="{D0A8210D-8453-7BE2-FB7D-77528E60A1D0}"/>
          </ac:spMkLst>
        </pc:spChg>
        <pc:spChg chg="mod topLvl">
          <ac:chgData name="한나 조" userId="65a288ce2c9026c1" providerId="LiveId" clId="{C15A6EEB-526C-46C9-82AA-A02ABBD41001}" dt="2026-06-30T09:14:58.837" v="9276" actId="1076"/>
          <ac:spMkLst>
            <pc:docMk/>
            <pc:sldMk cId="1601683360" sldId="1983"/>
            <ac:spMk id="27" creationId="{895F188F-3C15-B5DA-0154-51C66681B353}"/>
          </ac:spMkLst>
        </pc:spChg>
        <pc:spChg chg="mod topLvl">
          <ac:chgData name="한나 조" userId="65a288ce2c9026c1" providerId="LiveId" clId="{C15A6EEB-526C-46C9-82AA-A02ABBD41001}" dt="2026-06-30T09:15:02.965" v="9277" actId="14100"/>
          <ac:spMkLst>
            <pc:docMk/>
            <pc:sldMk cId="1601683360" sldId="1983"/>
            <ac:spMk id="29" creationId="{33B40AB8-DE56-907C-85E0-18AD89FAD3FD}"/>
          </ac:spMkLst>
        </pc:spChg>
        <pc:spChg chg="mod topLvl">
          <ac:chgData name="한나 조" userId="65a288ce2c9026c1" providerId="LiveId" clId="{C15A6EEB-526C-46C9-82AA-A02ABBD41001}" dt="2026-06-30T09:15:42.013" v="9287" actId="1076"/>
          <ac:spMkLst>
            <pc:docMk/>
            <pc:sldMk cId="1601683360" sldId="1983"/>
            <ac:spMk id="31" creationId="{2DB2BCF2-0B4D-901A-06BB-133D6E7EBAF6}"/>
          </ac:spMkLst>
        </pc:spChg>
        <pc:spChg chg="mod">
          <ac:chgData name="한나 조" userId="65a288ce2c9026c1" providerId="LiveId" clId="{C15A6EEB-526C-46C9-82AA-A02ABBD41001}" dt="2026-06-30T09:14:33.707" v="9269"/>
          <ac:spMkLst>
            <pc:docMk/>
            <pc:sldMk cId="1601683360" sldId="1983"/>
            <ac:spMk id="33" creationId="{8ED224AF-371C-C008-38AE-4791795DCC20}"/>
          </ac:spMkLst>
        </pc:spChg>
        <pc:spChg chg="mod">
          <ac:chgData name="한나 조" userId="65a288ce2c9026c1" providerId="LiveId" clId="{C15A6EEB-526C-46C9-82AA-A02ABBD41001}" dt="2026-06-30T09:15:30.683" v="9283" actId="1076"/>
          <ac:spMkLst>
            <pc:docMk/>
            <pc:sldMk cId="1601683360" sldId="1983"/>
            <ac:spMk id="35" creationId="{5FFFCE20-5E1C-0885-FE1F-8D547E256293}"/>
          </ac:spMkLst>
        </pc:spChg>
        <pc:spChg chg="mod ord">
          <ac:chgData name="한나 조" userId="65a288ce2c9026c1" providerId="LiveId" clId="{C15A6EEB-526C-46C9-82AA-A02ABBD41001}" dt="2026-06-30T09:27:42.346" v="9575" actId="1076"/>
          <ac:spMkLst>
            <pc:docMk/>
            <pc:sldMk cId="1601683360" sldId="1983"/>
            <ac:spMk id="36" creationId="{D92C5460-8B94-D33B-5E27-C6E34FFF41C3}"/>
          </ac:spMkLst>
        </pc:spChg>
        <pc:spChg chg="mod ord">
          <ac:chgData name="한나 조" userId="65a288ce2c9026c1" providerId="LiveId" clId="{C15A6EEB-526C-46C9-82AA-A02ABBD41001}" dt="2026-07-01T01:57:48.213" v="15362" actId="20577"/>
          <ac:spMkLst>
            <pc:docMk/>
            <pc:sldMk cId="1601683360" sldId="1983"/>
            <ac:spMk id="37" creationId="{EA52A64B-B10B-18D8-EE85-F2490D7D1467}"/>
          </ac:spMkLst>
        </pc:spChg>
        <pc:spChg chg="mod ord">
          <ac:chgData name="한나 조" userId="65a288ce2c9026c1" providerId="LiveId" clId="{C15A6EEB-526C-46C9-82AA-A02ABBD41001}" dt="2026-07-01T01:58:00.884" v="15370" actId="20577"/>
          <ac:spMkLst>
            <pc:docMk/>
            <pc:sldMk cId="1601683360" sldId="1983"/>
            <ac:spMk id="40" creationId="{BD2FFB08-D42C-06AC-4958-1A43583CF336}"/>
          </ac:spMkLst>
        </pc:spChg>
        <pc:spChg chg="mod">
          <ac:chgData name="한나 조" userId="65a288ce2c9026c1" providerId="LiveId" clId="{C15A6EEB-526C-46C9-82AA-A02ABBD41001}" dt="2026-06-30T09:14:52.041" v="9274" actId="1076"/>
          <ac:spMkLst>
            <pc:docMk/>
            <pc:sldMk cId="1601683360" sldId="1983"/>
            <ac:spMk id="42" creationId="{0BC8D90B-B10A-D4DD-098C-363AD0D4EDA5}"/>
          </ac:spMkLst>
        </pc:spChg>
        <pc:spChg chg="mod topLvl">
          <ac:chgData name="한나 조" userId="65a288ce2c9026c1" providerId="LiveId" clId="{C15A6EEB-526C-46C9-82AA-A02ABBD41001}" dt="2026-07-01T02:04:57.524" v="16052"/>
          <ac:spMkLst>
            <pc:docMk/>
            <pc:sldMk cId="1601683360" sldId="1983"/>
            <ac:spMk id="59" creationId="{2CEAB9EE-B757-3197-F8D9-1038AE94688C}"/>
          </ac:spMkLst>
        </pc:spChg>
        <pc:spChg chg="add mod">
          <ac:chgData name="한나 조" userId="65a288ce2c9026c1" providerId="LiveId" clId="{C15A6EEB-526C-46C9-82AA-A02ABBD41001}" dt="2026-06-30T09:15:46.405" v="9288" actId="1076"/>
          <ac:spMkLst>
            <pc:docMk/>
            <pc:sldMk cId="1601683360" sldId="1983"/>
            <ac:spMk id="60" creationId="{C0215357-4BA4-F495-4C16-B82C2C66DAB5}"/>
          </ac:spMkLst>
        </pc:spChg>
        <pc:spChg chg="add del mod">
          <ac:chgData name="한나 조" userId="65a288ce2c9026c1" providerId="LiveId" clId="{C15A6EEB-526C-46C9-82AA-A02ABBD41001}" dt="2026-07-01T02:01:28.204" v="15674" actId="1076"/>
          <ac:spMkLst>
            <pc:docMk/>
            <pc:sldMk cId="1601683360" sldId="1983"/>
            <ac:spMk id="61" creationId="{78EBE8E0-2221-6F94-518F-B6E345E60944}"/>
          </ac:spMkLst>
        </pc:spChg>
        <pc:spChg chg="add mod">
          <ac:chgData name="한나 조" userId="65a288ce2c9026c1" providerId="LiveId" clId="{C15A6EEB-526C-46C9-82AA-A02ABBD41001}" dt="2026-06-30T17:05:08.974" v="11018" actId="164"/>
          <ac:spMkLst>
            <pc:docMk/>
            <pc:sldMk cId="1601683360" sldId="1983"/>
            <ac:spMk id="66" creationId="{7C7265F4-3C27-8205-74C6-C0659535CBE2}"/>
          </ac:spMkLst>
        </pc:spChg>
        <pc:spChg chg="add mod">
          <ac:chgData name="한나 조" userId="65a288ce2c9026c1" providerId="LiveId" clId="{C15A6EEB-526C-46C9-82AA-A02ABBD41001}" dt="2026-06-30T17:05:08.974" v="11018" actId="164"/>
          <ac:spMkLst>
            <pc:docMk/>
            <pc:sldMk cId="1601683360" sldId="1983"/>
            <ac:spMk id="69" creationId="{AAAAB69A-DDAD-C7E0-131E-0562DCB02E0A}"/>
          </ac:spMkLst>
        </pc:spChg>
        <pc:spChg chg="add mod">
          <ac:chgData name="한나 조" userId="65a288ce2c9026c1" providerId="LiveId" clId="{C15A6EEB-526C-46C9-82AA-A02ABBD41001}" dt="2026-06-30T17:05:08.974" v="11018" actId="164"/>
          <ac:spMkLst>
            <pc:docMk/>
            <pc:sldMk cId="1601683360" sldId="1983"/>
            <ac:spMk id="71" creationId="{02A1DD46-960E-142C-346F-B835DC60F6E9}"/>
          </ac:spMkLst>
        </pc:spChg>
        <pc:spChg chg="add mod topLvl">
          <ac:chgData name="한나 조" userId="65a288ce2c9026c1" providerId="LiveId" clId="{C15A6EEB-526C-46C9-82AA-A02ABBD41001}" dt="2026-06-30T17:05:08.974" v="11018" actId="164"/>
          <ac:spMkLst>
            <pc:docMk/>
            <pc:sldMk cId="1601683360" sldId="1983"/>
            <ac:spMk id="72" creationId="{E6EDF8A0-FE12-8CDB-3E55-AE41B72F26EB}"/>
          </ac:spMkLst>
        </pc:spChg>
        <pc:spChg chg="add mod">
          <ac:chgData name="한나 조" userId="65a288ce2c9026c1" providerId="LiveId" clId="{C15A6EEB-526C-46C9-82AA-A02ABBD41001}" dt="2026-06-30T17:02:59.065" v="10952" actId="164"/>
          <ac:spMkLst>
            <pc:docMk/>
            <pc:sldMk cId="1601683360" sldId="1983"/>
            <ac:spMk id="79" creationId="{39438A63-FCBF-E0B6-5DE7-FD190171E79A}"/>
          </ac:spMkLst>
        </pc:spChg>
        <pc:spChg chg="add mod">
          <ac:chgData name="한나 조" userId="65a288ce2c9026c1" providerId="LiveId" clId="{C15A6EEB-526C-46C9-82AA-A02ABBD41001}" dt="2026-06-30T17:04:50.922" v="11016" actId="165"/>
          <ac:spMkLst>
            <pc:docMk/>
            <pc:sldMk cId="1601683360" sldId="1983"/>
            <ac:spMk id="81" creationId="{D65BADBE-2E55-1E10-64D9-E1495C657DA8}"/>
          </ac:spMkLst>
        </pc:spChg>
        <pc:spChg chg="mod">
          <ac:chgData name="한나 조" userId="65a288ce2c9026c1" providerId="LiveId" clId="{C15A6EEB-526C-46C9-82AA-A02ABBD41001}" dt="2026-06-30T16:57:21.677" v="10732" actId="120"/>
          <ac:spMkLst>
            <pc:docMk/>
            <pc:sldMk cId="1601683360" sldId="1983"/>
            <ac:spMk id="97" creationId="{4AE8A3FD-C3A7-E684-EE3E-6441DE415036}"/>
          </ac:spMkLst>
        </pc:spChg>
        <pc:spChg chg="mod">
          <ac:chgData name="한나 조" userId="65a288ce2c9026c1" providerId="LiveId" clId="{C15A6EEB-526C-46C9-82AA-A02ABBD41001}" dt="2026-06-30T16:57:12.021" v="10721" actId="20577"/>
          <ac:spMkLst>
            <pc:docMk/>
            <pc:sldMk cId="1601683360" sldId="1983"/>
            <ac:spMk id="99" creationId="{A4EDEF00-BDE3-8E0B-DED9-D1E85D09CAED}"/>
          </ac:spMkLst>
        </pc:spChg>
        <pc:spChg chg="add mod">
          <ac:chgData name="한나 조" userId="65a288ce2c9026c1" providerId="LiveId" clId="{C15A6EEB-526C-46C9-82AA-A02ABBD41001}" dt="2026-07-01T02:02:02.708" v="15679" actId="14100"/>
          <ac:spMkLst>
            <pc:docMk/>
            <pc:sldMk cId="1601683360" sldId="1983"/>
            <ac:spMk id="100" creationId="{7B3184D5-9304-45CC-EB20-BFC4263D191A}"/>
          </ac:spMkLst>
        </pc:spChg>
        <pc:spChg chg="add mod">
          <ac:chgData name="한나 조" userId="65a288ce2c9026c1" providerId="LiveId" clId="{C15A6EEB-526C-46C9-82AA-A02ABBD41001}" dt="2026-07-01T02:06:46.540" v="16087" actId="571"/>
          <ac:spMkLst>
            <pc:docMk/>
            <pc:sldMk cId="1601683360" sldId="1983"/>
            <ac:spMk id="101" creationId="{0CF58F77-FADC-08FF-80A6-6D9B25A2761C}"/>
          </ac:spMkLst>
        </pc:spChg>
        <pc:spChg chg="add mod">
          <ac:chgData name="한나 조" userId="65a288ce2c9026c1" providerId="LiveId" clId="{C15A6EEB-526C-46C9-82AA-A02ABBD41001}" dt="2026-07-01T02:06:54.337" v="16094" actId="571"/>
          <ac:spMkLst>
            <pc:docMk/>
            <pc:sldMk cId="1601683360" sldId="1983"/>
            <ac:spMk id="102" creationId="{47D5AFB3-8C7D-CEFD-FCEB-59E9D11CBBFA}"/>
          </ac:spMkLst>
        </pc:spChg>
        <pc:spChg chg="add mod">
          <ac:chgData name="한나 조" userId="65a288ce2c9026c1" providerId="LiveId" clId="{C15A6EEB-526C-46C9-82AA-A02ABBD41001}" dt="2026-07-01T02:06:54.337" v="16094" actId="571"/>
          <ac:spMkLst>
            <pc:docMk/>
            <pc:sldMk cId="1601683360" sldId="1983"/>
            <ac:spMk id="103" creationId="{B6CEC3BB-C657-274F-619C-FECA3922018B}"/>
          </ac:spMkLst>
        </pc:spChg>
        <pc:spChg chg="mod">
          <ac:chgData name="한나 조" userId="65a288ce2c9026c1" providerId="LiveId" clId="{C15A6EEB-526C-46C9-82AA-A02ABBD41001}" dt="2026-07-01T02:01:44.647" v="15675" actId="14100"/>
          <ac:spMkLst>
            <pc:docMk/>
            <pc:sldMk cId="1601683360" sldId="1983"/>
            <ac:spMk id="108" creationId="{E487C2D2-4CBB-F4CA-5D47-B272707FB33A}"/>
          </ac:spMkLst>
        </pc:spChg>
        <pc:spChg chg="add mod">
          <ac:chgData name="한나 조" userId="65a288ce2c9026c1" providerId="LiveId" clId="{C15A6EEB-526C-46C9-82AA-A02ABBD41001}" dt="2026-07-01T02:06:54.337" v="16094" actId="571"/>
          <ac:spMkLst>
            <pc:docMk/>
            <pc:sldMk cId="1601683360" sldId="1983"/>
            <ac:spMk id="111" creationId="{39B30A27-96D1-517F-9A01-4F6CAFAA91CC}"/>
          </ac:spMkLst>
        </pc:spChg>
        <pc:spChg chg="add mod">
          <ac:chgData name="한나 조" userId="65a288ce2c9026c1" providerId="LiveId" clId="{C15A6EEB-526C-46C9-82AA-A02ABBD41001}" dt="2026-07-01T02:06:54.337" v="16094" actId="571"/>
          <ac:spMkLst>
            <pc:docMk/>
            <pc:sldMk cId="1601683360" sldId="1983"/>
            <ac:spMk id="113" creationId="{10F424C7-5C1B-81AF-13FA-73AB9D949EBE}"/>
          </ac:spMkLst>
        </pc:spChg>
        <pc:spChg chg="mod">
          <ac:chgData name="한나 조" userId="65a288ce2c9026c1" providerId="LiveId" clId="{C15A6EEB-526C-46C9-82AA-A02ABBD41001}" dt="2026-07-01T02:06:54.337" v="16094" actId="571"/>
          <ac:spMkLst>
            <pc:docMk/>
            <pc:sldMk cId="1601683360" sldId="1983"/>
            <ac:spMk id="118" creationId="{DFAC028E-8A41-9038-4CBC-B58D212E232E}"/>
          </ac:spMkLst>
        </pc:spChg>
        <pc:spChg chg="mod">
          <ac:chgData name="한나 조" userId="65a288ce2c9026c1" providerId="LiveId" clId="{C15A6EEB-526C-46C9-82AA-A02ABBD41001}" dt="2026-07-01T02:06:54.337" v="16094" actId="571"/>
          <ac:spMkLst>
            <pc:docMk/>
            <pc:sldMk cId="1601683360" sldId="1983"/>
            <ac:spMk id="119" creationId="{76D922FB-5102-1131-0D68-755A69A995A0}"/>
          </ac:spMkLst>
        </pc:spChg>
        <pc:spChg chg="mod">
          <ac:chgData name="한나 조" userId="65a288ce2c9026c1" providerId="LiveId" clId="{C15A6EEB-526C-46C9-82AA-A02ABBD41001}" dt="2026-07-01T02:06:46.540" v="16087" actId="571"/>
          <ac:spMkLst>
            <pc:docMk/>
            <pc:sldMk cId="1601683360" sldId="1983"/>
            <ac:spMk id="120" creationId="{4DB27897-D0FA-1612-2754-D3F291745C82}"/>
          </ac:spMkLst>
        </pc:spChg>
        <pc:spChg chg="add mod topLvl">
          <ac:chgData name="한나 조" userId="65a288ce2c9026c1" providerId="LiveId" clId="{C15A6EEB-526C-46C9-82AA-A02ABBD41001}" dt="2026-07-01T02:49:47.680" v="18403" actId="20577"/>
          <ac:spMkLst>
            <pc:docMk/>
            <pc:sldMk cId="1601683360" sldId="1983"/>
            <ac:spMk id="121" creationId="{9294F6E6-CB20-4D78-2830-90F176BD7168}"/>
          </ac:spMkLst>
        </pc:spChg>
        <pc:spChg chg="mod">
          <ac:chgData name="한나 조" userId="65a288ce2c9026c1" providerId="LiveId" clId="{C15A6EEB-526C-46C9-82AA-A02ABBD41001}" dt="2026-06-30T17:04:50.922" v="11016" actId="165"/>
          <ac:spMkLst>
            <pc:docMk/>
            <pc:sldMk cId="1601683360" sldId="1983"/>
            <ac:spMk id="129" creationId="{5293DDC5-A278-1C55-36BC-A7DA5FAA10F7}"/>
          </ac:spMkLst>
        </pc:spChg>
        <pc:spChg chg="mod">
          <ac:chgData name="한나 조" userId="65a288ce2c9026c1" providerId="LiveId" clId="{C15A6EEB-526C-46C9-82AA-A02ABBD41001}" dt="2026-06-30T16:59:30.491" v="10795" actId="20577"/>
          <ac:spMkLst>
            <pc:docMk/>
            <pc:sldMk cId="1601683360" sldId="1983"/>
            <ac:spMk id="131" creationId="{199E534E-5D3C-748F-E6DF-9D000F55348A}"/>
          </ac:spMkLst>
        </pc:spChg>
        <pc:spChg chg="mod">
          <ac:chgData name="한나 조" userId="65a288ce2c9026c1" providerId="LiveId" clId="{C15A6EEB-526C-46C9-82AA-A02ABBD41001}" dt="2026-06-30T17:04:50.922" v="11016" actId="165"/>
          <ac:spMkLst>
            <pc:docMk/>
            <pc:sldMk cId="1601683360" sldId="1983"/>
            <ac:spMk id="133" creationId="{7A797BB0-D2C3-F169-15F8-DEFC470A9E38}"/>
          </ac:spMkLst>
        </pc:spChg>
        <pc:spChg chg="mod">
          <ac:chgData name="한나 조" userId="65a288ce2c9026c1" providerId="LiveId" clId="{C15A6EEB-526C-46C9-82AA-A02ABBD41001}" dt="2026-06-30T17:04:50.922" v="11016" actId="165"/>
          <ac:spMkLst>
            <pc:docMk/>
            <pc:sldMk cId="1601683360" sldId="1983"/>
            <ac:spMk id="134" creationId="{24E018E8-F3F1-A96B-5F0B-CE4043B80C5D}"/>
          </ac:spMkLst>
        </pc:spChg>
        <pc:spChg chg="mod topLvl">
          <ac:chgData name="한나 조" userId="65a288ce2c9026c1" providerId="LiveId" clId="{C15A6EEB-526C-46C9-82AA-A02ABBD41001}" dt="2026-06-30T17:04:50.922" v="11016" actId="165"/>
          <ac:spMkLst>
            <pc:docMk/>
            <pc:sldMk cId="1601683360" sldId="1983"/>
            <ac:spMk id="136" creationId="{4FDD4264-6962-524A-CF1B-5FB306F6FCFE}"/>
          </ac:spMkLst>
        </pc:spChg>
        <pc:spChg chg="mod topLvl">
          <ac:chgData name="한나 조" userId="65a288ce2c9026c1" providerId="LiveId" clId="{C15A6EEB-526C-46C9-82AA-A02ABBD41001}" dt="2026-06-30T17:02:59.065" v="10952" actId="164"/>
          <ac:spMkLst>
            <pc:docMk/>
            <pc:sldMk cId="1601683360" sldId="1983"/>
            <ac:spMk id="137" creationId="{10555E9E-FD43-6CCA-C6DF-5E3F8C9A82B3}"/>
          </ac:spMkLst>
        </pc:spChg>
        <pc:spChg chg="add mod">
          <ac:chgData name="한나 조" userId="65a288ce2c9026c1" providerId="LiveId" clId="{C15A6EEB-526C-46C9-82AA-A02ABBD41001}" dt="2026-06-30T17:04:50.922" v="11016" actId="165"/>
          <ac:spMkLst>
            <pc:docMk/>
            <pc:sldMk cId="1601683360" sldId="1983"/>
            <ac:spMk id="138" creationId="{280307E6-E6C4-163D-03BE-D1FE4F1593E7}"/>
          </ac:spMkLst>
        </pc:spChg>
        <pc:spChg chg="add mod">
          <ac:chgData name="한나 조" userId="65a288ce2c9026c1" providerId="LiveId" clId="{C15A6EEB-526C-46C9-82AA-A02ABBD41001}" dt="2026-06-30T17:04:50.922" v="11016" actId="165"/>
          <ac:spMkLst>
            <pc:docMk/>
            <pc:sldMk cId="1601683360" sldId="1983"/>
            <ac:spMk id="139" creationId="{86E9C038-29AE-B773-E34A-0DDA44134084}"/>
          </ac:spMkLst>
        </pc:spChg>
        <pc:spChg chg="add mod">
          <ac:chgData name="한나 조" userId="65a288ce2c9026c1" providerId="LiveId" clId="{C15A6EEB-526C-46C9-82AA-A02ABBD41001}" dt="2026-06-30T17:05:24.322" v="11026" actId="1037"/>
          <ac:spMkLst>
            <pc:docMk/>
            <pc:sldMk cId="1601683360" sldId="1983"/>
            <ac:spMk id="141" creationId="{D7F298C1-CA9C-FEAC-8C0F-B20201448D15}"/>
          </ac:spMkLst>
        </pc:spChg>
        <pc:spChg chg="mod ord">
          <ac:chgData name="한나 조" userId="65a288ce2c9026c1" providerId="LiveId" clId="{C15A6EEB-526C-46C9-82AA-A02ABBD41001}" dt="2026-07-01T02:06:17.100" v="16082" actId="14100"/>
          <ac:spMkLst>
            <pc:docMk/>
            <pc:sldMk cId="1601683360" sldId="1983"/>
            <ac:spMk id="164" creationId="{6B91614C-417C-A46D-71C5-192CB7D03793}"/>
          </ac:spMkLst>
        </pc:spChg>
        <pc:spChg chg="add del mod">
          <ac:chgData name="한나 조" userId="65a288ce2c9026c1" providerId="LiveId" clId="{C15A6EEB-526C-46C9-82AA-A02ABBD41001}" dt="2026-07-01T02:01:13.638" v="15672" actId="1076"/>
          <ac:spMkLst>
            <pc:docMk/>
            <pc:sldMk cId="1601683360" sldId="1983"/>
            <ac:spMk id="174" creationId="{E8F38741-7839-A3A1-73A1-B904AFBC0706}"/>
          </ac:spMkLst>
        </pc:spChg>
        <pc:spChg chg="add mod">
          <ac:chgData name="한나 조" userId="65a288ce2c9026c1" providerId="LiveId" clId="{C15A6EEB-526C-46C9-82AA-A02ABBD41001}" dt="2026-07-01T02:01:44.647" v="15675" actId="14100"/>
          <ac:spMkLst>
            <pc:docMk/>
            <pc:sldMk cId="1601683360" sldId="1983"/>
            <ac:spMk id="177" creationId="{59D33979-B49B-E47B-6CED-53D425DB43DE}"/>
          </ac:spMkLst>
        </pc:spChg>
        <pc:spChg chg="add mod">
          <ac:chgData name="한나 조" userId="65a288ce2c9026c1" providerId="LiveId" clId="{C15A6EEB-526C-46C9-82AA-A02ABBD41001}" dt="2026-07-01T02:06:46.540" v="16087" actId="571"/>
          <ac:spMkLst>
            <pc:docMk/>
            <pc:sldMk cId="1601683360" sldId="1983"/>
            <ac:spMk id="178" creationId="{F49A1E01-A1DC-52ED-8D9F-A74CBE80F63D}"/>
          </ac:spMkLst>
        </pc:spChg>
        <pc:spChg chg="add mod">
          <ac:chgData name="한나 조" userId="65a288ce2c9026c1" providerId="LiveId" clId="{C15A6EEB-526C-46C9-82AA-A02ABBD41001}" dt="2026-07-01T02:06:54.337" v="16094" actId="571"/>
          <ac:spMkLst>
            <pc:docMk/>
            <pc:sldMk cId="1601683360" sldId="1983"/>
            <ac:spMk id="179" creationId="{D2E18F11-CE93-C805-C8FB-2048830FBB6D}"/>
          </ac:spMkLst>
        </pc:spChg>
        <pc:spChg chg="add mod">
          <ac:chgData name="한나 조" userId="65a288ce2c9026c1" providerId="LiveId" clId="{C15A6EEB-526C-46C9-82AA-A02ABBD41001}" dt="2026-07-01T02:55:47.634" v="18512" actId="2085"/>
          <ac:spMkLst>
            <pc:docMk/>
            <pc:sldMk cId="1601683360" sldId="1983"/>
            <ac:spMk id="180" creationId="{01A368DA-9092-8087-1B6B-6A9ED8BA8810}"/>
          </ac:spMkLst>
        </pc:spChg>
        <pc:spChg chg="mod">
          <ac:chgData name="한나 조" userId="65a288ce2c9026c1" providerId="LiveId" clId="{C15A6EEB-526C-46C9-82AA-A02ABBD41001}" dt="2026-07-01T02:06:54.337" v="16094" actId="571"/>
          <ac:spMkLst>
            <pc:docMk/>
            <pc:sldMk cId="1601683360" sldId="1983"/>
            <ac:spMk id="182" creationId="{8E0B9BE1-4559-4097-5E69-14C17D409195}"/>
          </ac:spMkLst>
        </pc:spChg>
        <pc:spChg chg="mod">
          <ac:chgData name="한나 조" userId="65a288ce2c9026c1" providerId="LiveId" clId="{C15A6EEB-526C-46C9-82AA-A02ABBD41001}" dt="2026-07-01T02:06:46.540" v="16087" actId="571"/>
          <ac:spMkLst>
            <pc:docMk/>
            <pc:sldMk cId="1601683360" sldId="1983"/>
            <ac:spMk id="184" creationId="{CE31D7F3-10CF-BFDE-22B1-044AA88197A6}"/>
          </ac:spMkLst>
        </pc:spChg>
        <pc:spChg chg="add mod">
          <ac:chgData name="한나 조" userId="65a288ce2c9026c1" providerId="LiveId" clId="{C15A6EEB-526C-46C9-82AA-A02ABBD41001}" dt="2026-07-01T02:49:20.184" v="18357" actId="20577"/>
          <ac:spMkLst>
            <pc:docMk/>
            <pc:sldMk cId="1601683360" sldId="1983"/>
            <ac:spMk id="188" creationId="{747E5FEC-C3C8-88C7-3B38-F5FF5A49B5D9}"/>
          </ac:spMkLst>
        </pc:spChg>
        <pc:spChg chg="add mod">
          <ac:chgData name="한나 조" userId="65a288ce2c9026c1" providerId="LiveId" clId="{C15A6EEB-526C-46C9-82AA-A02ABBD41001}" dt="2026-07-01T02:01:28.204" v="15674" actId="1076"/>
          <ac:spMkLst>
            <pc:docMk/>
            <pc:sldMk cId="1601683360" sldId="1983"/>
            <ac:spMk id="189" creationId="{A13856A6-CD0D-B75F-9E5D-21D0FFE9796D}"/>
          </ac:spMkLst>
        </pc:spChg>
        <pc:spChg chg="add mod">
          <ac:chgData name="한나 조" userId="65a288ce2c9026c1" providerId="LiveId" clId="{C15A6EEB-526C-46C9-82AA-A02ABBD41001}" dt="2026-07-01T02:06:14.218" v="16080"/>
          <ac:spMkLst>
            <pc:docMk/>
            <pc:sldMk cId="1601683360" sldId="1983"/>
            <ac:spMk id="190" creationId="{2D6BDC46-DD18-4D6A-8EDA-57BFE1E1392C}"/>
          </ac:spMkLst>
        </pc:spChg>
        <pc:spChg chg="add mod">
          <ac:chgData name="한나 조" userId="65a288ce2c9026c1" providerId="LiveId" clId="{C15A6EEB-526C-46C9-82AA-A02ABBD41001}" dt="2026-07-01T02:06:23.374" v="16084" actId="20577"/>
          <ac:spMkLst>
            <pc:docMk/>
            <pc:sldMk cId="1601683360" sldId="1983"/>
            <ac:spMk id="191" creationId="{D9DCD454-B385-E59B-46E7-59BDC172CB04}"/>
          </ac:spMkLst>
        </pc:spChg>
        <pc:spChg chg="mod">
          <ac:chgData name="한나 조" userId="65a288ce2c9026c1" providerId="LiveId" clId="{C15A6EEB-526C-46C9-82AA-A02ABBD41001}" dt="2026-07-01T02:06:50.315" v="16093"/>
          <ac:spMkLst>
            <pc:docMk/>
            <pc:sldMk cId="1601683360" sldId="1983"/>
            <ac:spMk id="194" creationId="{CA6D885B-86E4-63B3-129D-8926747E161E}"/>
          </ac:spMkLst>
        </pc:spChg>
        <pc:spChg chg="add mod">
          <ac:chgData name="한나 조" userId="65a288ce2c9026c1" providerId="LiveId" clId="{C15A6EEB-526C-46C9-82AA-A02ABBD41001}" dt="2026-07-01T02:06:59.750" v="16100"/>
          <ac:spMkLst>
            <pc:docMk/>
            <pc:sldMk cId="1601683360" sldId="1983"/>
            <ac:spMk id="195" creationId="{6CC8A522-854E-7F5D-F2CB-E5F972CBFC4A}"/>
          </ac:spMkLst>
        </pc:spChg>
        <pc:grpChg chg="mod ord">
          <ac:chgData name="한나 조" userId="65a288ce2c9026c1" providerId="LiveId" clId="{C15A6EEB-526C-46C9-82AA-A02ABBD41001}" dt="2026-06-30T09:15:39.277" v="9286" actId="1076"/>
          <ac:grpSpMkLst>
            <pc:docMk/>
            <pc:sldMk cId="1601683360" sldId="1983"/>
            <ac:grpSpMk id="24" creationId="{7758CCA1-B4B8-6CC2-80A9-AC59CAA399D7}"/>
          </ac:grpSpMkLst>
        </pc:grpChg>
        <pc:grpChg chg="add mod">
          <ac:chgData name="한나 조" userId="65a288ce2c9026c1" providerId="LiveId" clId="{C15A6EEB-526C-46C9-82AA-A02ABBD41001}" dt="2026-06-30T17:05:08.974" v="11018" actId="164"/>
          <ac:grpSpMkLst>
            <pc:docMk/>
            <pc:sldMk cId="1601683360" sldId="1983"/>
            <ac:grpSpMk id="96" creationId="{7CFF455D-0C88-3D1E-C68B-4F05471C1791}"/>
          </ac:grpSpMkLst>
        </pc:grpChg>
        <pc:grpChg chg="mod">
          <ac:chgData name="한나 조" userId="65a288ce2c9026c1" providerId="LiveId" clId="{C15A6EEB-526C-46C9-82AA-A02ABBD41001}" dt="2026-06-30T17:06:16.415" v="11033" actId="164"/>
          <ac:grpSpMkLst>
            <pc:docMk/>
            <pc:sldMk cId="1601683360" sldId="1983"/>
            <ac:grpSpMk id="117" creationId="{76809C27-12A3-87E1-306D-EE0F1734CBE5}"/>
          </ac:grpSpMkLst>
        </pc:grpChg>
        <pc:grpChg chg="add mod">
          <ac:chgData name="한나 조" userId="65a288ce2c9026c1" providerId="LiveId" clId="{C15A6EEB-526C-46C9-82AA-A02ABBD41001}" dt="2026-06-30T17:05:08.974" v="11018" actId="164"/>
          <ac:grpSpMkLst>
            <pc:docMk/>
            <pc:sldMk cId="1601683360" sldId="1983"/>
            <ac:grpSpMk id="126" creationId="{259CAF40-51C4-6F33-969C-6519E95300BE}"/>
          </ac:grpSpMkLst>
        </pc:grpChg>
        <pc:grpChg chg="add mod">
          <ac:chgData name="한나 조" userId="65a288ce2c9026c1" providerId="LiveId" clId="{C15A6EEB-526C-46C9-82AA-A02ABBD41001}" dt="2026-06-30T17:05:08.974" v="11018" actId="164"/>
          <ac:grpSpMkLst>
            <pc:docMk/>
            <pc:sldMk cId="1601683360" sldId="1983"/>
            <ac:grpSpMk id="132" creationId="{C4EB32E9-73B2-68D1-2AC1-2050CEBC9617}"/>
          </ac:grpSpMkLst>
        </pc:grpChg>
        <pc:grpChg chg="add mod">
          <ac:chgData name="한나 조" userId="65a288ce2c9026c1" providerId="LiveId" clId="{C15A6EEB-526C-46C9-82AA-A02ABBD41001}" dt="2026-06-30T17:05:08.974" v="11018" actId="164"/>
          <ac:grpSpMkLst>
            <pc:docMk/>
            <pc:sldMk cId="1601683360" sldId="1983"/>
            <ac:grpSpMk id="140" creationId="{F43E0BE2-879F-48AE-7142-35D80B6B0707}"/>
          </ac:grpSpMkLst>
        </pc:grpChg>
        <pc:grpChg chg="add mod">
          <ac:chgData name="한나 조" userId="65a288ce2c9026c1" providerId="LiveId" clId="{C15A6EEB-526C-46C9-82AA-A02ABBD41001}" dt="2026-06-30T17:05:08.974" v="11018" actId="164"/>
          <ac:grpSpMkLst>
            <pc:docMk/>
            <pc:sldMk cId="1601683360" sldId="1983"/>
            <ac:grpSpMk id="142" creationId="{2DE91286-73CE-3313-B83C-389A671C22F4}"/>
          </ac:grpSpMkLst>
        </pc:grpChg>
        <pc:grpChg chg="mod">
          <ac:chgData name="한나 조" userId="65a288ce2c9026c1" providerId="LiveId" clId="{C15A6EEB-526C-46C9-82AA-A02ABBD41001}" dt="2026-07-01T02:01:13.638" v="15672" actId="1076"/>
          <ac:grpSpMkLst>
            <pc:docMk/>
            <pc:sldMk cId="1601683360" sldId="1983"/>
            <ac:grpSpMk id="167" creationId="{0CF6EEE9-7B86-57A7-4E7A-7FBB843B7300}"/>
          </ac:grpSpMkLst>
        </pc:grpChg>
        <pc:grpChg chg="add mod">
          <ac:chgData name="한나 조" userId="65a288ce2c9026c1" providerId="LiveId" clId="{C15A6EEB-526C-46C9-82AA-A02ABBD41001}" dt="2026-06-30T17:06:19.408" v="11034" actId="164"/>
          <ac:grpSpMkLst>
            <pc:docMk/>
            <pc:sldMk cId="1601683360" sldId="1983"/>
            <ac:grpSpMk id="181" creationId="{F2A1F3BA-32D5-26E8-87D0-34C77004D663}"/>
          </ac:grpSpMkLst>
        </pc:grpChg>
        <pc:grpChg chg="add mod">
          <ac:chgData name="한나 조" userId="65a288ce2c9026c1" providerId="LiveId" clId="{C15A6EEB-526C-46C9-82AA-A02ABBD41001}" dt="2026-06-30T17:06:57.141" v="11051" actId="164"/>
          <ac:grpSpMkLst>
            <pc:docMk/>
            <pc:sldMk cId="1601683360" sldId="1983"/>
            <ac:grpSpMk id="185" creationId="{DD0F5998-0C25-4A86-D6E4-ADABDE6C9C89}"/>
          </ac:grpSpMkLst>
        </pc:grpChg>
        <pc:grpChg chg="add mod">
          <ac:chgData name="한나 조" userId="65a288ce2c9026c1" providerId="LiveId" clId="{C15A6EEB-526C-46C9-82AA-A02ABBD41001}" dt="2026-06-30T17:06:57.141" v="11051" actId="164"/>
          <ac:grpSpMkLst>
            <pc:docMk/>
            <pc:sldMk cId="1601683360" sldId="1983"/>
            <ac:grpSpMk id="186" creationId="{A8D03010-74BA-AD80-17A8-94BB468AC023}"/>
          </ac:grpSpMkLst>
        </pc:grpChg>
        <pc:grpChg chg="add mod">
          <ac:chgData name="한나 조" userId="65a288ce2c9026c1" providerId="LiveId" clId="{C15A6EEB-526C-46C9-82AA-A02ABBD41001}" dt="2026-07-01T02:01:28.204" v="15674" actId="1076"/>
          <ac:grpSpMkLst>
            <pc:docMk/>
            <pc:sldMk cId="1601683360" sldId="1983"/>
            <ac:grpSpMk id="187" creationId="{B2E0D016-013A-A09D-01C7-BCE43A7CF2F3}"/>
          </ac:grpSpMkLst>
        </pc:grpChg>
        <pc:graphicFrameChg chg="add mod modGraphic">
          <ac:chgData name="한나 조" userId="65a288ce2c9026c1" providerId="LiveId" clId="{C15A6EEB-526C-46C9-82AA-A02ABBD41001}" dt="2026-07-03T01:35:08.083" v="23269" actId="20577"/>
          <ac:graphicFrameMkLst>
            <pc:docMk/>
            <pc:sldMk cId="1601683360" sldId="1983"/>
            <ac:graphicFrameMk id="16" creationId="{415D0B63-1697-8A5A-F5A4-05EC8F1448FB}"/>
          </ac:graphicFrameMkLst>
        </pc:graphicFrameChg>
      </pc:sldChg>
      <pc:sldChg chg="addSp delSp modSp add mod">
        <pc:chgData name="한나 조" userId="65a288ce2c9026c1" providerId="LiveId" clId="{C15A6EEB-526C-46C9-82AA-A02ABBD41001}" dt="2026-07-01T07:34:53.332" v="18853"/>
        <pc:sldMkLst>
          <pc:docMk/>
          <pc:sldMk cId="1401134519" sldId="1984"/>
        </pc:sldMkLst>
        <pc:spChg chg="add mod">
          <ac:chgData name="한나 조" userId="65a288ce2c9026c1" providerId="LiveId" clId="{C15A6EEB-526C-46C9-82AA-A02ABBD41001}" dt="2026-06-30T09:19:16.253" v="9425" actId="164"/>
          <ac:spMkLst>
            <pc:docMk/>
            <pc:sldMk cId="1401134519" sldId="1984"/>
            <ac:spMk id="2" creationId="{E0759606-89DD-3A53-E707-1F2F20EB409E}"/>
          </ac:spMkLst>
        </pc:spChg>
        <pc:spChg chg="mod">
          <ac:chgData name="한나 조" userId="65a288ce2c9026c1" providerId="LiveId" clId="{C15A6EEB-526C-46C9-82AA-A02ABBD41001}" dt="2026-06-30T09:16:20.432" v="9317"/>
          <ac:spMkLst>
            <pc:docMk/>
            <pc:sldMk cId="1401134519" sldId="1984"/>
            <ac:spMk id="3" creationId="{C2EA1657-99D2-21F6-222A-5A8E91B9D934}"/>
          </ac:spMkLst>
        </pc:spChg>
        <pc:spChg chg="mod">
          <ac:chgData name="한나 조" userId="65a288ce2c9026c1" providerId="LiveId" clId="{C15A6EEB-526C-46C9-82AA-A02ABBD41001}" dt="2026-07-01T07:34:53.332" v="18853"/>
          <ac:spMkLst>
            <pc:docMk/>
            <pc:sldMk cId="1401134519" sldId="1984"/>
            <ac:spMk id="4" creationId="{5BB70A53-6150-C3F3-AD8C-A01A3DAD3131}"/>
          </ac:spMkLst>
        </pc:spChg>
        <pc:spChg chg="mod">
          <ac:chgData name="한나 조" userId="65a288ce2c9026c1" providerId="LiveId" clId="{C15A6EEB-526C-46C9-82AA-A02ABBD41001}" dt="2026-06-30T09:20:41.559" v="9493" actId="1036"/>
          <ac:spMkLst>
            <pc:docMk/>
            <pc:sldMk cId="1401134519" sldId="1984"/>
            <ac:spMk id="14" creationId="{F8540799-78B2-F340-EF6B-07BE3B80BD5E}"/>
          </ac:spMkLst>
        </pc:spChg>
        <pc:spChg chg="mod">
          <ac:chgData name="한나 조" userId="65a288ce2c9026c1" providerId="LiveId" clId="{C15A6EEB-526C-46C9-82AA-A02ABBD41001}" dt="2026-06-30T09:16:16.409" v="9304"/>
          <ac:spMkLst>
            <pc:docMk/>
            <pc:sldMk cId="1401134519" sldId="1984"/>
            <ac:spMk id="15" creationId="{B3D22750-1774-1840-7761-A9696ADD6E42}"/>
          </ac:spMkLst>
        </pc:spChg>
        <pc:spChg chg="mod">
          <ac:chgData name="한나 조" userId="65a288ce2c9026c1" providerId="LiveId" clId="{C15A6EEB-526C-46C9-82AA-A02ABBD41001}" dt="2026-06-30T09:20:29.629" v="9485" actId="1076"/>
          <ac:spMkLst>
            <pc:docMk/>
            <pc:sldMk cId="1401134519" sldId="1984"/>
            <ac:spMk id="19" creationId="{5D594942-1B51-6D8D-B24E-2349D8240D5F}"/>
          </ac:spMkLst>
        </pc:spChg>
        <pc:spChg chg="mod">
          <ac:chgData name="한나 조" userId="65a288ce2c9026c1" providerId="LiveId" clId="{C15A6EEB-526C-46C9-82AA-A02ABBD41001}" dt="2026-06-30T09:20:35.305" v="9486" actId="14100"/>
          <ac:spMkLst>
            <pc:docMk/>
            <pc:sldMk cId="1401134519" sldId="1984"/>
            <ac:spMk id="20" creationId="{16342B95-9018-1F1A-196B-DA605975FC71}"/>
          </ac:spMkLst>
        </pc:spChg>
        <pc:spChg chg="add mod topLvl">
          <ac:chgData name="한나 조" userId="65a288ce2c9026c1" providerId="LiveId" clId="{C15A6EEB-526C-46C9-82AA-A02ABBD41001}" dt="2026-06-30T09:19:13.701" v="9424" actId="164"/>
          <ac:spMkLst>
            <pc:docMk/>
            <pc:sldMk cId="1401134519" sldId="1984"/>
            <ac:spMk id="21" creationId="{953FCECA-D777-2A37-BF85-FBA7F2269729}"/>
          </ac:spMkLst>
        </pc:spChg>
        <pc:spChg chg="mod">
          <ac:chgData name="한나 조" userId="65a288ce2c9026c1" providerId="LiveId" clId="{C15A6EEB-526C-46C9-82AA-A02ABBD41001}" dt="2026-06-30T09:20:29.629" v="9485" actId="1076"/>
          <ac:spMkLst>
            <pc:docMk/>
            <pc:sldMk cId="1401134519" sldId="1984"/>
            <ac:spMk id="22" creationId="{50AD96C2-A6E1-0D08-6321-8FD1AA8DD736}"/>
          </ac:spMkLst>
        </pc:spChg>
        <pc:spChg chg="add mod topLvl">
          <ac:chgData name="한나 조" userId="65a288ce2c9026c1" providerId="LiveId" clId="{C15A6EEB-526C-46C9-82AA-A02ABBD41001}" dt="2026-06-30T09:19:13.701" v="9424" actId="164"/>
          <ac:spMkLst>
            <pc:docMk/>
            <pc:sldMk cId="1401134519" sldId="1984"/>
            <ac:spMk id="23" creationId="{24F88EA8-4B42-B4B1-3625-0CAED1E7E454}"/>
          </ac:spMkLst>
        </pc:spChg>
        <pc:spChg chg="add mod topLvl">
          <ac:chgData name="한나 조" userId="65a288ce2c9026c1" providerId="LiveId" clId="{C15A6EEB-526C-46C9-82AA-A02ABBD41001}" dt="2026-06-30T09:19:13.701" v="9424" actId="164"/>
          <ac:spMkLst>
            <pc:docMk/>
            <pc:sldMk cId="1401134519" sldId="1984"/>
            <ac:spMk id="25" creationId="{76216FA6-C01F-C2A1-EA50-97A9F160790B}"/>
          </ac:spMkLst>
        </pc:spChg>
        <pc:spChg chg="add mod topLvl">
          <ac:chgData name="한나 조" userId="65a288ce2c9026c1" providerId="LiveId" clId="{C15A6EEB-526C-46C9-82AA-A02ABBD41001}" dt="2026-06-30T09:19:13.701" v="9424" actId="164"/>
          <ac:spMkLst>
            <pc:docMk/>
            <pc:sldMk cId="1401134519" sldId="1984"/>
            <ac:spMk id="26" creationId="{5C8EDE17-87A8-056E-1CFC-CEC951E3C581}"/>
          </ac:spMkLst>
        </pc:spChg>
        <pc:spChg chg="mod">
          <ac:chgData name="한나 조" userId="65a288ce2c9026c1" providerId="LiveId" clId="{C15A6EEB-526C-46C9-82AA-A02ABBD41001}" dt="2026-06-30T09:19:16.253" v="9425" actId="164"/>
          <ac:spMkLst>
            <pc:docMk/>
            <pc:sldMk cId="1401134519" sldId="1984"/>
            <ac:spMk id="27" creationId="{4AD0BDA6-1623-C2D9-D86E-4F3F2631B079}"/>
          </ac:spMkLst>
        </pc:spChg>
        <pc:spChg chg="add mod">
          <ac:chgData name="한나 조" userId="65a288ce2c9026c1" providerId="LiveId" clId="{C15A6EEB-526C-46C9-82AA-A02ABBD41001}" dt="2026-06-30T09:19:13.701" v="9424" actId="164"/>
          <ac:spMkLst>
            <pc:docMk/>
            <pc:sldMk cId="1401134519" sldId="1984"/>
            <ac:spMk id="30" creationId="{BFF2A8D2-6F71-6ED7-FD42-8DDEF96AF262}"/>
          </ac:spMkLst>
        </pc:spChg>
        <pc:spChg chg="add mod">
          <ac:chgData name="한나 조" userId="65a288ce2c9026c1" providerId="LiveId" clId="{C15A6EEB-526C-46C9-82AA-A02ABBD41001}" dt="2026-06-30T09:19:16.253" v="9425" actId="164"/>
          <ac:spMkLst>
            <pc:docMk/>
            <pc:sldMk cId="1401134519" sldId="1984"/>
            <ac:spMk id="32" creationId="{D238121B-6F4F-982F-C1ED-3D548A1625E4}"/>
          </ac:spMkLst>
        </pc:spChg>
        <pc:spChg chg="mod">
          <ac:chgData name="한나 조" userId="65a288ce2c9026c1" providerId="LiveId" clId="{C15A6EEB-526C-46C9-82AA-A02ABBD41001}" dt="2026-06-30T09:20:16.288" v="9484" actId="20577"/>
          <ac:spMkLst>
            <pc:docMk/>
            <pc:sldMk cId="1401134519" sldId="1984"/>
            <ac:spMk id="47" creationId="{6A2402B6-9C02-68E7-7132-8F83FBFB0DBC}"/>
          </ac:spMkLst>
        </pc:spChg>
        <pc:spChg chg="mod">
          <ac:chgData name="한나 조" userId="65a288ce2c9026c1" providerId="LiveId" clId="{C15A6EEB-526C-46C9-82AA-A02ABBD41001}" dt="2026-06-30T09:20:10.902" v="9482" actId="20577"/>
          <ac:spMkLst>
            <pc:docMk/>
            <pc:sldMk cId="1401134519" sldId="1984"/>
            <ac:spMk id="53" creationId="{B36D4DBB-8C6B-9828-A45D-135DD8B0DF64}"/>
          </ac:spMkLst>
        </pc:spChg>
        <pc:spChg chg="mod">
          <ac:chgData name="한나 조" userId="65a288ce2c9026c1" providerId="LiveId" clId="{C15A6EEB-526C-46C9-82AA-A02ABBD41001}" dt="2026-06-30T09:19:36.623" v="9443"/>
          <ac:spMkLst>
            <pc:docMk/>
            <pc:sldMk cId="1401134519" sldId="1984"/>
            <ac:spMk id="56" creationId="{FC1EE1BA-9342-14AB-FAD8-E1F59C526E7A}"/>
          </ac:spMkLst>
        </pc:spChg>
        <pc:spChg chg="mod">
          <ac:chgData name="한나 조" userId="65a288ce2c9026c1" providerId="LiveId" clId="{C15A6EEB-526C-46C9-82AA-A02ABBD41001}" dt="2026-06-30T09:21:03.395" v="9504" actId="14100"/>
          <ac:spMkLst>
            <pc:docMk/>
            <pc:sldMk cId="1401134519" sldId="1984"/>
            <ac:spMk id="58" creationId="{BEA930D3-1D66-225E-E4D0-57957474D11E}"/>
          </ac:spMkLst>
        </pc:spChg>
        <pc:spChg chg="mod">
          <ac:chgData name="한나 조" userId="65a288ce2c9026c1" providerId="LiveId" clId="{C15A6EEB-526C-46C9-82AA-A02ABBD41001}" dt="2026-07-01T02:10:56.152" v="16390"/>
          <ac:spMkLst>
            <pc:docMk/>
            <pc:sldMk cId="1401134519" sldId="1984"/>
            <ac:spMk id="59" creationId="{0F2A678E-838C-058D-B925-5BC149EA657B}"/>
          </ac:spMkLst>
        </pc:spChg>
        <pc:spChg chg="mod">
          <ac:chgData name="한나 조" userId="65a288ce2c9026c1" providerId="LiveId" clId="{C15A6EEB-526C-46C9-82AA-A02ABBD41001}" dt="2026-06-30T09:20:52.533" v="9501"/>
          <ac:spMkLst>
            <pc:docMk/>
            <pc:sldMk cId="1401134519" sldId="1984"/>
            <ac:spMk id="71" creationId="{58687749-76AB-EB06-E11F-F8A2B5A52DDA}"/>
          </ac:spMkLst>
        </pc:spChg>
        <pc:spChg chg="add mod">
          <ac:chgData name="한나 조" userId="65a288ce2c9026c1" providerId="LiveId" clId="{C15A6EEB-526C-46C9-82AA-A02ABBD41001}" dt="2026-06-30T09:28:22.980" v="9584" actId="20577"/>
          <ac:spMkLst>
            <pc:docMk/>
            <pc:sldMk cId="1401134519" sldId="1984"/>
            <ac:spMk id="72" creationId="{AEE144B1-EC74-760A-97A7-A198F941E37B}"/>
          </ac:spMkLst>
        </pc:spChg>
        <pc:spChg chg="add mod">
          <ac:chgData name="한나 조" userId="65a288ce2c9026c1" providerId="LiveId" clId="{C15A6EEB-526C-46C9-82AA-A02ABBD41001}" dt="2026-06-30T09:28:25.820" v="9585" actId="20577"/>
          <ac:spMkLst>
            <pc:docMk/>
            <pc:sldMk cId="1401134519" sldId="1984"/>
            <ac:spMk id="73" creationId="{220DE70C-08A1-D57A-1016-9834F36BE612}"/>
          </ac:spMkLst>
        </pc:spChg>
        <pc:spChg chg="add mod">
          <ac:chgData name="한나 조" userId="65a288ce2c9026c1" providerId="LiveId" clId="{C15A6EEB-526C-46C9-82AA-A02ABBD41001}" dt="2026-06-30T09:28:30.453" v="9586" actId="20577"/>
          <ac:spMkLst>
            <pc:docMk/>
            <pc:sldMk cId="1401134519" sldId="1984"/>
            <ac:spMk id="79" creationId="{1C82EF2E-4E3A-6404-E385-81A1FB9A1E17}"/>
          </ac:spMkLst>
        </pc:spChg>
        <pc:spChg chg="add mod">
          <ac:chgData name="한나 조" userId="65a288ce2c9026c1" providerId="LiveId" clId="{C15A6EEB-526C-46C9-82AA-A02ABBD41001}" dt="2026-06-30T09:28:43.035" v="9589" actId="20577"/>
          <ac:spMkLst>
            <pc:docMk/>
            <pc:sldMk cId="1401134519" sldId="1984"/>
            <ac:spMk id="80" creationId="{CE3E1FE4-B81A-F7FA-9E3E-8EDAE1E99936}"/>
          </ac:spMkLst>
        </pc:spChg>
        <pc:spChg chg="add mod">
          <ac:chgData name="한나 조" userId="65a288ce2c9026c1" providerId="LiveId" clId="{C15A6EEB-526C-46C9-82AA-A02ABBD41001}" dt="2026-06-30T09:28:40.960" v="9588" actId="20577"/>
          <ac:spMkLst>
            <pc:docMk/>
            <pc:sldMk cId="1401134519" sldId="1984"/>
            <ac:spMk id="81" creationId="{3A698735-FF12-A2DC-C0E7-9C959977232B}"/>
          </ac:spMkLst>
        </pc:spChg>
        <pc:grpChg chg="add mod">
          <ac:chgData name="한나 조" userId="65a288ce2c9026c1" providerId="LiveId" clId="{C15A6EEB-526C-46C9-82AA-A02ABBD41001}" dt="2026-06-30T09:21:11.407" v="9505" actId="465"/>
          <ac:grpSpMkLst>
            <pc:docMk/>
            <pc:sldMk cId="1401134519" sldId="1984"/>
            <ac:grpSpMk id="34" creationId="{FC6752B8-D99E-8474-3D74-7E1E2DA17169}"/>
          </ac:grpSpMkLst>
        </pc:grpChg>
        <pc:grpChg chg="add mod">
          <ac:chgData name="한나 조" userId="65a288ce2c9026c1" providerId="LiveId" clId="{C15A6EEB-526C-46C9-82AA-A02ABBD41001}" dt="2026-06-30T09:20:29.629" v="9485" actId="1076"/>
          <ac:grpSpMkLst>
            <pc:docMk/>
            <pc:sldMk cId="1401134519" sldId="1984"/>
            <ac:grpSpMk id="38" creationId="{40456D03-F7DF-0C25-7B3A-702C3B593DA8}"/>
          </ac:grpSpMkLst>
        </pc:grpChg>
        <pc:grpChg chg="add mod">
          <ac:chgData name="한나 조" userId="65a288ce2c9026c1" providerId="LiveId" clId="{C15A6EEB-526C-46C9-82AA-A02ABBD41001}" dt="2026-06-30T09:21:11.407" v="9505" actId="465"/>
          <ac:grpSpMkLst>
            <pc:docMk/>
            <pc:sldMk cId="1401134519" sldId="1984"/>
            <ac:grpSpMk id="39" creationId="{55091441-6964-B871-73F6-222AE12CADB8}"/>
          </ac:grpSpMkLst>
        </pc:grpChg>
        <pc:grpChg chg="add mod">
          <ac:chgData name="한나 조" userId="65a288ce2c9026c1" providerId="LiveId" clId="{C15A6EEB-526C-46C9-82AA-A02ABBD41001}" dt="2026-06-30T09:20:48.861" v="9494" actId="571"/>
          <ac:grpSpMkLst>
            <pc:docMk/>
            <pc:sldMk cId="1401134519" sldId="1984"/>
            <ac:grpSpMk id="57" creationId="{6B4A432D-B8DD-46A8-7C74-A2BAA21A49B6}"/>
          </ac:grpSpMkLst>
        </pc:grpChg>
        <pc:grpChg chg="mod">
          <ac:chgData name="한나 조" userId="65a288ce2c9026c1" providerId="LiveId" clId="{C15A6EEB-526C-46C9-82AA-A02ABBD41001}" dt="2026-06-30T09:18:38.877" v="9411" actId="1076"/>
          <ac:grpSpMkLst>
            <pc:docMk/>
            <pc:sldMk cId="1401134519" sldId="1984"/>
            <ac:grpSpMk id="62" creationId="{FE6F4363-D069-E977-9763-1F08783A3B9C}"/>
          </ac:grpSpMkLst>
        </pc:grpChg>
        <pc:graphicFrameChg chg="mod modGraphic">
          <ac:chgData name="한나 조" userId="65a288ce2c9026c1" providerId="LiveId" clId="{C15A6EEB-526C-46C9-82AA-A02ABBD41001}" dt="2026-07-01T02:14:37.532" v="16885"/>
          <ac:graphicFrameMkLst>
            <pc:docMk/>
            <pc:sldMk cId="1401134519" sldId="1984"/>
            <ac:graphicFrameMk id="16" creationId="{FB8717EF-4554-AEC4-15D9-A4C053D38FA4}"/>
          </ac:graphicFrameMkLst>
        </pc:graphicFrameChg>
      </pc:sldChg>
      <pc:sldChg chg="addSp delSp modSp add mod ord">
        <pc:chgData name="한나 조" userId="65a288ce2c9026c1" providerId="LiveId" clId="{C15A6EEB-526C-46C9-82AA-A02ABBD41001}" dt="2026-07-01T07:35:05.283" v="18854"/>
        <pc:sldMkLst>
          <pc:docMk/>
          <pc:sldMk cId="3961056878" sldId="1986"/>
        </pc:sldMkLst>
        <pc:spChg chg="mod">
          <ac:chgData name="한나 조" userId="65a288ce2c9026c1" providerId="LiveId" clId="{C15A6EEB-526C-46C9-82AA-A02ABBD41001}" dt="2026-07-01T07:17:29.729" v="18554" actId="20577"/>
          <ac:spMkLst>
            <pc:docMk/>
            <pc:sldMk cId="3961056878" sldId="1986"/>
            <ac:spMk id="3" creationId="{A0F53C20-59DF-F723-6D48-3CAA4F7AF3EE}"/>
          </ac:spMkLst>
        </pc:spChg>
        <pc:spChg chg="mod">
          <ac:chgData name="한나 조" userId="65a288ce2c9026c1" providerId="LiveId" clId="{C15A6EEB-526C-46C9-82AA-A02ABBD41001}" dt="2026-07-01T07:34:43.970" v="18852" actId="207"/>
          <ac:spMkLst>
            <pc:docMk/>
            <pc:sldMk cId="3961056878" sldId="1986"/>
            <ac:spMk id="4" creationId="{EB7DC623-1B29-667A-F65D-CF62B0E7064B}"/>
          </ac:spMkLst>
        </pc:spChg>
        <pc:spChg chg="mod ord">
          <ac:chgData name="한나 조" userId="65a288ce2c9026c1" providerId="LiveId" clId="{C15A6EEB-526C-46C9-82AA-A02ABBD41001}" dt="2026-07-01T02:10:08.571" v="16274" actId="166"/>
          <ac:spMkLst>
            <pc:docMk/>
            <pc:sldMk cId="3961056878" sldId="1986"/>
            <ac:spMk id="14" creationId="{69AC5BD9-4399-BD49-C412-3B2608A91FB3}"/>
          </ac:spMkLst>
        </pc:spChg>
        <pc:spChg chg="mod">
          <ac:chgData name="한나 조" userId="65a288ce2c9026c1" providerId="LiveId" clId="{C15A6EEB-526C-46C9-82AA-A02ABBD41001}" dt="2026-07-01T07:35:05.283" v="18854"/>
          <ac:spMkLst>
            <pc:docMk/>
            <pc:sldMk cId="3961056878" sldId="1986"/>
            <ac:spMk id="15" creationId="{36AE3895-F380-5C9C-4928-EC3E1CCB51AC}"/>
          </ac:spMkLst>
        </pc:spChg>
        <pc:spChg chg="mod">
          <ac:chgData name="한나 조" userId="65a288ce2c9026c1" providerId="LiveId" clId="{C15A6EEB-526C-46C9-82AA-A02ABBD41001}" dt="2026-07-01T02:09:58.950" v="16272" actId="164"/>
          <ac:spMkLst>
            <pc:docMk/>
            <pc:sldMk cId="3961056878" sldId="1986"/>
            <ac:spMk id="20" creationId="{62FEC1A8-E2B0-E5B5-3F1F-C012132B90CF}"/>
          </ac:spMkLst>
        </pc:spChg>
        <pc:spChg chg="add mod">
          <ac:chgData name="한나 조" userId="65a288ce2c9026c1" providerId="LiveId" clId="{C15A6EEB-526C-46C9-82AA-A02ABBD41001}" dt="2026-07-01T02:09:08.931" v="16260" actId="1076"/>
          <ac:spMkLst>
            <pc:docMk/>
            <pc:sldMk cId="3961056878" sldId="1986"/>
            <ac:spMk id="21" creationId="{8F22CB35-1328-DCCC-CCBF-C3E6C7A06D15}"/>
          </ac:spMkLst>
        </pc:spChg>
        <pc:spChg chg="mod">
          <ac:chgData name="한나 조" userId="65a288ce2c9026c1" providerId="LiveId" clId="{C15A6EEB-526C-46C9-82AA-A02ABBD41001}" dt="2026-07-01T02:09:58.950" v="16272" actId="164"/>
          <ac:spMkLst>
            <pc:docMk/>
            <pc:sldMk cId="3961056878" sldId="1986"/>
            <ac:spMk id="22" creationId="{531E9889-60A9-4762-207C-3F0B84D79775}"/>
          </ac:spMkLst>
        </pc:spChg>
        <pc:spChg chg="add mod">
          <ac:chgData name="한나 조" userId="65a288ce2c9026c1" providerId="LiveId" clId="{C15A6EEB-526C-46C9-82AA-A02ABBD41001}" dt="2026-07-01T02:09:02.814" v="16259"/>
          <ac:spMkLst>
            <pc:docMk/>
            <pc:sldMk cId="3961056878" sldId="1986"/>
            <ac:spMk id="23" creationId="{71D1DF59-1F25-C80D-6D90-40F3E6B4D6F9}"/>
          </ac:spMkLst>
        </pc:spChg>
        <pc:spChg chg="add mod">
          <ac:chgData name="한나 조" userId="65a288ce2c9026c1" providerId="LiveId" clId="{C15A6EEB-526C-46C9-82AA-A02ABBD41001}" dt="2026-07-01T02:09:08.931" v="16260" actId="1076"/>
          <ac:spMkLst>
            <pc:docMk/>
            <pc:sldMk cId="3961056878" sldId="1986"/>
            <ac:spMk id="25" creationId="{9FF1B489-5716-F499-0C7F-48CD01FB13E4}"/>
          </ac:spMkLst>
        </pc:spChg>
        <pc:spChg chg="mod">
          <ac:chgData name="한나 조" userId="65a288ce2c9026c1" providerId="LiveId" clId="{C15A6EEB-526C-46C9-82AA-A02ABBD41001}" dt="2026-07-01T02:09:08.931" v="16260" actId="1076"/>
          <ac:spMkLst>
            <pc:docMk/>
            <pc:sldMk cId="3961056878" sldId="1986"/>
            <ac:spMk id="32" creationId="{737F7C7E-7E2D-9F65-424D-432970ADCE88}"/>
          </ac:spMkLst>
        </pc:spChg>
        <pc:spChg chg="add mod">
          <ac:chgData name="한나 조" userId="65a288ce2c9026c1" providerId="LiveId" clId="{C15A6EEB-526C-46C9-82AA-A02ABBD41001}" dt="2026-07-01T02:09:02.814" v="16259"/>
          <ac:spMkLst>
            <pc:docMk/>
            <pc:sldMk cId="3961056878" sldId="1986"/>
            <ac:spMk id="34" creationId="{B50FC549-485F-8F1B-0E5B-4737933556CF}"/>
          </ac:spMkLst>
        </pc:spChg>
        <pc:spChg chg="mod">
          <ac:chgData name="한나 조" userId="65a288ce2c9026c1" providerId="LiveId" clId="{C15A6EEB-526C-46C9-82AA-A02ABBD41001}" dt="2026-07-01T02:09:08.931" v="16260" actId="1076"/>
          <ac:spMkLst>
            <pc:docMk/>
            <pc:sldMk cId="3961056878" sldId="1986"/>
            <ac:spMk id="39" creationId="{A90CC4C2-3605-107A-0CE3-3A963DB7F3DF}"/>
          </ac:spMkLst>
        </pc:spChg>
        <pc:spChg chg="mod ord">
          <ac:chgData name="한나 조" userId="65a288ce2c9026c1" providerId="LiveId" clId="{C15A6EEB-526C-46C9-82AA-A02ABBD41001}" dt="2026-07-01T02:10:08.571" v="16274" actId="166"/>
          <ac:spMkLst>
            <pc:docMk/>
            <pc:sldMk cId="3961056878" sldId="1986"/>
            <ac:spMk id="40" creationId="{005DF17F-4B32-77AF-AD8F-7659F48BE2E8}"/>
          </ac:spMkLst>
        </pc:spChg>
        <pc:spChg chg="mod topLvl">
          <ac:chgData name="한나 조" userId="65a288ce2c9026c1" providerId="LiveId" clId="{C15A6EEB-526C-46C9-82AA-A02ABBD41001}" dt="2026-07-01T02:09:58.950" v="16272" actId="164"/>
          <ac:spMkLst>
            <pc:docMk/>
            <pc:sldMk cId="3961056878" sldId="1986"/>
            <ac:spMk id="42" creationId="{F8652C92-3B27-3490-73AA-CC20222FA216}"/>
          </ac:spMkLst>
        </pc:spChg>
        <pc:spChg chg="add mod">
          <ac:chgData name="한나 조" userId="65a288ce2c9026c1" providerId="LiveId" clId="{C15A6EEB-526C-46C9-82AA-A02ABBD41001}" dt="2026-07-01T02:09:08.931" v="16260" actId="1076"/>
          <ac:spMkLst>
            <pc:docMk/>
            <pc:sldMk cId="3961056878" sldId="1986"/>
            <ac:spMk id="47" creationId="{00C5934A-3526-22B9-70DC-7AD5DB620411}"/>
          </ac:spMkLst>
        </pc:spChg>
        <pc:spChg chg="mod">
          <ac:chgData name="한나 조" userId="65a288ce2c9026c1" providerId="LiveId" clId="{C15A6EEB-526C-46C9-82AA-A02ABBD41001}" dt="2026-07-01T02:09:02.814" v="16259"/>
          <ac:spMkLst>
            <pc:docMk/>
            <pc:sldMk cId="3961056878" sldId="1986"/>
            <ac:spMk id="56" creationId="{CF917AD5-2054-4B8B-0AAC-FC7CE14669E5}"/>
          </ac:spMkLst>
        </pc:spChg>
        <pc:spChg chg="mod">
          <ac:chgData name="한나 조" userId="65a288ce2c9026c1" providerId="LiveId" clId="{C15A6EEB-526C-46C9-82AA-A02ABBD41001}" dt="2026-07-01T02:09:58.950" v="16272" actId="164"/>
          <ac:spMkLst>
            <pc:docMk/>
            <pc:sldMk cId="3961056878" sldId="1986"/>
            <ac:spMk id="59" creationId="{30C77A38-E5EF-AF6A-F178-107EAD95803D}"/>
          </ac:spMkLst>
        </pc:spChg>
        <pc:spChg chg="mod">
          <ac:chgData name="한나 조" userId="65a288ce2c9026c1" providerId="LiveId" clId="{C15A6EEB-526C-46C9-82AA-A02ABBD41001}" dt="2026-07-01T02:09:02.814" v="16259"/>
          <ac:spMkLst>
            <pc:docMk/>
            <pc:sldMk cId="3961056878" sldId="1986"/>
            <ac:spMk id="69" creationId="{F8B4F34E-1E38-D2F3-8EED-980C21206FCD}"/>
          </ac:spMkLst>
        </pc:spChg>
        <pc:spChg chg="mod">
          <ac:chgData name="한나 조" userId="65a288ce2c9026c1" providerId="LiveId" clId="{C15A6EEB-526C-46C9-82AA-A02ABBD41001}" dt="2026-07-01T02:09:02.814" v="16259"/>
          <ac:spMkLst>
            <pc:docMk/>
            <pc:sldMk cId="3961056878" sldId="1986"/>
            <ac:spMk id="73" creationId="{129B2769-5C9A-1D67-3B51-F64BB7569E04}"/>
          </ac:spMkLst>
        </pc:spChg>
        <pc:spChg chg="mod">
          <ac:chgData name="한나 조" userId="65a288ce2c9026c1" providerId="LiveId" clId="{C15A6EEB-526C-46C9-82AA-A02ABBD41001}" dt="2026-07-01T02:09:02.814" v="16259"/>
          <ac:spMkLst>
            <pc:docMk/>
            <pc:sldMk cId="3961056878" sldId="1986"/>
            <ac:spMk id="79" creationId="{DAFC5DA5-F4A7-57D1-66BF-6533C1EB4BF6}"/>
          </ac:spMkLst>
        </pc:spChg>
        <pc:spChg chg="mod">
          <ac:chgData name="한나 조" userId="65a288ce2c9026c1" providerId="LiveId" clId="{C15A6EEB-526C-46C9-82AA-A02ABBD41001}" dt="2026-07-01T02:09:02.814" v="16259"/>
          <ac:spMkLst>
            <pc:docMk/>
            <pc:sldMk cId="3961056878" sldId="1986"/>
            <ac:spMk id="81" creationId="{614AB862-ED11-21D4-055D-74725FF1053F}"/>
          </ac:spMkLst>
        </pc:spChg>
        <pc:spChg chg="mod">
          <ac:chgData name="한나 조" userId="65a288ce2c9026c1" providerId="LiveId" clId="{C15A6EEB-526C-46C9-82AA-A02ABBD41001}" dt="2026-07-01T02:09:08.931" v="16260" actId="1076"/>
          <ac:spMkLst>
            <pc:docMk/>
            <pc:sldMk cId="3961056878" sldId="1986"/>
            <ac:spMk id="83" creationId="{4476A6C8-F05A-3AA8-F585-47F1F22C4D20}"/>
          </ac:spMkLst>
        </pc:spChg>
        <pc:spChg chg="mod">
          <ac:chgData name="한나 조" userId="65a288ce2c9026c1" providerId="LiveId" clId="{C15A6EEB-526C-46C9-82AA-A02ABBD41001}" dt="2026-07-01T02:09:08.931" v="16260" actId="1076"/>
          <ac:spMkLst>
            <pc:docMk/>
            <pc:sldMk cId="3961056878" sldId="1986"/>
            <ac:spMk id="84" creationId="{324D980E-E8AD-AAC0-3BB6-5BEAA8A235F0}"/>
          </ac:spMkLst>
        </pc:spChg>
        <pc:spChg chg="mod">
          <ac:chgData name="한나 조" userId="65a288ce2c9026c1" providerId="LiveId" clId="{C15A6EEB-526C-46C9-82AA-A02ABBD41001}" dt="2026-07-01T02:09:08.931" v="16260" actId="1076"/>
          <ac:spMkLst>
            <pc:docMk/>
            <pc:sldMk cId="3961056878" sldId="1986"/>
            <ac:spMk id="85" creationId="{B3956A82-B5F9-8D03-029D-0294A74F2922}"/>
          </ac:spMkLst>
        </pc:spChg>
        <pc:spChg chg="mod">
          <ac:chgData name="한나 조" userId="65a288ce2c9026c1" providerId="LiveId" clId="{C15A6EEB-526C-46C9-82AA-A02ABBD41001}" dt="2026-07-01T02:09:08.931" v="16260" actId="1076"/>
          <ac:spMkLst>
            <pc:docMk/>
            <pc:sldMk cId="3961056878" sldId="1986"/>
            <ac:spMk id="86" creationId="{FD373568-4A44-FCE4-754B-291405077C91}"/>
          </ac:spMkLst>
        </pc:spChg>
        <pc:spChg chg="add mod ord">
          <ac:chgData name="한나 조" userId="65a288ce2c9026c1" providerId="LiveId" clId="{C15A6EEB-526C-46C9-82AA-A02ABBD41001}" dt="2026-07-01T02:09:51.427" v="16271" actId="1038"/>
          <ac:spMkLst>
            <pc:docMk/>
            <pc:sldMk cId="3961056878" sldId="1986"/>
            <ac:spMk id="88" creationId="{6C6EF82C-7298-0E60-8082-E357E2929A46}"/>
          </ac:spMkLst>
        </pc:spChg>
        <pc:grpChg chg="add mod ord">
          <ac:chgData name="한나 조" userId="65a288ce2c9026c1" providerId="LiveId" clId="{C15A6EEB-526C-46C9-82AA-A02ABBD41001}" dt="2026-07-01T02:10:08.571" v="16274" actId="166"/>
          <ac:grpSpMkLst>
            <pc:docMk/>
            <pc:sldMk cId="3961056878" sldId="1986"/>
            <ac:grpSpMk id="89" creationId="{B7977411-B662-2542-9C4E-41905C87FB61}"/>
          </ac:grpSpMkLst>
        </pc:grpChg>
        <pc:graphicFrameChg chg="mod modGraphic">
          <ac:chgData name="한나 조" userId="65a288ce2c9026c1" providerId="LiveId" clId="{C15A6EEB-526C-46C9-82AA-A02ABBD41001}" dt="2026-07-01T02:08:37.678" v="16256"/>
          <ac:graphicFrameMkLst>
            <pc:docMk/>
            <pc:sldMk cId="3961056878" sldId="1986"/>
            <ac:graphicFrameMk id="16" creationId="{A09F20DC-A971-A131-E865-9F4A166BB805}"/>
          </ac:graphicFrameMkLst>
        </pc:graphicFrameChg>
      </pc:sldChg>
      <pc:sldChg chg="addSp delSp modSp add mod ord modClrScheme chgLayout">
        <pc:chgData name="한나 조" userId="65a288ce2c9026c1" providerId="LiveId" clId="{C15A6EEB-526C-46C9-82AA-A02ABBD41001}" dt="2026-07-01T07:10:51.796" v="18548" actId="20577"/>
        <pc:sldMkLst>
          <pc:docMk/>
          <pc:sldMk cId="1358234075" sldId="1987"/>
        </pc:sldMkLst>
        <pc:spChg chg="mod">
          <ac:chgData name="한나 조" userId="65a288ce2c9026c1" providerId="LiveId" clId="{C15A6EEB-526C-46C9-82AA-A02ABBD41001}" dt="2026-06-30T17:46:11.554" v="11586" actId="13926"/>
          <ac:spMkLst>
            <pc:docMk/>
            <pc:sldMk cId="1358234075" sldId="1987"/>
            <ac:spMk id="2" creationId="{2B7A44EF-686F-E8C3-9634-5953A4E67543}"/>
          </ac:spMkLst>
        </pc:spChg>
        <pc:spChg chg="mod">
          <ac:chgData name="한나 조" userId="65a288ce2c9026c1" providerId="LiveId" clId="{C15A6EEB-526C-46C9-82AA-A02ABBD41001}" dt="2026-06-30T17:47:37.490" v="11596" actId="1076"/>
          <ac:spMkLst>
            <pc:docMk/>
            <pc:sldMk cId="1358234075" sldId="1987"/>
            <ac:spMk id="18" creationId="{5322ED15-B241-AB1D-42EC-35C840FA7CEB}"/>
          </ac:spMkLst>
        </pc:spChg>
        <pc:spChg chg="add del mod">
          <ac:chgData name="한나 조" userId="65a288ce2c9026c1" providerId="LiveId" clId="{C15A6EEB-526C-46C9-82AA-A02ABBD41001}" dt="2026-07-01T00:39:27.407" v="12559" actId="12788"/>
          <ac:spMkLst>
            <pc:docMk/>
            <pc:sldMk cId="1358234075" sldId="1987"/>
            <ac:spMk id="27" creationId="{62351BA5-8858-7557-4F29-D62678B278B6}"/>
          </ac:spMkLst>
        </pc:spChg>
        <pc:spChg chg="mod ord">
          <ac:chgData name="한나 조" userId="65a288ce2c9026c1" providerId="LiveId" clId="{C15A6EEB-526C-46C9-82AA-A02ABBD41001}" dt="2026-06-30T17:56:37.921" v="11701" actId="1076"/>
          <ac:spMkLst>
            <pc:docMk/>
            <pc:sldMk cId="1358234075" sldId="1987"/>
            <ac:spMk id="29" creationId="{F242B7FD-CFB0-E08D-A909-E1B22D357788}"/>
          </ac:spMkLst>
        </pc:spChg>
        <pc:spChg chg="mod ord">
          <ac:chgData name="한나 조" userId="65a288ce2c9026c1" providerId="LiveId" clId="{C15A6EEB-526C-46C9-82AA-A02ABBD41001}" dt="2026-06-30T18:18:32.236" v="11905" actId="1076"/>
          <ac:spMkLst>
            <pc:docMk/>
            <pc:sldMk cId="1358234075" sldId="1987"/>
            <ac:spMk id="30" creationId="{3D5D0A56-290A-86EC-5521-4B5B495CAAE4}"/>
          </ac:spMkLst>
        </pc:spChg>
        <pc:spChg chg="mod ord">
          <ac:chgData name="한나 조" userId="65a288ce2c9026c1" providerId="LiveId" clId="{C15A6EEB-526C-46C9-82AA-A02ABBD41001}" dt="2026-07-01T00:39:27.407" v="12559" actId="12788"/>
          <ac:spMkLst>
            <pc:docMk/>
            <pc:sldMk cId="1358234075" sldId="1987"/>
            <ac:spMk id="31" creationId="{525422D6-6BE0-83AE-BFD4-FEC20C7E3F18}"/>
          </ac:spMkLst>
        </pc:spChg>
        <pc:spChg chg="mod ord">
          <ac:chgData name="한나 조" userId="65a288ce2c9026c1" providerId="LiveId" clId="{C15A6EEB-526C-46C9-82AA-A02ABBD41001}" dt="2026-07-01T01:43:33.156" v="14817" actId="20577"/>
          <ac:spMkLst>
            <pc:docMk/>
            <pc:sldMk cId="1358234075" sldId="1987"/>
            <ac:spMk id="58" creationId="{F4FBCF1A-AA4F-334C-8463-684B5239F5E0}"/>
          </ac:spMkLst>
        </pc:spChg>
        <pc:spChg chg="mod ord">
          <ac:chgData name="한나 조" userId="65a288ce2c9026c1" providerId="LiveId" clId="{C15A6EEB-526C-46C9-82AA-A02ABBD41001}" dt="2026-07-01T00:48:01.523" v="12669" actId="166"/>
          <ac:spMkLst>
            <pc:docMk/>
            <pc:sldMk cId="1358234075" sldId="1987"/>
            <ac:spMk id="135" creationId="{10691A20-DA4D-6532-C219-4A73755C0A7D}"/>
          </ac:spMkLst>
        </pc:spChg>
        <pc:spChg chg="mod">
          <ac:chgData name="한나 조" userId="65a288ce2c9026c1" providerId="LiveId" clId="{C15A6EEB-526C-46C9-82AA-A02ABBD41001}" dt="2026-06-30T17:54:21.735" v="11677" actId="14100"/>
          <ac:spMkLst>
            <pc:docMk/>
            <pc:sldMk cId="1358234075" sldId="1987"/>
            <ac:spMk id="148" creationId="{E616750D-39AC-553B-1062-4C7A760D4AD8}"/>
          </ac:spMkLst>
        </pc:spChg>
        <pc:spChg chg="mod">
          <ac:chgData name="한나 조" userId="65a288ce2c9026c1" providerId="LiveId" clId="{C15A6EEB-526C-46C9-82AA-A02ABBD41001}" dt="2026-06-30T17:50:45.240" v="11632"/>
          <ac:spMkLst>
            <pc:docMk/>
            <pc:sldMk cId="1358234075" sldId="1987"/>
            <ac:spMk id="150" creationId="{00086B56-053A-A4B1-85FA-EAAE286DD3D6}"/>
          </ac:spMkLst>
        </pc:spChg>
        <pc:spChg chg="mod">
          <ac:chgData name="한나 조" userId="65a288ce2c9026c1" providerId="LiveId" clId="{C15A6EEB-526C-46C9-82AA-A02ABBD41001}" dt="2026-06-30T18:18:32.236" v="11905" actId="1076"/>
          <ac:spMkLst>
            <pc:docMk/>
            <pc:sldMk cId="1358234075" sldId="1987"/>
            <ac:spMk id="151" creationId="{DF638C7A-405F-CC97-571F-03F0CCB8FA04}"/>
          </ac:spMkLst>
        </pc:spChg>
        <pc:spChg chg="mod">
          <ac:chgData name="한나 조" userId="65a288ce2c9026c1" providerId="LiveId" clId="{C15A6EEB-526C-46C9-82AA-A02ABBD41001}" dt="2026-06-30T17:49:35.646" v="11606" actId="1076"/>
          <ac:spMkLst>
            <pc:docMk/>
            <pc:sldMk cId="1358234075" sldId="1987"/>
            <ac:spMk id="154" creationId="{751EB482-923E-9647-F530-D1D9C96C46A3}"/>
          </ac:spMkLst>
        </pc:spChg>
        <pc:spChg chg="mod">
          <ac:chgData name="한나 조" userId="65a288ce2c9026c1" providerId="LiveId" clId="{C15A6EEB-526C-46C9-82AA-A02ABBD41001}" dt="2026-06-30T18:18:32.236" v="11905" actId="1076"/>
          <ac:spMkLst>
            <pc:docMk/>
            <pc:sldMk cId="1358234075" sldId="1987"/>
            <ac:spMk id="155" creationId="{F20D2BFF-49A7-A662-4C5A-DFB3E40D8F9E}"/>
          </ac:spMkLst>
        </pc:spChg>
        <pc:spChg chg="mod">
          <ac:chgData name="한나 조" userId="65a288ce2c9026c1" providerId="LiveId" clId="{C15A6EEB-526C-46C9-82AA-A02ABBD41001}" dt="2026-06-30T17:53:59.856" v="11672" actId="1076"/>
          <ac:spMkLst>
            <pc:docMk/>
            <pc:sldMk cId="1358234075" sldId="1987"/>
            <ac:spMk id="157" creationId="{69C533E2-CEA9-CA84-11A7-9E8E4B212B1A}"/>
          </ac:spMkLst>
        </pc:spChg>
        <pc:spChg chg="mod">
          <ac:chgData name="한나 조" userId="65a288ce2c9026c1" providerId="LiveId" clId="{C15A6EEB-526C-46C9-82AA-A02ABBD41001}" dt="2026-06-30T18:18:32.236" v="11905" actId="1076"/>
          <ac:spMkLst>
            <pc:docMk/>
            <pc:sldMk cId="1358234075" sldId="1987"/>
            <ac:spMk id="158" creationId="{7A0FFBAE-8CB8-1974-7640-346482E391ED}"/>
          </ac:spMkLst>
        </pc:spChg>
        <pc:spChg chg="mod">
          <ac:chgData name="한나 조" userId="65a288ce2c9026c1" providerId="LiveId" clId="{C15A6EEB-526C-46C9-82AA-A02ABBD41001}" dt="2026-06-30T18:18:32.236" v="11905" actId="1076"/>
          <ac:spMkLst>
            <pc:docMk/>
            <pc:sldMk cId="1358234075" sldId="1987"/>
            <ac:spMk id="159" creationId="{20429953-1229-C151-8D75-2F4E744165A0}"/>
          </ac:spMkLst>
        </pc:spChg>
        <pc:spChg chg="add mod">
          <ac:chgData name="한나 조" userId="65a288ce2c9026c1" providerId="LiveId" clId="{C15A6EEB-526C-46C9-82AA-A02ABBD41001}" dt="2026-06-30T18:18:32.236" v="11905" actId="1076"/>
          <ac:spMkLst>
            <pc:docMk/>
            <pc:sldMk cId="1358234075" sldId="1987"/>
            <ac:spMk id="160" creationId="{3EAD374B-FFFB-38CC-7BB6-9B0F46422EB0}"/>
          </ac:spMkLst>
        </pc:spChg>
        <pc:spChg chg="mod">
          <ac:chgData name="한나 조" userId="65a288ce2c9026c1" providerId="LiveId" clId="{C15A6EEB-526C-46C9-82AA-A02ABBD41001}" dt="2026-06-30T18:19:25.727" v="11920" actId="20577"/>
          <ac:spMkLst>
            <pc:docMk/>
            <pc:sldMk cId="1358234075" sldId="1987"/>
            <ac:spMk id="161" creationId="{97F3BC3D-96D4-8FD0-84C2-0ADECF4600DB}"/>
          </ac:spMkLst>
        </pc:spChg>
        <pc:spChg chg="mod">
          <ac:chgData name="한나 조" userId="65a288ce2c9026c1" providerId="LiveId" clId="{C15A6EEB-526C-46C9-82AA-A02ABBD41001}" dt="2026-06-30T17:54:04.929" v="11673" actId="1076"/>
          <ac:spMkLst>
            <pc:docMk/>
            <pc:sldMk cId="1358234075" sldId="1987"/>
            <ac:spMk id="162" creationId="{749CDB9F-EB73-1757-165E-6D3223C2E480}"/>
          </ac:spMkLst>
        </pc:spChg>
        <pc:spChg chg="mod">
          <ac:chgData name="한나 조" userId="65a288ce2c9026c1" providerId="LiveId" clId="{C15A6EEB-526C-46C9-82AA-A02ABBD41001}" dt="2026-07-01T00:58:41.475" v="12750" actId="207"/>
          <ac:spMkLst>
            <pc:docMk/>
            <pc:sldMk cId="1358234075" sldId="1987"/>
            <ac:spMk id="163" creationId="{F4B6FD02-0C56-B521-7176-45AF5B8F8857}"/>
          </ac:spMkLst>
        </pc:spChg>
        <pc:spChg chg="add mod">
          <ac:chgData name="한나 조" userId="65a288ce2c9026c1" providerId="LiveId" clId="{C15A6EEB-526C-46C9-82AA-A02ABBD41001}" dt="2026-07-01T00:39:27.407" v="12559" actId="12788"/>
          <ac:spMkLst>
            <pc:docMk/>
            <pc:sldMk cId="1358234075" sldId="1987"/>
            <ac:spMk id="177" creationId="{06227F94-13BE-2B69-1688-39423502CE74}"/>
          </ac:spMkLst>
        </pc:spChg>
        <pc:spChg chg="mod">
          <ac:chgData name="한나 조" userId="65a288ce2c9026c1" providerId="LiveId" clId="{C15A6EEB-526C-46C9-82AA-A02ABBD41001}" dt="2026-06-30T18:18:22.993" v="11904"/>
          <ac:spMkLst>
            <pc:docMk/>
            <pc:sldMk cId="1358234075" sldId="1987"/>
            <ac:spMk id="179" creationId="{586E382C-6F69-9A3A-C228-0013050D553A}"/>
          </ac:spMkLst>
        </pc:spChg>
        <pc:spChg chg="mod">
          <ac:chgData name="한나 조" userId="65a288ce2c9026c1" providerId="LiveId" clId="{C15A6EEB-526C-46C9-82AA-A02ABBD41001}" dt="2026-06-30T18:18:22.993" v="11904"/>
          <ac:spMkLst>
            <pc:docMk/>
            <pc:sldMk cId="1358234075" sldId="1987"/>
            <ac:spMk id="180" creationId="{E0AEC6F4-C9FC-2308-A715-6D3F3404ADAA}"/>
          </ac:spMkLst>
        </pc:spChg>
        <pc:spChg chg="mod">
          <ac:chgData name="한나 조" userId="65a288ce2c9026c1" providerId="LiveId" clId="{C15A6EEB-526C-46C9-82AA-A02ABBD41001}" dt="2026-06-30T18:18:52.283" v="11911" actId="20577"/>
          <ac:spMkLst>
            <pc:docMk/>
            <pc:sldMk cId="1358234075" sldId="1987"/>
            <ac:spMk id="181" creationId="{390A93E6-1BFF-90FB-003D-231E6E059881}"/>
          </ac:spMkLst>
        </pc:spChg>
        <pc:spChg chg="mod">
          <ac:chgData name="한나 조" userId="65a288ce2c9026c1" providerId="LiveId" clId="{C15A6EEB-526C-46C9-82AA-A02ABBD41001}" dt="2026-06-30T18:18:22.993" v="11904"/>
          <ac:spMkLst>
            <pc:docMk/>
            <pc:sldMk cId="1358234075" sldId="1987"/>
            <ac:spMk id="182" creationId="{71A6F088-72C6-815B-B770-C56733EB5E71}"/>
          </ac:spMkLst>
        </pc:spChg>
        <pc:grpChg chg="add mod">
          <ac:chgData name="한나 조" userId="65a288ce2c9026c1" providerId="LiveId" clId="{C15A6EEB-526C-46C9-82AA-A02ABBD41001}" dt="2026-06-30T18:18:22.993" v="11904"/>
          <ac:grpSpMkLst>
            <pc:docMk/>
            <pc:sldMk cId="1358234075" sldId="1987"/>
            <ac:grpSpMk id="178" creationId="{BB697227-47F3-B564-9A6E-428CA861403A}"/>
          </ac:grpSpMkLst>
        </pc:grpChg>
        <pc:graphicFrameChg chg="mod modGraphic">
          <ac:chgData name="한나 조" userId="65a288ce2c9026c1" providerId="LiveId" clId="{C15A6EEB-526C-46C9-82AA-A02ABBD41001}" dt="2026-07-01T07:10:51.796" v="18548" actId="20577"/>
          <ac:graphicFrameMkLst>
            <pc:docMk/>
            <pc:sldMk cId="1358234075" sldId="1987"/>
            <ac:graphicFrameMk id="8" creationId="{9CDDF5B0-7AC9-32AD-5BB6-8EEC4C7E8854}"/>
          </ac:graphicFrameMkLst>
        </pc:graphicFrameChg>
        <pc:cxnChg chg="mod">
          <ac:chgData name="한나 조" userId="65a288ce2c9026c1" providerId="LiveId" clId="{C15A6EEB-526C-46C9-82AA-A02ABBD41001}" dt="2026-06-30T17:49:40.370" v="11609" actId="1076"/>
          <ac:cxnSpMkLst>
            <pc:docMk/>
            <pc:sldMk cId="1358234075" sldId="1987"/>
            <ac:cxnSpMk id="156" creationId="{D268AF93-0435-496B-2599-3A24EB7A2114}"/>
          </ac:cxnSpMkLst>
        </pc:cxnChg>
      </pc:sldChg>
      <pc:sldChg chg="addSp delSp modSp add mod ord modClrScheme chgLayout">
        <pc:chgData name="한나 조" userId="65a288ce2c9026c1" providerId="LiveId" clId="{C15A6EEB-526C-46C9-82AA-A02ABBD41001}" dt="2026-07-03T01:41:40.407" v="23399" actId="478"/>
        <pc:sldMkLst>
          <pc:docMk/>
          <pc:sldMk cId="4077369978" sldId="1988"/>
        </pc:sldMkLst>
        <pc:spChg chg="mod">
          <ac:chgData name="한나 조" userId="65a288ce2c9026c1" providerId="LiveId" clId="{C15A6EEB-526C-46C9-82AA-A02ABBD41001}" dt="2026-06-30T17:52:03.514" v="11655" actId="20577"/>
          <ac:spMkLst>
            <pc:docMk/>
            <pc:sldMk cId="4077369978" sldId="1988"/>
            <ac:spMk id="2" creationId="{23E44073-FC1B-0994-450D-981353A3B83E}"/>
          </ac:spMkLst>
        </pc:spChg>
        <pc:spChg chg="add mod">
          <ac:chgData name="한나 조" userId="65a288ce2c9026c1" providerId="LiveId" clId="{C15A6EEB-526C-46C9-82AA-A02ABBD41001}" dt="2026-06-30T18:16:04.058" v="11877" actId="14100"/>
          <ac:spMkLst>
            <pc:docMk/>
            <pc:sldMk cId="4077369978" sldId="1988"/>
            <ac:spMk id="7" creationId="{DC7B30D3-5FA2-A3D7-8200-40BD61A64843}"/>
          </ac:spMkLst>
        </pc:spChg>
        <pc:spChg chg="add mod">
          <ac:chgData name="한나 조" userId="65a288ce2c9026c1" providerId="LiveId" clId="{C15A6EEB-526C-46C9-82AA-A02ABBD41001}" dt="2026-06-30T18:14:07.712" v="11871" actId="164"/>
          <ac:spMkLst>
            <pc:docMk/>
            <pc:sldMk cId="4077369978" sldId="1988"/>
            <ac:spMk id="44" creationId="{6D059983-0E97-7A35-7235-1418D3D2B8B0}"/>
          </ac:spMkLst>
        </pc:spChg>
        <pc:spChg chg="mod topLvl">
          <ac:chgData name="한나 조" userId="65a288ce2c9026c1" providerId="LiveId" clId="{C15A6EEB-526C-46C9-82AA-A02ABBD41001}" dt="2026-06-30T18:10:03.081" v="11843" actId="164"/>
          <ac:spMkLst>
            <pc:docMk/>
            <pc:sldMk cId="4077369978" sldId="1988"/>
            <ac:spMk id="231" creationId="{1C49892B-507A-E394-E624-1AA6F282C5C8}"/>
          </ac:spMkLst>
        </pc:spChg>
        <pc:spChg chg="mod topLvl">
          <ac:chgData name="한나 조" userId="65a288ce2c9026c1" providerId="LiveId" clId="{C15A6EEB-526C-46C9-82AA-A02ABBD41001}" dt="2026-07-01T01:47:54.506" v="14941" actId="1076"/>
          <ac:spMkLst>
            <pc:docMk/>
            <pc:sldMk cId="4077369978" sldId="1988"/>
            <ac:spMk id="232" creationId="{BBC3F0CD-AD6F-ED36-F016-79AA91238561}"/>
          </ac:spMkLst>
        </pc:spChg>
        <pc:spChg chg="mod topLvl">
          <ac:chgData name="한나 조" userId="65a288ce2c9026c1" providerId="LiveId" clId="{C15A6EEB-526C-46C9-82AA-A02ABBD41001}" dt="2026-06-30T18:14:07.712" v="11871" actId="164"/>
          <ac:spMkLst>
            <pc:docMk/>
            <pc:sldMk cId="4077369978" sldId="1988"/>
            <ac:spMk id="233" creationId="{8053671E-721B-EB85-6549-576D9903113F}"/>
          </ac:spMkLst>
        </pc:spChg>
        <pc:spChg chg="mod topLvl">
          <ac:chgData name="한나 조" userId="65a288ce2c9026c1" providerId="LiveId" clId="{C15A6EEB-526C-46C9-82AA-A02ABBD41001}" dt="2026-06-30T18:10:03.081" v="11843" actId="164"/>
          <ac:spMkLst>
            <pc:docMk/>
            <pc:sldMk cId="4077369978" sldId="1988"/>
            <ac:spMk id="234" creationId="{A0A0C328-6B66-BF84-209C-A35AE37DA5D0}"/>
          </ac:spMkLst>
        </pc:spChg>
        <pc:spChg chg="add mod">
          <ac:chgData name="한나 조" userId="65a288ce2c9026c1" providerId="LiveId" clId="{C15A6EEB-526C-46C9-82AA-A02ABBD41001}" dt="2026-06-30T17:57:32.349" v="11704"/>
          <ac:spMkLst>
            <pc:docMk/>
            <pc:sldMk cId="4077369978" sldId="1988"/>
            <ac:spMk id="239" creationId="{3361A885-5401-EC21-CD0E-E53E0383E027}"/>
          </ac:spMkLst>
        </pc:spChg>
        <pc:spChg chg="add mod">
          <ac:chgData name="한나 조" userId="65a288ce2c9026c1" providerId="LiveId" clId="{C15A6EEB-526C-46C9-82AA-A02ABBD41001}" dt="2026-06-30T17:57:58.481" v="11706"/>
          <ac:spMkLst>
            <pc:docMk/>
            <pc:sldMk cId="4077369978" sldId="1988"/>
            <ac:spMk id="240" creationId="{085405C8-2F34-6966-7D8B-7AA7540450DF}"/>
          </ac:spMkLst>
        </pc:spChg>
        <pc:spChg chg="mod">
          <ac:chgData name="한나 조" userId="65a288ce2c9026c1" providerId="LiveId" clId="{C15A6EEB-526C-46C9-82AA-A02ABBD41001}" dt="2026-06-30T17:57:58.481" v="11706"/>
          <ac:spMkLst>
            <pc:docMk/>
            <pc:sldMk cId="4077369978" sldId="1988"/>
            <ac:spMk id="242" creationId="{1A94E796-8EB6-A46F-372C-2A5899BDC913}"/>
          </ac:spMkLst>
        </pc:spChg>
        <pc:spChg chg="mod">
          <ac:chgData name="한나 조" userId="65a288ce2c9026c1" providerId="LiveId" clId="{C15A6EEB-526C-46C9-82AA-A02ABBD41001}" dt="2026-06-30T18:14:27.204" v="11873" actId="1076"/>
          <ac:spMkLst>
            <pc:docMk/>
            <pc:sldMk cId="4077369978" sldId="1988"/>
            <ac:spMk id="243" creationId="{1925CAA3-D1DC-3392-0FCD-8839AF32AFF9}"/>
          </ac:spMkLst>
        </pc:spChg>
        <pc:spChg chg="mod">
          <ac:chgData name="한나 조" userId="65a288ce2c9026c1" providerId="LiveId" clId="{C15A6EEB-526C-46C9-82AA-A02ABBD41001}" dt="2026-06-30T18:14:27.204" v="11873" actId="1076"/>
          <ac:spMkLst>
            <pc:docMk/>
            <pc:sldMk cId="4077369978" sldId="1988"/>
            <ac:spMk id="244" creationId="{5A45D223-8974-ED22-EB75-85FA4F0A44A6}"/>
          </ac:spMkLst>
        </pc:spChg>
        <pc:spChg chg="mod">
          <ac:chgData name="한나 조" userId="65a288ce2c9026c1" providerId="LiveId" clId="{C15A6EEB-526C-46C9-82AA-A02ABBD41001}" dt="2026-06-30T18:11:31.923" v="11859" actId="115"/>
          <ac:spMkLst>
            <pc:docMk/>
            <pc:sldMk cId="4077369978" sldId="1988"/>
            <ac:spMk id="245" creationId="{C66F529B-0F01-41ED-7077-65350E1ADFC9}"/>
          </ac:spMkLst>
        </pc:spChg>
        <pc:spChg chg="add mod">
          <ac:chgData name="한나 조" userId="65a288ce2c9026c1" providerId="LiveId" clId="{C15A6EEB-526C-46C9-82AA-A02ABBD41001}" dt="2026-06-30T18:14:07.712" v="11871" actId="164"/>
          <ac:spMkLst>
            <pc:docMk/>
            <pc:sldMk cId="4077369978" sldId="1988"/>
            <ac:spMk id="246" creationId="{3F1AB32C-0E0E-F74A-9C04-54A6AE5E6F1F}"/>
          </ac:spMkLst>
        </pc:spChg>
        <pc:spChg chg="add mod">
          <ac:chgData name="한나 조" userId="65a288ce2c9026c1" providerId="LiveId" clId="{C15A6EEB-526C-46C9-82AA-A02ABBD41001}" dt="2026-06-30T18:14:07.712" v="11871" actId="164"/>
          <ac:spMkLst>
            <pc:docMk/>
            <pc:sldMk cId="4077369978" sldId="1988"/>
            <ac:spMk id="247" creationId="{59FEAEBB-48A5-E560-6E8F-B893762075B5}"/>
          </ac:spMkLst>
        </pc:spChg>
        <pc:spChg chg="add mod">
          <ac:chgData name="한나 조" userId="65a288ce2c9026c1" providerId="LiveId" clId="{C15A6EEB-526C-46C9-82AA-A02ABBD41001}" dt="2026-06-30T18:14:07.712" v="11871" actId="164"/>
          <ac:spMkLst>
            <pc:docMk/>
            <pc:sldMk cId="4077369978" sldId="1988"/>
            <ac:spMk id="248" creationId="{F931E901-8202-A3E2-9FD4-5BD704CA7846}"/>
          </ac:spMkLst>
        </pc:spChg>
        <pc:spChg chg="add mod">
          <ac:chgData name="한나 조" userId="65a288ce2c9026c1" providerId="LiveId" clId="{C15A6EEB-526C-46C9-82AA-A02ABBD41001}" dt="2026-06-30T18:14:07.712" v="11871" actId="164"/>
          <ac:spMkLst>
            <pc:docMk/>
            <pc:sldMk cId="4077369978" sldId="1988"/>
            <ac:spMk id="249" creationId="{AB096BAC-C36C-274E-0F70-F19421BCF5E4}"/>
          </ac:spMkLst>
        </pc:spChg>
        <pc:spChg chg="add mod">
          <ac:chgData name="한나 조" userId="65a288ce2c9026c1" providerId="LiveId" clId="{C15A6EEB-526C-46C9-82AA-A02ABBD41001}" dt="2026-06-30T18:14:41.488" v="11874" actId="14100"/>
          <ac:spMkLst>
            <pc:docMk/>
            <pc:sldMk cId="4077369978" sldId="1988"/>
            <ac:spMk id="250" creationId="{598BA2A3-B524-D454-8AFE-590379AF5318}"/>
          </ac:spMkLst>
        </pc:spChg>
        <pc:spChg chg="add mod topLvl">
          <ac:chgData name="한나 조" userId="65a288ce2c9026c1" providerId="LiveId" clId="{C15A6EEB-526C-46C9-82AA-A02ABBD41001}" dt="2026-06-30T18:10:03.081" v="11843" actId="164"/>
          <ac:spMkLst>
            <pc:docMk/>
            <pc:sldMk cId="4077369978" sldId="1988"/>
            <ac:spMk id="251" creationId="{333A6E69-6191-E447-16C8-78ABCAEA5DD2}"/>
          </ac:spMkLst>
        </pc:spChg>
        <pc:spChg chg="add mod">
          <ac:chgData name="한나 조" userId="65a288ce2c9026c1" providerId="LiveId" clId="{C15A6EEB-526C-46C9-82AA-A02ABBD41001}" dt="2026-06-30T18:14:07.712" v="11871" actId="164"/>
          <ac:spMkLst>
            <pc:docMk/>
            <pc:sldMk cId="4077369978" sldId="1988"/>
            <ac:spMk id="252" creationId="{30B9682D-9919-F142-898C-4AA9244F4164}"/>
          </ac:spMkLst>
        </pc:spChg>
        <pc:spChg chg="mod">
          <ac:chgData name="한나 조" userId="65a288ce2c9026c1" providerId="LiveId" clId="{C15A6EEB-526C-46C9-82AA-A02ABBD41001}" dt="2026-06-30T18:15:59.547" v="11876" actId="571"/>
          <ac:spMkLst>
            <pc:docMk/>
            <pc:sldMk cId="4077369978" sldId="1988"/>
            <ac:spMk id="275" creationId="{316C0955-4E41-BB4A-5F49-045CCEEEFFB9}"/>
          </ac:spMkLst>
        </pc:spChg>
        <pc:spChg chg="mod">
          <ac:chgData name="한나 조" userId="65a288ce2c9026c1" providerId="LiveId" clId="{C15A6EEB-526C-46C9-82AA-A02ABBD41001}" dt="2026-06-30T18:15:59.547" v="11876" actId="571"/>
          <ac:spMkLst>
            <pc:docMk/>
            <pc:sldMk cId="4077369978" sldId="1988"/>
            <ac:spMk id="276" creationId="{6E0C9195-EE9D-1DC0-E55F-7A9B62FE3FCB}"/>
          </ac:spMkLst>
        </pc:spChg>
        <pc:spChg chg="mod">
          <ac:chgData name="한나 조" userId="65a288ce2c9026c1" providerId="LiveId" clId="{C15A6EEB-526C-46C9-82AA-A02ABBD41001}" dt="2026-06-30T18:15:59.547" v="11876" actId="571"/>
          <ac:spMkLst>
            <pc:docMk/>
            <pc:sldMk cId="4077369978" sldId="1988"/>
            <ac:spMk id="278" creationId="{D083D043-EBC9-82A2-CBE0-454488C62D91}"/>
          </ac:spMkLst>
        </pc:spChg>
        <pc:spChg chg="mod">
          <ac:chgData name="한나 조" userId="65a288ce2c9026c1" providerId="LiveId" clId="{C15A6EEB-526C-46C9-82AA-A02ABBD41001}" dt="2026-06-30T18:15:59.547" v="11876" actId="571"/>
          <ac:spMkLst>
            <pc:docMk/>
            <pc:sldMk cId="4077369978" sldId="1988"/>
            <ac:spMk id="279" creationId="{6AE77EF7-8FDE-E336-ED44-8C822597F304}"/>
          </ac:spMkLst>
        </pc:spChg>
        <pc:spChg chg="mod">
          <ac:chgData name="한나 조" userId="65a288ce2c9026c1" providerId="LiveId" clId="{C15A6EEB-526C-46C9-82AA-A02ABBD41001}" dt="2026-06-30T18:15:59.547" v="11876" actId="571"/>
          <ac:spMkLst>
            <pc:docMk/>
            <pc:sldMk cId="4077369978" sldId="1988"/>
            <ac:spMk id="280" creationId="{754DA531-B804-9D85-0EE7-1F8D1561E480}"/>
          </ac:spMkLst>
        </pc:spChg>
        <pc:spChg chg="mod">
          <ac:chgData name="한나 조" userId="65a288ce2c9026c1" providerId="LiveId" clId="{C15A6EEB-526C-46C9-82AA-A02ABBD41001}" dt="2026-06-30T18:15:59.547" v="11876" actId="571"/>
          <ac:spMkLst>
            <pc:docMk/>
            <pc:sldMk cId="4077369978" sldId="1988"/>
            <ac:spMk id="281" creationId="{ED2EACE8-24D5-B710-00E2-91704196AD52}"/>
          </ac:spMkLst>
        </pc:spChg>
        <pc:spChg chg="mod">
          <ac:chgData name="한나 조" userId="65a288ce2c9026c1" providerId="LiveId" clId="{C15A6EEB-526C-46C9-82AA-A02ABBD41001}" dt="2026-06-30T18:15:59.547" v="11876" actId="571"/>
          <ac:spMkLst>
            <pc:docMk/>
            <pc:sldMk cId="4077369978" sldId="1988"/>
            <ac:spMk id="282" creationId="{D740EB9E-9DEF-04A2-4C92-F3E9380311FA}"/>
          </ac:spMkLst>
        </pc:spChg>
        <pc:spChg chg="mod">
          <ac:chgData name="한나 조" userId="65a288ce2c9026c1" providerId="LiveId" clId="{C15A6EEB-526C-46C9-82AA-A02ABBD41001}" dt="2026-07-01T01:48:10.411" v="14945" actId="1076"/>
          <ac:spMkLst>
            <pc:docMk/>
            <pc:sldMk cId="4077369978" sldId="1988"/>
            <ac:spMk id="285" creationId="{0CCB8FE8-5859-0359-97EF-DD4FEFF82D42}"/>
          </ac:spMkLst>
        </pc:spChg>
        <pc:spChg chg="mod">
          <ac:chgData name="한나 조" userId="65a288ce2c9026c1" providerId="LiveId" clId="{C15A6EEB-526C-46C9-82AA-A02ABBD41001}" dt="2026-06-30T18:16:55.755" v="11883"/>
          <ac:spMkLst>
            <pc:docMk/>
            <pc:sldMk cId="4077369978" sldId="1988"/>
            <ac:spMk id="286" creationId="{300DF498-1CE7-B826-BE12-4E97208B3B50}"/>
          </ac:spMkLst>
        </pc:spChg>
        <pc:spChg chg="mod">
          <ac:chgData name="한나 조" userId="65a288ce2c9026c1" providerId="LiveId" clId="{C15A6EEB-526C-46C9-82AA-A02ABBD41001}" dt="2026-06-30T18:15:59.547" v="11876" actId="571"/>
          <ac:spMkLst>
            <pc:docMk/>
            <pc:sldMk cId="4077369978" sldId="1988"/>
            <ac:spMk id="287" creationId="{56E04DF9-118B-3FB9-3E69-4E2A371BE015}"/>
          </ac:spMkLst>
        </pc:spChg>
        <pc:spChg chg="add mod">
          <ac:chgData name="한나 조" userId="65a288ce2c9026c1" providerId="LiveId" clId="{C15A6EEB-526C-46C9-82AA-A02ABBD41001}" dt="2026-06-30T18:16:27.898" v="11880" actId="1076"/>
          <ac:spMkLst>
            <pc:docMk/>
            <pc:sldMk cId="4077369978" sldId="1988"/>
            <ac:spMk id="289" creationId="{ED40DB9B-124A-2C81-5388-817ABCF14BA5}"/>
          </ac:spMkLst>
        </pc:spChg>
        <pc:spChg chg="add mod">
          <ac:chgData name="한나 조" userId="65a288ce2c9026c1" providerId="LiveId" clId="{C15A6EEB-526C-46C9-82AA-A02ABBD41001}" dt="2026-06-30T18:16:27.898" v="11880" actId="1076"/>
          <ac:spMkLst>
            <pc:docMk/>
            <pc:sldMk cId="4077369978" sldId="1988"/>
            <ac:spMk id="290" creationId="{7B64A26C-99A9-62B8-DFD3-9F7B0CC2BCC2}"/>
          </ac:spMkLst>
        </pc:spChg>
        <pc:spChg chg="add mod">
          <ac:chgData name="한나 조" userId="65a288ce2c9026c1" providerId="LiveId" clId="{C15A6EEB-526C-46C9-82AA-A02ABBD41001}" dt="2026-06-30T18:16:27.898" v="11880" actId="1076"/>
          <ac:spMkLst>
            <pc:docMk/>
            <pc:sldMk cId="4077369978" sldId="1988"/>
            <ac:spMk id="293" creationId="{76219F14-04C6-5C0B-E3C5-EBB8F27D30AB}"/>
          </ac:spMkLst>
        </pc:spChg>
        <pc:spChg chg="add mod">
          <ac:chgData name="한나 조" userId="65a288ce2c9026c1" providerId="LiveId" clId="{C15A6EEB-526C-46C9-82AA-A02ABBD41001}" dt="2026-06-30T18:16:27.898" v="11880" actId="1076"/>
          <ac:spMkLst>
            <pc:docMk/>
            <pc:sldMk cId="4077369978" sldId="1988"/>
            <ac:spMk id="295" creationId="{63DF3DC0-21C9-9CAD-6DC4-D9B76753E080}"/>
          </ac:spMkLst>
        </pc:spChg>
        <pc:spChg chg="add mod">
          <ac:chgData name="한나 조" userId="65a288ce2c9026c1" providerId="LiveId" clId="{C15A6EEB-526C-46C9-82AA-A02ABBD41001}" dt="2026-06-30T18:16:27.898" v="11880" actId="1076"/>
          <ac:spMkLst>
            <pc:docMk/>
            <pc:sldMk cId="4077369978" sldId="1988"/>
            <ac:spMk id="296" creationId="{877517FF-D278-DD9D-A42C-62709CFB8FC6}"/>
          </ac:spMkLst>
        </pc:spChg>
        <pc:spChg chg="mod">
          <ac:chgData name="한나 조" userId="65a288ce2c9026c1" providerId="LiveId" clId="{C15A6EEB-526C-46C9-82AA-A02ABBD41001}" dt="2026-06-30T18:17:50.829" v="11897" actId="20577"/>
          <ac:spMkLst>
            <pc:docMk/>
            <pc:sldMk cId="4077369978" sldId="1988"/>
            <ac:spMk id="298" creationId="{23E926CA-8D6C-7135-610D-E7C7F5350B79}"/>
          </ac:spMkLst>
        </pc:spChg>
        <pc:spChg chg="add mod">
          <ac:chgData name="한나 조" userId="65a288ce2c9026c1" providerId="LiveId" clId="{C15A6EEB-526C-46C9-82AA-A02ABBD41001}" dt="2026-06-30T18:16:27.898" v="11880" actId="1076"/>
          <ac:spMkLst>
            <pc:docMk/>
            <pc:sldMk cId="4077369978" sldId="1988"/>
            <ac:spMk id="299" creationId="{C6F03CE6-D06B-8A19-7D6B-BC461096AFB8}"/>
          </ac:spMkLst>
        </pc:spChg>
        <pc:spChg chg="add mod">
          <ac:chgData name="한나 조" userId="65a288ce2c9026c1" providerId="LiveId" clId="{C15A6EEB-526C-46C9-82AA-A02ABBD41001}" dt="2026-06-30T18:16:27.898" v="11880" actId="1076"/>
          <ac:spMkLst>
            <pc:docMk/>
            <pc:sldMk cId="4077369978" sldId="1988"/>
            <ac:spMk id="300" creationId="{401DC60C-690B-83EA-2339-0A91EBDB95E1}"/>
          </ac:spMkLst>
        </pc:spChg>
        <pc:spChg chg="add mod">
          <ac:chgData name="한나 조" userId="65a288ce2c9026c1" providerId="LiveId" clId="{C15A6EEB-526C-46C9-82AA-A02ABBD41001}" dt="2026-06-30T18:16:27.898" v="11880" actId="1076"/>
          <ac:spMkLst>
            <pc:docMk/>
            <pc:sldMk cId="4077369978" sldId="1988"/>
            <ac:spMk id="302" creationId="{015375A6-3723-9349-6924-BB365DF8AB20}"/>
          </ac:spMkLst>
        </pc:spChg>
        <pc:spChg chg="add mod">
          <ac:chgData name="한나 조" userId="65a288ce2c9026c1" providerId="LiveId" clId="{C15A6EEB-526C-46C9-82AA-A02ABBD41001}" dt="2026-06-30T18:17:56.977" v="11903" actId="20577"/>
          <ac:spMkLst>
            <pc:docMk/>
            <pc:sldMk cId="4077369978" sldId="1988"/>
            <ac:spMk id="303" creationId="{6AB8E75D-72D0-7887-CEE5-9F94C4E041FC}"/>
          </ac:spMkLst>
        </pc:spChg>
        <pc:spChg chg="add mod">
          <ac:chgData name="한나 조" userId="65a288ce2c9026c1" providerId="LiveId" clId="{C15A6EEB-526C-46C9-82AA-A02ABBD41001}" dt="2026-06-30T18:16:27.898" v="11880" actId="1076"/>
          <ac:spMkLst>
            <pc:docMk/>
            <pc:sldMk cId="4077369978" sldId="1988"/>
            <ac:spMk id="304" creationId="{56D04527-A014-FED4-FA0E-D65E49D87841}"/>
          </ac:spMkLst>
        </pc:spChg>
        <pc:spChg chg="mod">
          <ac:chgData name="한나 조" userId="65a288ce2c9026c1" providerId="LiveId" clId="{C15A6EEB-526C-46C9-82AA-A02ABBD41001}" dt="2026-06-30T18:19:17.586" v="11919" actId="20577"/>
          <ac:spMkLst>
            <pc:docMk/>
            <pc:sldMk cId="4077369978" sldId="1988"/>
            <ac:spMk id="306" creationId="{D7D135F8-55B0-1921-E506-2A77C5CA0731}"/>
          </ac:spMkLst>
        </pc:spChg>
        <pc:spChg chg="add mod">
          <ac:chgData name="한나 조" userId="65a288ce2c9026c1" providerId="LiveId" clId="{C15A6EEB-526C-46C9-82AA-A02ABBD41001}" dt="2026-07-01T01:49:50.732" v="14970"/>
          <ac:spMkLst>
            <pc:docMk/>
            <pc:sldMk cId="4077369978" sldId="1988"/>
            <ac:spMk id="337" creationId="{860673BE-E8D7-87C1-D66A-39A8484BDBC5}"/>
          </ac:spMkLst>
        </pc:spChg>
        <pc:spChg chg="add mod">
          <ac:chgData name="한나 조" userId="65a288ce2c9026c1" providerId="LiveId" clId="{C15A6EEB-526C-46C9-82AA-A02ABBD41001}" dt="2026-07-01T01:49:50.732" v="14970"/>
          <ac:spMkLst>
            <pc:docMk/>
            <pc:sldMk cId="4077369978" sldId="1988"/>
            <ac:spMk id="338" creationId="{F8271CBC-D5F3-2326-56F9-C3F9B2A788B2}"/>
          </ac:spMkLst>
        </pc:spChg>
        <pc:grpChg chg="add mod">
          <ac:chgData name="한나 조" userId="65a288ce2c9026c1" providerId="LiveId" clId="{C15A6EEB-526C-46C9-82AA-A02ABBD41001}" dt="2026-06-30T17:57:58.481" v="11706"/>
          <ac:grpSpMkLst>
            <pc:docMk/>
            <pc:sldMk cId="4077369978" sldId="1988"/>
            <ac:grpSpMk id="241" creationId="{2C647AA3-C8E3-7A29-8EE2-75A813D07B9D}"/>
          </ac:grpSpMkLst>
        </pc:grpChg>
        <pc:grpChg chg="add mod">
          <ac:chgData name="한나 조" userId="65a288ce2c9026c1" providerId="LiveId" clId="{C15A6EEB-526C-46C9-82AA-A02ABBD41001}" dt="2026-06-30T18:14:07.712" v="11871" actId="164"/>
          <ac:grpSpMkLst>
            <pc:docMk/>
            <pc:sldMk cId="4077369978" sldId="1988"/>
            <ac:grpSpMk id="254" creationId="{09046B6F-5BA6-0650-6522-C609E70F4D85}"/>
          </ac:grpSpMkLst>
        </pc:grpChg>
        <pc:grpChg chg="add mod">
          <ac:chgData name="한나 조" userId="65a288ce2c9026c1" providerId="LiveId" clId="{C15A6EEB-526C-46C9-82AA-A02ABBD41001}" dt="2026-06-30T18:14:13.296" v="11872" actId="1076"/>
          <ac:grpSpMkLst>
            <pc:docMk/>
            <pc:sldMk cId="4077369978" sldId="1988"/>
            <ac:grpSpMk id="271" creationId="{6D1BF13F-2F46-0CD4-69B7-1B39D996E58A}"/>
          </ac:grpSpMkLst>
        </pc:grpChg>
        <pc:graphicFrameChg chg="mod modGraphic">
          <ac:chgData name="한나 조" userId="65a288ce2c9026c1" providerId="LiveId" clId="{C15A6EEB-526C-46C9-82AA-A02ABBD41001}" dt="2026-07-01T01:50:34.753" v="15108"/>
          <ac:graphicFrameMkLst>
            <pc:docMk/>
            <pc:sldMk cId="4077369978" sldId="1988"/>
            <ac:graphicFrameMk id="8" creationId="{609EF7A7-A259-991A-18DA-D08D817CBE2D}"/>
          </ac:graphicFrameMkLst>
        </pc:graphicFrameChg>
        <pc:cxnChg chg="add">
          <ac:chgData name="한나 조" userId="65a288ce2c9026c1" providerId="LiveId" clId="{C15A6EEB-526C-46C9-82AA-A02ABBD41001}" dt="2026-06-30T18:15:51.524" v="11875" actId="11529"/>
          <ac:cxnSpMkLst>
            <pc:docMk/>
            <pc:sldMk cId="4077369978" sldId="1988"/>
            <ac:cxnSpMk id="273" creationId="{3020B2A4-A54A-6902-4298-358D5A9B86D7}"/>
          </ac:cxnSpMkLst>
        </pc:cxnChg>
      </pc:sldChg>
      <pc:sldChg chg="addSp delSp modSp add mod ord modClrScheme chgLayout">
        <pc:chgData name="한나 조" userId="65a288ce2c9026c1" providerId="LiveId" clId="{C15A6EEB-526C-46C9-82AA-A02ABBD41001}" dt="2026-07-03T01:44:52.908" v="23452" actId="166"/>
        <pc:sldMkLst>
          <pc:docMk/>
          <pc:sldMk cId="3995780386" sldId="1989"/>
        </pc:sldMkLst>
        <pc:spChg chg="add mod">
          <ac:chgData name="한나 조" userId="65a288ce2c9026c1" providerId="LiveId" clId="{C15A6EEB-526C-46C9-82AA-A02ABBD41001}" dt="2026-06-30T18:21:44.683" v="11952"/>
          <ac:spMkLst>
            <pc:docMk/>
            <pc:sldMk cId="3995780386" sldId="1989"/>
            <ac:spMk id="2" creationId="{05C50FC6-D47A-EE91-2BD9-7B89CD0C89C7}"/>
          </ac:spMkLst>
        </pc:spChg>
        <pc:spChg chg="add mod ord">
          <ac:chgData name="한나 조" userId="65a288ce2c9026c1" providerId="LiveId" clId="{C15A6EEB-526C-46C9-82AA-A02ABBD41001}" dt="2026-07-03T01:44:52.908" v="23452" actId="166"/>
          <ac:spMkLst>
            <pc:docMk/>
            <pc:sldMk cId="3995780386" sldId="1989"/>
            <ac:spMk id="17" creationId="{FB1E74DA-A5F8-E1F7-2291-0317BC3EA4F6}"/>
          </ac:spMkLst>
        </pc:spChg>
        <pc:spChg chg="mod topLvl">
          <ac:chgData name="한나 조" userId="65a288ce2c9026c1" providerId="LiveId" clId="{C15A6EEB-526C-46C9-82AA-A02ABBD41001}" dt="2026-06-30T18:57:13.843" v="12434" actId="1076"/>
          <ac:spMkLst>
            <pc:docMk/>
            <pc:sldMk cId="3995780386" sldId="1989"/>
            <ac:spMk id="18" creationId="{EFA72351-11DF-2606-C65A-D95F138468CC}"/>
          </ac:spMkLst>
        </pc:spChg>
        <pc:spChg chg="add mod ord">
          <ac:chgData name="한나 조" userId="65a288ce2c9026c1" providerId="LiveId" clId="{C15A6EEB-526C-46C9-82AA-A02ABBD41001}" dt="2026-07-03T01:44:52.908" v="23452" actId="166"/>
          <ac:spMkLst>
            <pc:docMk/>
            <pc:sldMk cId="3995780386" sldId="1989"/>
            <ac:spMk id="30" creationId="{7ECD6885-292F-A1D1-CB00-B23648FC4099}"/>
          </ac:spMkLst>
        </pc:spChg>
        <pc:spChg chg="add mod ord">
          <ac:chgData name="한나 조" userId="65a288ce2c9026c1" providerId="LiveId" clId="{C15A6EEB-526C-46C9-82AA-A02ABBD41001}" dt="2026-07-03T01:44:52.908" v="23452" actId="166"/>
          <ac:spMkLst>
            <pc:docMk/>
            <pc:sldMk cId="3995780386" sldId="1989"/>
            <ac:spMk id="31" creationId="{7BC5D464-C956-DC33-4B1F-4F3BC7E1788D}"/>
          </ac:spMkLst>
        </pc:spChg>
        <pc:spChg chg="mod ord">
          <ac:chgData name="한나 조" userId="65a288ce2c9026c1" providerId="LiveId" clId="{C15A6EEB-526C-46C9-82AA-A02ABBD41001}" dt="2026-07-03T01:44:52.908" v="23452" actId="166"/>
          <ac:spMkLst>
            <pc:docMk/>
            <pc:sldMk cId="3995780386" sldId="1989"/>
            <ac:spMk id="32" creationId="{D9583D05-9D32-FED3-5E81-82F09F38FACB}"/>
          </ac:spMkLst>
        </pc:spChg>
        <pc:spChg chg="add mod ord">
          <ac:chgData name="한나 조" userId="65a288ce2c9026c1" providerId="LiveId" clId="{C15A6EEB-526C-46C9-82AA-A02ABBD41001}" dt="2026-07-03T01:44:52.908" v="23452" actId="166"/>
          <ac:spMkLst>
            <pc:docMk/>
            <pc:sldMk cId="3995780386" sldId="1989"/>
            <ac:spMk id="33" creationId="{59638006-70AE-0B6C-2AF3-9836C480BE03}"/>
          </ac:spMkLst>
        </pc:spChg>
        <pc:spChg chg="add mod">
          <ac:chgData name="한나 조" userId="65a288ce2c9026c1" providerId="LiveId" clId="{C15A6EEB-526C-46C9-82AA-A02ABBD41001}" dt="2026-07-03T01:43:45.172" v="23434" actId="14100"/>
          <ac:spMkLst>
            <pc:docMk/>
            <pc:sldMk cId="3995780386" sldId="1989"/>
            <ac:spMk id="35" creationId="{02136D66-A5ED-3E04-EB86-C089941E0A49}"/>
          </ac:spMkLst>
        </pc:spChg>
        <pc:spChg chg="mod ord">
          <ac:chgData name="한나 조" userId="65a288ce2c9026c1" providerId="LiveId" clId="{C15A6EEB-526C-46C9-82AA-A02ABBD41001}" dt="2026-06-30T18:57:14.773" v="12435" actId="1076"/>
          <ac:spMkLst>
            <pc:docMk/>
            <pc:sldMk cId="3995780386" sldId="1989"/>
            <ac:spMk id="41" creationId="{C3BDCCC7-8F9F-F79F-652F-89068AD63095}"/>
          </ac:spMkLst>
        </pc:spChg>
        <pc:spChg chg="mod">
          <ac:chgData name="한나 조" userId="65a288ce2c9026c1" providerId="LiveId" clId="{C15A6EEB-526C-46C9-82AA-A02ABBD41001}" dt="2026-06-30T18:57:13.843" v="12434" actId="1076"/>
          <ac:spMkLst>
            <pc:docMk/>
            <pc:sldMk cId="3995780386" sldId="1989"/>
            <ac:spMk id="43" creationId="{C2FC004D-7657-0A08-2064-5235FE86831B}"/>
          </ac:spMkLst>
        </pc:spChg>
        <pc:spChg chg="mod topLvl">
          <ac:chgData name="한나 조" userId="65a288ce2c9026c1" providerId="LiveId" clId="{C15A6EEB-526C-46C9-82AA-A02ABBD41001}" dt="2026-06-30T18:57:13.843" v="12434" actId="1076"/>
          <ac:spMkLst>
            <pc:docMk/>
            <pc:sldMk cId="3995780386" sldId="1989"/>
            <ac:spMk id="44" creationId="{55050969-89FF-9013-338E-0E7F71B3C8EB}"/>
          </ac:spMkLst>
        </pc:spChg>
        <pc:spChg chg="mod">
          <ac:chgData name="한나 조" userId="65a288ce2c9026c1" providerId="LiveId" clId="{C15A6EEB-526C-46C9-82AA-A02ABBD41001}" dt="2026-06-30T18:32:21.752" v="12137" actId="164"/>
          <ac:spMkLst>
            <pc:docMk/>
            <pc:sldMk cId="3995780386" sldId="1989"/>
            <ac:spMk id="45" creationId="{5E69447D-B6A8-DA8E-7C17-AB5873283714}"/>
          </ac:spMkLst>
        </pc:spChg>
        <pc:spChg chg="mod">
          <ac:chgData name="한나 조" userId="65a288ce2c9026c1" providerId="LiveId" clId="{C15A6EEB-526C-46C9-82AA-A02ABBD41001}" dt="2026-06-30T18:35:20.676" v="12152" actId="14100"/>
          <ac:spMkLst>
            <pc:docMk/>
            <pc:sldMk cId="3995780386" sldId="1989"/>
            <ac:spMk id="46" creationId="{BD145935-ADE8-1E6A-9469-5B9358911E30}"/>
          </ac:spMkLst>
        </pc:spChg>
        <pc:spChg chg="mod topLvl">
          <ac:chgData name="한나 조" userId="65a288ce2c9026c1" providerId="LiveId" clId="{C15A6EEB-526C-46C9-82AA-A02ABBD41001}" dt="2026-06-30T18:34:52.879" v="12149" actId="14100"/>
          <ac:spMkLst>
            <pc:docMk/>
            <pc:sldMk cId="3995780386" sldId="1989"/>
            <ac:spMk id="50" creationId="{EE5578F8-1E1D-9977-1874-3C74E17DA673}"/>
          </ac:spMkLst>
        </pc:spChg>
        <pc:spChg chg="mod">
          <ac:chgData name="한나 조" userId="65a288ce2c9026c1" providerId="LiveId" clId="{C15A6EEB-526C-46C9-82AA-A02ABBD41001}" dt="2026-06-30T18:42:24.094" v="12236" actId="1076"/>
          <ac:spMkLst>
            <pc:docMk/>
            <pc:sldMk cId="3995780386" sldId="1989"/>
            <ac:spMk id="52" creationId="{FF491E70-8751-1373-E33D-7A87A36AC543}"/>
          </ac:spMkLst>
        </pc:spChg>
        <pc:spChg chg="mod topLvl">
          <ac:chgData name="한나 조" userId="65a288ce2c9026c1" providerId="LiveId" clId="{C15A6EEB-526C-46C9-82AA-A02ABBD41001}" dt="2026-07-03T01:42:28.981" v="23404" actId="1076"/>
          <ac:spMkLst>
            <pc:docMk/>
            <pc:sldMk cId="3995780386" sldId="1989"/>
            <ac:spMk id="56" creationId="{71AF9A90-3C54-D06E-B1D0-05A586B3A7CA}"/>
          </ac:spMkLst>
        </pc:spChg>
        <pc:spChg chg="mod topLvl">
          <ac:chgData name="한나 조" userId="65a288ce2c9026c1" providerId="LiveId" clId="{C15A6EEB-526C-46C9-82AA-A02ABBD41001}" dt="2026-06-30T18:40:44.645" v="12219" actId="164"/>
          <ac:spMkLst>
            <pc:docMk/>
            <pc:sldMk cId="3995780386" sldId="1989"/>
            <ac:spMk id="58" creationId="{03C7C72E-74CF-065F-D429-2657357A8F6D}"/>
          </ac:spMkLst>
        </pc:spChg>
        <pc:spChg chg="add mod">
          <ac:chgData name="한나 조" userId="65a288ce2c9026c1" providerId="LiveId" clId="{C15A6EEB-526C-46C9-82AA-A02ABBD41001}" dt="2026-07-03T01:43:27.078" v="23416" actId="14100"/>
          <ac:spMkLst>
            <pc:docMk/>
            <pc:sldMk cId="3995780386" sldId="1989"/>
            <ac:spMk id="64" creationId="{75E9C6C3-626C-036C-33E6-411B7D38C632}"/>
          </ac:spMkLst>
        </pc:spChg>
        <pc:spChg chg="add mod">
          <ac:chgData name="한나 조" userId="65a288ce2c9026c1" providerId="LiveId" clId="{C15A6EEB-526C-46C9-82AA-A02ABBD41001}" dt="2026-07-03T01:43:29.509" v="23429" actId="20577"/>
          <ac:spMkLst>
            <pc:docMk/>
            <pc:sldMk cId="3995780386" sldId="1989"/>
            <ac:spMk id="65" creationId="{8B8C2642-3895-BFE2-64B6-55D535BE1FC6}"/>
          </ac:spMkLst>
        </pc:spChg>
        <pc:spChg chg="add mod ord">
          <ac:chgData name="한나 조" userId="65a288ce2c9026c1" providerId="LiveId" clId="{C15A6EEB-526C-46C9-82AA-A02ABBD41001}" dt="2026-07-03T01:44:52.908" v="23452" actId="166"/>
          <ac:spMkLst>
            <pc:docMk/>
            <pc:sldMk cId="3995780386" sldId="1989"/>
            <ac:spMk id="67" creationId="{4744679C-FD9D-E67E-ADAF-E4903E0A8580}"/>
          </ac:spMkLst>
        </pc:spChg>
        <pc:spChg chg="add mod ord">
          <ac:chgData name="한나 조" userId="65a288ce2c9026c1" providerId="LiveId" clId="{C15A6EEB-526C-46C9-82AA-A02ABBD41001}" dt="2026-07-03T01:44:52.908" v="23452" actId="166"/>
          <ac:spMkLst>
            <pc:docMk/>
            <pc:sldMk cId="3995780386" sldId="1989"/>
            <ac:spMk id="68" creationId="{257FC16F-C2E4-4D44-D3AB-1FB2AB7AA86F}"/>
          </ac:spMkLst>
        </pc:spChg>
        <pc:spChg chg="mod topLvl">
          <ac:chgData name="한나 조" userId="65a288ce2c9026c1" providerId="LiveId" clId="{C15A6EEB-526C-46C9-82AA-A02ABBD41001}" dt="2026-07-03T01:42:28.981" v="23404" actId="1076"/>
          <ac:spMkLst>
            <pc:docMk/>
            <pc:sldMk cId="3995780386" sldId="1989"/>
            <ac:spMk id="69" creationId="{A8D0332C-A49A-D212-DE9E-081248FB3043}"/>
          </ac:spMkLst>
        </pc:spChg>
        <pc:spChg chg="add mod ord">
          <ac:chgData name="한나 조" userId="65a288ce2c9026c1" providerId="LiveId" clId="{C15A6EEB-526C-46C9-82AA-A02ABBD41001}" dt="2026-07-03T01:44:52.908" v="23452" actId="166"/>
          <ac:spMkLst>
            <pc:docMk/>
            <pc:sldMk cId="3995780386" sldId="1989"/>
            <ac:spMk id="70" creationId="{C8B83A22-01FC-A2D3-0AE8-6259EEF93231}"/>
          </ac:spMkLst>
        </pc:spChg>
        <pc:spChg chg="add mod ord">
          <ac:chgData name="한나 조" userId="65a288ce2c9026c1" providerId="LiveId" clId="{C15A6EEB-526C-46C9-82AA-A02ABBD41001}" dt="2026-07-03T01:44:52.908" v="23452" actId="166"/>
          <ac:spMkLst>
            <pc:docMk/>
            <pc:sldMk cId="3995780386" sldId="1989"/>
            <ac:spMk id="71" creationId="{AC7EC195-C9F9-318D-B02A-CD0F7B577409}"/>
          </ac:spMkLst>
        </pc:spChg>
        <pc:spChg chg="mod">
          <ac:chgData name="한나 조" userId="65a288ce2c9026c1" providerId="LiveId" clId="{C15A6EEB-526C-46C9-82AA-A02ABBD41001}" dt="2026-07-03T01:44:13.575" v="23437" actId="571"/>
          <ac:spMkLst>
            <pc:docMk/>
            <pc:sldMk cId="3995780386" sldId="1989"/>
            <ac:spMk id="73" creationId="{97533B87-16EA-35A4-84A1-0C328C2C5923}"/>
          </ac:spMkLst>
        </pc:spChg>
        <pc:spChg chg="mod">
          <ac:chgData name="한나 조" userId="65a288ce2c9026c1" providerId="LiveId" clId="{C15A6EEB-526C-46C9-82AA-A02ABBD41001}" dt="2026-07-03T01:44:13.575" v="23437" actId="571"/>
          <ac:spMkLst>
            <pc:docMk/>
            <pc:sldMk cId="3995780386" sldId="1989"/>
            <ac:spMk id="79" creationId="{978A5798-1700-4876-A0D9-88EDDF9D05EB}"/>
          </ac:spMkLst>
        </pc:spChg>
        <pc:spChg chg="add mod">
          <ac:chgData name="한나 조" userId="65a288ce2c9026c1" providerId="LiveId" clId="{C15A6EEB-526C-46C9-82AA-A02ABBD41001}" dt="2026-07-03T01:42:28.981" v="23404" actId="1076"/>
          <ac:spMkLst>
            <pc:docMk/>
            <pc:sldMk cId="3995780386" sldId="1989"/>
            <ac:spMk id="118" creationId="{49387EF9-CDE9-F943-4285-36584D3E092C}"/>
          </ac:spMkLst>
        </pc:spChg>
        <pc:spChg chg="mod">
          <ac:chgData name="한나 조" userId="65a288ce2c9026c1" providerId="LiveId" clId="{C15A6EEB-526C-46C9-82AA-A02ABBD41001}" dt="2026-07-03T01:43:56.484" v="23436" actId="14100"/>
          <ac:spMkLst>
            <pc:docMk/>
            <pc:sldMk cId="3995780386" sldId="1989"/>
            <ac:spMk id="121" creationId="{43C69531-D7D9-0A1C-25BB-26D9BC3555AF}"/>
          </ac:spMkLst>
        </pc:spChg>
        <pc:spChg chg="mod">
          <ac:chgData name="한나 조" userId="65a288ce2c9026c1" providerId="LiveId" clId="{C15A6EEB-526C-46C9-82AA-A02ABBD41001}" dt="2026-07-03T01:44:23.857" v="23442" actId="1035"/>
          <ac:spMkLst>
            <pc:docMk/>
            <pc:sldMk cId="3995780386" sldId="1989"/>
            <ac:spMk id="123" creationId="{B6B7F010-3691-924D-6EE2-8AF267408DCF}"/>
          </ac:spMkLst>
        </pc:spChg>
        <pc:spChg chg="mod">
          <ac:chgData name="한나 조" userId="65a288ce2c9026c1" providerId="LiveId" clId="{C15A6EEB-526C-46C9-82AA-A02ABBD41001}" dt="2026-06-30T18:41:38.227" v="12228"/>
          <ac:spMkLst>
            <pc:docMk/>
            <pc:sldMk cId="3995780386" sldId="1989"/>
            <ac:spMk id="125" creationId="{EB1334BE-8834-58B3-F284-404A2D879FAB}"/>
          </ac:spMkLst>
        </pc:spChg>
        <pc:spChg chg="mod">
          <ac:chgData name="한나 조" userId="65a288ce2c9026c1" providerId="LiveId" clId="{C15A6EEB-526C-46C9-82AA-A02ABBD41001}" dt="2026-07-03T01:44:23.857" v="23442" actId="1035"/>
          <ac:spMkLst>
            <pc:docMk/>
            <pc:sldMk cId="3995780386" sldId="1989"/>
            <ac:spMk id="126" creationId="{D46F70C1-C6A5-B838-12AA-57EA99DEB3B7}"/>
          </ac:spMkLst>
        </pc:spChg>
        <pc:spChg chg="mod">
          <ac:chgData name="한나 조" userId="65a288ce2c9026c1" providerId="LiveId" clId="{C15A6EEB-526C-46C9-82AA-A02ABBD41001}" dt="2026-07-03T01:44:23.857" v="23442" actId="1035"/>
          <ac:spMkLst>
            <pc:docMk/>
            <pc:sldMk cId="3995780386" sldId="1989"/>
            <ac:spMk id="129" creationId="{27378136-96F5-349F-7484-6D1999AB91F2}"/>
          </ac:spMkLst>
        </pc:spChg>
        <pc:spChg chg="add del mod">
          <ac:chgData name="한나 조" userId="65a288ce2c9026c1" providerId="LiveId" clId="{C15A6EEB-526C-46C9-82AA-A02ABBD41001}" dt="2026-07-03T01:44:28.959" v="23444" actId="478"/>
          <ac:spMkLst>
            <pc:docMk/>
            <pc:sldMk cId="3995780386" sldId="1989"/>
            <ac:spMk id="139" creationId="{4A2E118B-5DC4-E5F1-143F-B433BDA0CC18}"/>
          </ac:spMkLst>
        </pc:spChg>
        <pc:spChg chg="mod">
          <ac:chgData name="한나 조" userId="65a288ce2c9026c1" providerId="LiveId" clId="{C15A6EEB-526C-46C9-82AA-A02ABBD41001}" dt="2026-06-30T18:57:14.773" v="12435" actId="1076"/>
          <ac:spMkLst>
            <pc:docMk/>
            <pc:sldMk cId="3995780386" sldId="1989"/>
            <ac:spMk id="165" creationId="{6855BEA2-58A1-8FBE-1EB3-D01C801B4A4D}"/>
          </ac:spMkLst>
        </pc:spChg>
        <pc:spChg chg="mod">
          <ac:chgData name="한나 조" userId="65a288ce2c9026c1" providerId="LiveId" clId="{C15A6EEB-526C-46C9-82AA-A02ABBD41001}" dt="2026-06-30T18:51:32.033" v="12364"/>
          <ac:spMkLst>
            <pc:docMk/>
            <pc:sldMk cId="3995780386" sldId="1989"/>
            <ac:spMk id="167" creationId="{4DE9288B-4554-15C0-D630-F678139EEA9A}"/>
          </ac:spMkLst>
        </pc:spChg>
        <pc:spChg chg="mod">
          <ac:chgData name="한나 조" userId="65a288ce2c9026c1" providerId="LiveId" clId="{C15A6EEB-526C-46C9-82AA-A02ABBD41001}" dt="2026-06-30T18:57:14.773" v="12435" actId="1076"/>
          <ac:spMkLst>
            <pc:docMk/>
            <pc:sldMk cId="3995780386" sldId="1989"/>
            <ac:spMk id="173" creationId="{E012F35F-9BBA-B119-E7B2-29D8F26A92A4}"/>
          </ac:spMkLst>
        </pc:spChg>
        <pc:spChg chg="mod">
          <ac:chgData name="한나 조" userId="65a288ce2c9026c1" providerId="LiveId" clId="{C15A6EEB-526C-46C9-82AA-A02ABBD41001}" dt="2026-06-30T18:57:13.843" v="12434" actId="1076"/>
          <ac:spMkLst>
            <pc:docMk/>
            <pc:sldMk cId="3995780386" sldId="1989"/>
            <ac:spMk id="174" creationId="{233C93E4-BD38-CAAC-1D4E-A381646934F8}"/>
          </ac:spMkLst>
        </pc:spChg>
        <pc:spChg chg="mod">
          <ac:chgData name="한나 조" userId="65a288ce2c9026c1" providerId="LiveId" clId="{C15A6EEB-526C-46C9-82AA-A02ABBD41001}" dt="2026-06-30T18:20:57.741" v="11927" actId="20577"/>
          <ac:spMkLst>
            <pc:docMk/>
            <pc:sldMk cId="3995780386" sldId="1989"/>
            <ac:spMk id="175" creationId="{D81B711E-A242-74D7-0949-5A1205E4CB4C}"/>
          </ac:spMkLst>
        </pc:spChg>
        <pc:spChg chg="mod">
          <ac:chgData name="한나 조" userId="65a288ce2c9026c1" providerId="LiveId" clId="{C15A6EEB-526C-46C9-82AA-A02ABBD41001}" dt="2026-06-30T18:57:14.773" v="12435" actId="1076"/>
          <ac:spMkLst>
            <pc:docMk/>
            <pc:sldMk cId="3995780386" sldId="1989"/>
            <ac:spMk id="177" creationId="{3898BD29-78BD-386B-8BDE-55D4D7CC877D}"/>
          </ac:spMkLst>
        </pc:spChg>
        <pc:spChg chg="mod">
          <ac:chgData name="한나 조" userId="65a288ce2c9026c1" providerId="LiveId" clId="{C15A6EEB-526C-46C9-82AA-A02ABBD41001}" dt="2026-06-30T18:57:14.773" v="12435" actId="1076"/>
          <ac:spMkLst>
            <pc:docMk/>
            <pc:sldMk cId="3995780386" sldId="1989"/>
            <ac:spMk id="179" creationId="{0D7844BC-0D1B-2DB1-B6BB-3A6E1E931F58}"/>
          </ac:spMkLst>
        </pc:spChg>
        <pc:spChg chg="mod">
          <ac:chgData name="한나 조" userId="65a288ce2c9026c1" providerId="LiveId" clId="{C15A6EEB-526C-46C9-82AA-A02ABBD41001}" dt="2026-06-30T18:57:13.843" v="12434" actId="1076"/>
          <ac:spMkLst>
            <pc:docMk/>
            <pc:sldMk cId="3995780386" sldId="1989"/>
            <ac:spMk id="189" creationId="{F8D671D9-FACE-8960-F2D2-99A785F5EC66}"/>
          </ac:spMkLst>
        </pc:spChg>
        <pc:spChg chg="mod">
          <ac:chgData name="한나 조" userId="65a288ce2c9026c1" providerId="LiveId" clId="{C15A6EEB-526C-46C9-82AA-A02ABBD41001}" dt="2026-06-30T18:57:13.843" v="12434" actId="1076"/>
          <ac:spMkLst>
            <pc:docMk/>
            <pc:sldMk cId="3995780386" sldId="1989"/>
            <ac:spMk id="194" creationId="{E49CC165-9EA0-EBD0-B6CD-3BF05915D13C}"/>
          </ac:spMkLst>
        </pc:spChg>
        <pc:spChg chg="mod">
          <ac:chgData name="한나 조" userId="65a288ce2c9026c1" providerId="LiveId" clId="{C15A6EEB-526C-46C9-82AA-A02ABBD41001}" dt="2026-06-30T18:51:32.033" v="12364"/>
          <ac:spMkLst>
            <pc:docMk/>
            <pc:sldMk cId="3995780386" sldId="1989"/>
            <ac:spMk id="195" creationId="{C55B0724-1988-3580-67D4-817F325827D6}"/>
          </ac:spMkLst>
        </pc:spChg>
        <pc:spChg chg="mod">
          <ac:chgData name="한나 조" userId="65a288ce2c9026c1" providerId="LiveId" clId="{C15A6EEB-526C-46C9-82AA-A02ABBD41001}" dt="2026-06-30T18:51:32.033" v="12364"/>
          <ac:spMkLst>
            <pc:docMk/>
            <pc:sldMk cId="3995780386" sldId="1989"/>
            <ac:spMk id="196" creationId="{0F9F8BBA-1A42-45F6-3066-9B2C12C433F3}"/>
          </ac:spMkLst>
        </pc:spChg>
        <pc:spChg chg="mod">
          <ac:chgData name="한나 조" userId="65a288ce2c9026c1" providerId="LiveId" clId="{C15A6EEB-526C-46C9-82AA-A02ABBD41001}" dt="2026-06-30T18:51:32.033" v="12364"/>
          <ac:spMkLst>
            <pc:docMk/>
            <pc:sldMk cId="3995780386" sldId="1989"/>
            <ac:spMk id="198" creationId="{AB5C6CE2-1FD2-CEB2-7F60-00FD26BB63FA}"/>
          </ac:spMkLst>
        </pc:spChg>
        <pc:spChg chg="mod">
          <ac:chgData name="한나 조" userId="65a288ce2c9026c1" providerId="LiveId" clId="{C15A6EEB-526C-46C9-82AA-A02ABBD41001}" dt="2026-06-30T18:57:14.773" v="12435" actId="1076"/>
          <ac:spMkLst>
            <pc:docMk/>
            <pc:sldMk cId="3995780386" sldId="1989"/>
            <ac:spMk id="199" creationId="{0A5E0644-489A-80E8-0873-D43459CB68E6}"/>
          </ac:spMkLst>
        </pc:spChg>
        <pc:grpChg chg="add mod">
          <ac:chgData name="한나 조" userId="65a288ce2c9026c1" providerId="LiveId" clId="{C15A6EEB-526C-46C9-82AA-A02ABBD41001}" dt="2026-06-30T18:42:24.094" v="12236" actId="1076"/>
          <ac:grpSpMkLst>
            <pc:docMk/>
            <pc:sldMk cId="3995780386" sldId="1989"/>
            <ac:grpSpMk id="34" creationId="{025005F9-3F7D-780B-27EF-5417A8F0C000}"/>
          </ac:grpSpMkLst>
        </pc:grpChg>
        <pc:grpChg chg="add mod">
          <ac:chgData name="한나 조" userId="65a288ce2c9026c1" providerId="LiveId" clId="{C15A6EEB-526C-46C9-82AA-A02ABBD41001}" dt="2026-07-03T01:43:22.047" v="23415" actId="1076"/>
          <ac:grpSpMkLst>
            <pc:docMk/>
            <pc:sldMk cId="3995780386" sldId="1989"/>
            <ac:grpSpMk id="66" creationId="{A1ADF71D-431B-1557-DE1F-5002D7948450}"/>
          </ac:grpSpMkLst>
        </pc:grpChg>
        <pc:grpChg chg="add mod">
          <ac:chgData name="한나 조" userId="65a288ce2c9026c1" providerId="LiveId" clId="{C15A6EEB-526C-46C9-82AA-A02ABBD41001}" dt="2026-07-03T01:44:13.575" v="23437" actId="571"/>
          <ac:grpSpMkLst>
            <pc:docMk/>
            <pc:sldMk cId="3995780386" sldId="1989"/>
            <ac:grpSpMk id="72" creationId="{BAB7F92E-CBC6-83BC-B24C-882DB4D4E533}"/>
          </ac:grpSpMkLst>
        </pc:grpChg>
        <pc:grpChg chg="add mod">
          <ac:chgData name="한나 조" userId="65a288ce2c9026c1" providerId="LiveId" clId="{C15A6EEB-526C-46C9-82AA-A02ABBD41001}" dt="2026-07-03T01:43:40.169" v="23433" actId="1076"/>
          <ac:grpSpMkLst>
            <pc:docMk/>
            <pc:sldMk cId="3995780386" sldId="1989"/>
            <ac:grpSpMk id="119" creationId="{28AFACDA-BE6C-C6F7-7714-F53E54E23567}"/>
          </ac:grpSpMkLst>
        </pc:grpChg>
        <pc:grpChg chg="add mod ord">
          <ac:chgData name="한나 조" userId="65a288ce2c9026c1" providerId="LiveId" clId="{C15A6EEB-526C-46C9-82AA-A02ABBD41001}" dt="2026-07-03T01:44:52.908" v="23452" actId="166"/>
          <ac:grpSpMkLst>
            <pc:docMk/>
            <pc:sldMk cId="3995780386" sldId="1989"/>
            <ac:grpSpMk id="120" creationId="{FDB75514-8C4F-BA6B-F197-0CBEAC17D6B2}"/>
          </ac:grpSpMkLst>
        </pc:grpChg>
        <pc:grpChg chg="mod">
          <ac:chgData name="한나 조" userId="65a288ce2c9026c1" providerId="LiveId" clId="{C15A6EEB-526C-46C9-82AA-A02ABBD41001}" dt="2026-07-01T07:44:26.268" v="18934" actId="1037"/>
          <ac:grpSpMkLst>
            <pc:docMk/>
            <pc:sldMk cId="3995780386" sldId="1989"/>
            <ac:grpSpMk id="142" creationId="{8371D0E7-2AB4-BB01-1945-7C0159F56C4C}"/>
          </ac:grpSpMkLst>
        </pc:grpChg>
        <pc:graphicFrameChg chg="mod modGraphic">
          <ac:chgData name="한나 조" userId="65a288ce2c9026c1" providerId="LiveId" clId="{C15A6EEB-526C-46C9-82AA-A02ABBD41001}" dt="2026-07-01T07:11:15.009" v="18550" actId="20577"/>
          <ac:graphicFrameMkLst>
            <pc:docMk/>
            <pc:sldMk cId="3995780386" sldId="1989"/>
            <ac:graphicFrameMk id="176" creationId="{4CD2EDFA-448D-94D4-0B45-6C652E057021}"/>
          </ac:graphicFrameMkLst>
        </pc:graphicFrameChg>
      </pc:sldChg>
      <pc:sldChg chg="addSp delSp modSp add mod ord modClrScheme chgLayout">
        <pc:chgData name="한나 조" userId="65a288ce2c9026c1" providerId="LiveId" clId="{C15A6EEB-526C-46C9-82AA-A02ABBD41001}" dt="2026-07-03T01:45:14.166" v="23455" actId="1076"/>
        <pc:sldMkLst>
          <pc:docMk/>
          <pc:sldMk cId="147305881" sldId="1990"/>
        </pc:sldMkLst>
        <pc:spChg chg="add mod">
          <ac:chgData name="한나 조" userId="65a288ce2c9026c1" providerId="LiveId" clId="{C15A6EEB-526C-46C9-82AA-A02ABBD41001}" dt="2026-07-03T01:45:14.166" v="23455" actId="1076"/>
          <ac:spMkLst>
            <pc:docMk/>
            <pc:sldMk cId="147305881" sldId="1990"/>
            <ac:spMk id="9" creationId="{E0F9B25A-5CCB-4682-8B61-3B8887A3A7F9}"/>
          </ac:spMkLst>
        </pc:spChg>
        <pc:spChg chg="mod">
          <ac:chgData name="한나 조" userId="65a288ce2c9026c1" providerId="LiveId" clId="{C15A6EEB-526C-46C9-82AA-A02ABBD41001}" dt="2026-06-30T18:51:17.907" v="12362" actId="164"/>
          <ac:spMkLst>
            <pc:docMk/>
            <pc:sldMk cId="147305881" sldId="1990"/>
            <ac:spMk id="14" creationId="{223C5BA9-3342-06E3-0D0E-1E05515213DA}"/>
          </ac:spMkLst>
        </pc:spChg>
        <pc:spChg chg="mod">
          <ac:chgData name="한나 조" userId="65a288ce2c9026c1" providerId="LiveId" clId="{C15A6EEB-526C-46C9-82AA-A02ABBD41001}" dt="2026-06-30T18:51:17.907" v="12362" actId="164"/>
          <ac:spMkLst>
            <pc:docMk/>
            <pc:sldMk cId="147305881" sldId="1990"/>
            <ac:spMk id="15" creationId="{DDFDFCDE-E05E-485C-E77B-3B6AF0A96EC7}"/>
          </ac:spMkLst>
        </pc:spChg>
        <pc:spChg chg="mod">
          <ac:chgData name="한나 조" userId="65a288ce2c9026c1" providerId="LiveId" clId="{C15A6EEB-526C-46C9-82AA-A02ABBD41001}" dt="2026-06-30T18:51:17.907" v="12362" actId="164"/>
          <ac:spMkLst>
            <pc:docMk/>
            <pc:sldMk cId="147305881" sldId="1990"/>
            <ac:spMk id="16" creationId="{0138C6B6-3698-6DCC-39BC-D5EF31DF3FAD}"/>
          </ac:spMkLst>
        </pc:spChg>
        <pc:spChg chg="mod">
          <ac:chgData name="한나 조" userId="65a288ce2c9026c1" providerId="LiveId" clId="{C15A6EEB-526C-46C9-82AA-A02ABBD41001}" dt="2026-06-30T18:51:17.907" v="12362" actId="164"/>
          <ac:spMkLst>
            <pc:docMk/>
            <pc:sldMk cId="147305881" sldId="1990"/>
            <ac:spMk id="17" creationId="{F74F1246-925E-5A7C-F550-37C22A88CAB8}"/>
          </ac:spMkLst>
        </pc:spChg>
        <pc:spChg chg="mod">
          <ac:chgData name="한나 조" userId="65a288ce2c9026c1" providerId="LiveId" clId="{C15A6EEB-526C-46C9-82AA-A02ABBD41001}" dt="2026-06-30T18:51:17.907" v="12362" actId="164"/>
          <ac:spMkLst>
            <pc:docMk/>
            <pc:sldMk cId="147305881" sldId="1990"/>
            <ac:spMk id="20" creationId="{BD7AA620-45B3-19BA-8696-8A76EB125F84}"/>
          </ac:spMkLst>
        </pc:spChg>
        <pc:spChg chg="mod">
          <ac:chgData name="한나 조" userId="65a288ce2c9026c1" providerId="LiveId" clId="{C15A6EEB-526C-46C9-82AA-A02ABBD41001}" dt="2026-06-30T18:51:17.907" v="12362" actId="164"/>
          <ac:spMkLst>
            <pc:docMk/>
            <pc:sldMk cId="147305881" sldId="1990"/>
            <ac:spMk id="22" creationId="{2AA7F5DC-FA87-E3CF-958C-05B36F9A84CE}"/>
          </ac:spMkLst>
        </pc:spChg>
        <pc:spChg chg="mod">
          <ac:chgData name="한나 조" userId="65a288ce2c9026c1" providerId="LiveId" clId="{C15A6EEB-526C-46C9-82AA-A02ABBD41001}" dt="2026-06-30T18:51:17.907" v="12362" actId="164"/>
          <ac:spMkLst>
            <pc:docMk/>
            <pc:sldMk cId="147305881" sldId="1990"/>
            <ac:spMk id="23" creationId="{DBF13E6E-C5E0-9EAB-9A1B-EA85CE801ABD}"/>
          </ac:spMkLst>
        </pc:spChg>
        <pc:spChg chg="mod">
          <ac:chgData name="한나 조" userId="65a288ce2c9026c1" providerId="LiveId" clId="{C15A6EEB-526C-46C9-82AA-A02ABBD41001}" dt="2026-06-30T18:51:17.907" v="12362" actId="164"/>
          <ac:spMkLst>
            <pc:docMk/>
            <pc:sldMk cId="147305881" sldId="1990"/>
            <ac:spMk id="31" creationId="{BB61888F-C9BA-5342-DE18-D5D8F0CC8EE6}"/>
          </ac:spMkLst>
        </pc:spChg>
        <pc:spChg chg="mod">
          <ac:chgData name="한나 조" userId="65a288ce2c9026c1" providerId="LiveId" clId="{C15A6EEB-526C-46C9-82AA-A02ABBD41001}" dt="2026-06-30T18:51:17.907" v="12362" actId="164"/>
          <ac:spMkLst>
            <pc:docMk/>
            <pc:sldMk cId="147305881" sldId="1990"/>
            <ac:spMk id="32" creationId="{24139234-A4A0-1675-5CCE-B7033CAFCE84}"/>
          </ac:spMkLst>
        </pc:spChg>
        <pc:spChg chg="add mod">
          <ac:chgData name="한나 조" userId="65a288ce2c9026c1" providerId="LiveId" clId="{C15A6EEB-526C-46C9-82AA-A02ABBD41001}" dt="2026-07-03T01:45:14.166" v="23455" actId="1076"/>
          <ac:spMkLst>
            <pc:docMk/>
            <pc:sldMk cId="147305881" sldId="1990"/>
            <ac:spMk id="38" creationId="{88943144-EBB4-0F60-95C8-51F3F81D670B}"/>
          </ac:spMkLst>
        </pc:spChg>
        <pc:spChg chg="mod">
          <ac:chgData name="한나 조" userId="65a288ce2c9026c1" providerId="LiveId" clId="{C15A6EEB-526C-46C9-82AA-A02ABBD41001}" dt="2026-06-30T18:50:41.382" v="12356" actId="14100"/>
          <ac:spMkLst>
            <pc:docMk/>
            <pc:sldMk cId="147305881" sldId="1990"/>
            <ac:spMk id="40" creationId="{C4C93B2E-5B80-26A5-5223-0965727D5DEA}"/>
          </ac:spMkLst>
        </pc:spChg>
        <pc:spChg chg="mod">
          <ac:chgData name="한나 조" userId="65a288ce2c9026c1" providerId="LiveId" clId="{C15A6EEB-526C-46C9-82AA-A02ABBD41001}" dt="2026-06-30T18:50:31.183" v="12355" actId="571"/>
          <ac:spMkLst>
            <pc:docMk/>
            <pc:sldMk cId="147305881" sldId="1990"/>
            <ac:spMk id="42" creationId="{3DA9FED7-A191-6E9B-7A2B-DD9F3CC67E0A}"/>
          </ac:spMkLst>
        </pc:spChg>
        <pc:spChg chg="mod">
          <ac:chgData name="한나 조" userId="65a288ce2c9026c1" providerId="LiveId" clId="{C15A6EEB-526C-46C9-82AA-A02ABBD41001}" dt="2026-06-30T18:50:49.271" v="12357" actId="1076"/>
          <ac:spMkLst>
            <pc:docMk/>
            <pc:sldMk cId="147305881" sldId="1990"/>
            <ac:spMk id="47" creationId="{52857628-409B-D21F-115D-E46B0B167D9A}"/>
          </ac:spMkLst>
        </pc:spChg>
        <pc:spChg chg="mod">
          <ac:chgData name="한나 조" userId="65a288ce2c9026c1" providerId="LiveId" clId="{C15A6EEB-526C-46C9-82AA-A02ABBD41001}" dt="2026-06-30T18:50:31.183" v="12355" actId="571"/>
          <ac:spMkLst>
            <pc:docMk/>
            <pc:sldMk cId="147305881" sldId="1990"/>
            <ac:spMk id="53" creationId="{C370042E-BAF9-3067-A6F8-F0ACBB1F5645}"/>
          </ac:spMkLst>
        </pc:spChg>
        <pc:spChg chg="mod">
          <ac:chgData name="한나 조" userId="65a288ce2c9026c1" providerId="LiveId" clId="{C15A6EEB-526C-46C9-82AA-A02ABBD41001}" dt="2026-06-30T18:50:49.271" v="12357" actId="1076"/>
          <ac:spMkLst>
            <pc:docMk/>
            <pc:sldMk cId="147305881" sldId="1990"/>
            <ac:spMk id="54" creationId="{20647329-0E51-DDC3-AEC5-EA78DE84913F}"/>
          </ac:spMkLst>
        </pc:spChg>
        <pc:spChg chg="mod topLvl">
          <ac:chgData name="한나 조" userId="65a288ce2c9026c1" providerId="LiveId" clId="{C15A6EEB-526C-46C9-82AA-A02ABBD41001}" dt="2026-07-03T01:45:14.166" v="23455" actId="1076"/>
          <ac:spMkLst>
            <pc:docMk/>
            <pc:sldMk cId="147305881" sldId="1990"/>
            <ac:spMk id="86" creationId="{64BAA025-C706-B05A-19AF-05A737762D75}"/>
          </ac:spMkLst>
        </pc:spChg>
        <pc:spChg chg="mod topLvl">
          <ac:chgData name="한나 조" userId="65a288ce2c9026c1" providerId="LiveId" clId="{C15A6EEB-526C-46C9-82AA-A02ABBD41001}" dt="2026-07-03T01:45:14.166" v="23455" actId="1076"/>
          <ac:spMkLst>
            <pc:docMk/>
            <pc:sldMk cId="147305881" sldId="1990"/>
            <ac:spMk id="145" creationId="{728E5361-8CBB-8991-B86C-885CD3252A3A}"/>
          </ac:spMkLst>
        </pc:spChg>
        <pc:spChg chg="mod">
          <ac:chgData name="한나 조" userId="65a288ce2c9026c1" providerId="LiveId" clId="{C15A6EEB-526C-46C9-82AA-A02ABBD41001}" dt="2026-06-30T18:49:20.872" v="12347" actId="165"/>
          <ac:spMkLst>
            <pc:docMk/>
            <pc:sldMk cId="147305881" sldId="1990"/>
            <ac:spMk id="146" creationId="{ACDE3E8A-FD76-BE08-41EB-68B858532873}"/>
          </ac:spMkLst>
        </pc:spChg>
        <pc:spChg chg="mod">
          <ac:chgData name="한나 조" userId="65a288ce2c9026c1" providerId="LiveId" clId="{C15A6EEB-526C-46C9-82AA-A02ABBD41001}" dt="2026-06-30T18:49:20.872" v="12347" actId="165"/>
          <ac:spMkLst>
            <pc:docMk/>
            <pc:sldMk cId="147305881" sldId="1990"/>
            <ac:spMk id="147" creationId="{E8574FD1-C660-7EBB-081F-F27CD6C64740}"/>
          </ac:spMkLst>
        </pc:spChg>
        <pc:spChg chg="mod">
          <ac:chgData name="한나 조" userId="65a288ce2c9026c1" providerId="LiveId" clId="{C15A6EEB-526C-46C9-82AA-A02ABBD41001}" dt="2026-06-30T18:49:20.872" v="12347" actId="165"/>
          <ac:spMkLst>
            <pc:docMk/>
            <pc:sldMk cId="147305881" sldId="1990"/>
            <ac:spMk id="148" creationId="{D0C1BBE8-6BE2-E983-7392-1020AD601908}"/>
          </ac:spMkLst>
        </pc:spChg>
        <pc:spChg chg="mod">
          <ac:chgData name="한나 조" userId="65a288ce2c9026c1" providerId="LiveId" clId="{C15A6EEB-526C-46C9-82AA-A02ABBD41001}" dt="2026-06-30T18:49:20.872" v="12347" actId="165"/>
          <ac:spMkLst>
            <pc:docMk/>
            <pc:sldMk cId="147305881" sldId="1990"/>
            <ac:spMk id="149" creationId="{3883F2D8-13DE-4D11-8FB6-97735B00C28F}"/>
          </ac:spMkLst>
        </pc:spChg>
        <pc:spChg chg="mod">
          <ac:chgData name="한나 조" userId="65a288ce2c9026c1" providerId="LiveId" clId="{C15A6EEB-526C-46C9-82AA-A02ABBD41001}" dt="2026-06-30T18:49:20.872" v="12347" actId="165"/>
          <ac:spMkLst>
            <pc:docMk/>
            <pc:sldMk cId="147305881" sldId="1990"/>
            <ac:spMk id="150" creationId="{F55C7CCA-386C-42FD-B022-D98709B57DF8}"/>
          </ac:spMkLst>
        </pc:spChg>
        <pc:spChg chg="mod">
          <ac:chgData name="한나 조" userId="65a288ce2c9026c1" providerId="LiveId" clId="{C15A6EEB-526C-46C9-82AA-A02ABBD41001}" dt="2026-06-30T18:49:20.872" v="12347" actId="165"/>
          <ac:spMkLst>
            <pc:docMk/>
            <pc:sldMk cId="147305881" sldId="1990"/>
            <ac:spMk id="151" creationId="{84535FC2-B008-C1FD-15E4-51A400633E2C}"/>
          </ac:spMkLst>
        </pc:spChg>
        <pc:spChg chg="mod topLvl">
          <ac:chgData name="한나 조" userId="65a288ce2c9026c1" providerId="LiveId" clId="{C15A6EEB-526C-46C9-82AA-A02ABBD41001}" dt="2026-07-03T01:45:14.166" v="23455" actId="1076"/>
          <ac:spMkLst>
            <pc:docMk/>
            <pc:sldMk cId="147305881" sldId="1990"/>
            <ac:spMk id="152" creationId="{10BCA4D7-703F-F53D-7FFB-072DE6A2F58C}"/>
          </ac:spMkLst>
        </pc:spChg>
        <pc:spChg chg="mod">
          <ac:chgData name="한나 조" userId="65a288ce2c9026c1" providerId="LiveId" clId="{C15A6EEB-526C-46C9-82AA-A02ABBD41001}" dt="2026-06-30T18:51:17.907" v="12362" actId="164"/>
          <ac:spMkLst>
            <pc:docMk/>
            <pc:sldMk cId="147305881" sldId="1990"/>
            <ac:spMk id="159" creationId="{D43AC6AC-4727-054A-27F3-A16EA32DCC5C}"/>
          </ac:spMkLst>
        </pc:spChg>
        <pc:grpChg chg="add mod">
          <ac:chgData name="한나 조" userId="65a288ce2c9026c1" providerId="LiveId" clId="{C15A6EEB-526C-46C9-82AA-A02ABBD41001}" dt="2026-07-03T01:45:14.166" v="23455" actId="1076"/>
          <ac:grpSpMkLst>
            <pc:docMk/>
            <pc:sldMk cId="147305881" sldId="1990"/>
            <ac:grpSpMk id="39" creationId="{F1D9266C-EC30-EAD7-1D47-B549278547AF}"/>
          </ac:grpSpMkLst>
        </pc:grpChg>
        <pc:grpChg chg="mod">
          <ac:chgData name="한나 조" userId="65a288ce2c9026c1" providerId="LiveId" clId="{C15A6EEB-526C-46C9-82AA-A02ABBD41001}" dt="2026-07-01T07:44:31.491" v="18938" actId="1037"/>
          <ac:grpSpMkLst>
            <pc:docMk/>
            <pc:sldMk cId="147305881" sldId="1990"/>
            <ac:grpSpMk id="55" creationId="{BF4992AA-17DB-D79F-5191-1F75E4B42958}"/>
          </ac:grpSpMkLst>
        </pc:grpChg>
        <pc:grpChg chg="mod">
          <ac:chgData name="한나 조" userId="65a288ce2c9026c1" providerId="LiveId" clId="{C15A6EEB-526C-46C9-82AA-A02ABBD41001}" dt="2026-07-03T01:45:14.166" v="23455" actId="1076"/>
          <ac:grpSpMkLst>
            <pc:docMk/>
            <pc:sldMk cId="147305881" sldId="1990"/>
            <ac:grpSpMk id="212" creationId="{44BCC99E-AC16-0190-5754-E292FE7B72CD}"/>
          </ac:grpSpMkLst>
        </pc:grpChg>
        <pc:grpChg chg="mod">
          <ac:chgData name="한나 조" userId="65a288ce2c9026c1" providerId="LiveId" clId="{C15A6EEB-526C-46C9-82AA-A02ABBD41001}" dt="2026-07-03T01:45:14.166" v="23455" actId="1076"/>
          <ac:grpSpMkLst>
            <pc:docMk/>
            <pc:sldMk cId="147305881" sldId="1990"/>
            <ac:grpSpMk id="213" creationId="{303F8BA3-C638-EEA6-B3B5-F1EDCFA5DFDA}"/>
          </ac:grpSpMkLst>
        </pc:grpChg>
      </pc:sldChg>
      <pc:sldChg chg="addSp delSp modSp add mod modClrScheme chgLayout">
        <pc:chgData name="한나 조" userId="65a288ce2c9026c1" providerId="LiveId" clId="{C15A6EEB-526C-46C9-82AA-A02ABBD41001}" dt="2026-07-06T02:08:46.739" v="24619" actId="20577"/>
        <pc:sldMkLst>
          <pc:docMk/>
          <pc:sldMk cId="2036769353" sldId="1991"/>
        </pc:sldMkLst>
        <pc:spChg chg="add mod">
          <ac:chgData name="한나 조" userId="65a288ce2c9026c1" providerId="LiveId" clId="{C15A6EEB-526C-46C9-82AA-A02ABBD41001}" dt="2026-06-30T19:03:43.394" v="12536" actId="1076"/>
          <ac:spMkLst>
            <pc:docMk/>
            <pc:sldMk cId="2036769353" sldId="1991"/>
            <ac:spMk id="2" creationId="{6B0BE25C-639E-1902-0C49-56E5F960A000}"/>
          </ac:spMkLst>
        </pc:spChg>
        <pc:spChg chg="mod">
          <ac:chgData name="한나 조" userId="65a288ce2c9026c1" providerId="LiveId" clId="{C15A6EEB-526C-46C9-82AA-A02ABBD41001}" dt="2026-07-01T07:39:58.547" v="18861"/>
          <ac:spMkLst>
            <pc:docMk/>
            <pc:sldMk cId="2036769353" sldId="1991"/>
            <ac:spMk id="5" creationId="{D6EB8E0D-ED8B-89B1-E7A3-FDDFC9BC1E65}"/>
          </ac:spMkLst>
        </pc:spChg>
        <pc:spChg chg="mod">
          <ac:chgData name="한나 조" userId="65a288ce2c9026c1" providerId="LiveId" clId="{C15A6EEB-526C-46C9-82AA-A02ABBD41001}" dt="2026-06-30T18:52:57.468" v="12369" actId="20577"/>
          <ac:spMkLst>
            <pc:docMk/>
            <pc:sldMk cId="2036769353" sldId="1991"/>
            <ac:spMk id="8" creationId="{7507136F-A336-7EA0-296B-281714E6165D}"/>
          </ac:spMkLst>
        </pc:spChg>
        <pc:spChg chg="mod">
          <ac:chgData name="한나 조" userId="65a288ce2c9026c1" providerId="LiveId" clId="{C15A6EEB-526C-46C9-82AA-A02ABBD41001}" dt="2026-06-30T19:03:43.394" v="12536" actId="1076"/>
          <ac:spMkLst>
            <pc:docMk/>
            <pc:sldMk cId="2036769353" sldId="1991"/>
            <ac:spMk id="17" creationId="{DE1C85FA-E0F7-BAAA-C346-A5097B402A9E}"/>
          </ac:spMkLst>
        </pc:spChg>
        <pc:spChg chg="mod">
          <ac:chgData name="한나 조" userId="65a288ce2c9026c1" providerId="LiveId" clId="{C15A6EEB-526C-46C9-82AA-A02ABBD41001}" dt="2026-06-30T19:03:43.394" v="12536" actId="1076"/>
          <ac:spMkLst>
            <pc:docMk/>
            <pc:sldMk cId="2036769353" sldId="1991"/>
            <ac:spMk id="18" creationId="{213D61DE-56F2-68FD-C283-CADBADBC24C8}"/>
          </ac:spMkLst>
        </pc:spChg>
        <pc:spChg chg="mod">
          <ac:chgData name="한나 조" userId="65a288ce2c9026c1" providerId="LiveId" clId="{C15A6EEB-526C-46C9-82AA-A02ABBD41001}" dt="2026-06-30T19:03:43.394" v="12536" actId="1076"/>
          <ac:spMkLst>
            <pc:docMk/>
            <pc:sldMk cId="2036769353" sldId="1991"/>
            <ac:spMk id="19" creationId="{38D47D23-B913-88C9-1DAF-C3C17BBD2EC2}"/>
          </ac:spMkLst>
        </pc:spChg>
        <pc:spChg chg="mod">
          <ac:chgData name="한나 조" userId="65a288ce2c9026c1" providerId="LiveId" clId="{C15A6EEB-526C-46C9-82AA-A02ABBD41001}" dt="2026-06-30T19:03:43.394" v="12536" actId="1076"/>
          <ac:spMkLst>
            <pc:docMk/>
            <pc:sldMk cId="2036769353" sldId="1991"/>
            <ac:spMk id="20" creationId="{58F4784A-8EA3-91E7-3019-1990228523E4}"/>
          </ac:spMkLst>
        </pc:spChg>
        <pc:spChg chg="add mod">
          <ac:chgData name="한나 조" userId="65a288ce2c9026c1" providerId="LiveId" clId="{C15A6EEB-526C-46C9-82AA-A02ABBD41001}" dt="2026-07-03T01:40:28.103" v="23376" actId="164"/>
          <ac:spMkLst>
            <pc:docMk/>
            <pc:sldMk cId="2036769353" sldId="1991"/>
            <ac:spMk id="24" creationId="{3D0405AF-7022-DEFE-2886-BE98E8CBF182}"/>
          </ac:spMkLst>
        </pc:spChg>
        <pc:spChg chg="add mod">
          <ac:chgData name="한나 조" userId="65a288ce2c9026c1" providerId="LiveId" clId="{C15A6EEB-526C-46C9-82AA-A02ABBD41001}" dt="2026-07-03T01:40:28.103" v="23376" actId="164"/>
          <ac:spMkLst>
            <pc:docMk/>
            <pc:sldMk cId="2036769353" sldId="1991"/>
            <ac:spMk id="25" creationId="{6D3A6F4E-1619-915F-3FE1-FE019C121899}"/>
          </ac:spMkLst>
        </pc:spChg>
        <pc:spChg chg="add mod">
          <ac:chgData name="한나 조" userId="65a288ce2c9026c1" providerId="LiveId" clId="{C15A6EEB-526C-46C9-82AA-A02ABBD41001}" dt="2026-07-03T01:40:28.103" v="23376" actId="164"/>
          <ac:spMkLst>
            <pc:docMk/>
            <pc:sldMk cId="2036769353" sldId="1991"/>
            <ac:spMk id="26" creationId="{CFB32478-9EAC-4C81-F67E-9E3B491A33CC}"/>
          </ac:spMkLst>
        </pc:spChg>
        <pc:spChg chg="add mod">
          <ac:chgData name="한나 조" userId="65a288ce2c9026c1" providerId="LiveId" clId="{C15A6EEB-526C-46C9-82AA-A02ABBD41001}" dt="2026-07-03T01:40:28.103" v="23376" actId="164"/>
          <ac:spMkLst>
            <pc:docMk/>
            <pc:sldMk cId="2036769353" sldId="1991"/>
            <ac:spMk id="27" creationId="{62CFF9F6-0547-63C3-9B2A-25D25D21EC50}"/>
          </ac:spMkLst>
        </pc:spChg>
        <pc:spChg chg="add mod">
          <ac:chgData name="한나 조" userId="65a288ce2c9026c1" providerId="LiveId" clId="{C15A6EEB-526C-46C9-82AA-A02ABBD41001}" dt="2026-07-03T01:40:28.103" v="23376" actId="164"/>
          <ac:spMkLst>
            <pc:docMk/>
            <pc:sldMk cId="2036769353" sldId="1991"/>
            <ac:spMk id="28" creationId="{0F79DA55-847D-E50E-857B-2B35A3194AB4}"/>
          </ac:spMkLst>
        </pc:spChg>
        <pc:spChg chg="add mod">
          <ac:chgData name="한나 조" userId="65a288ce2c9026c1" providerId="LiveId" clId="{C15A6EEB-526C-46C9-82AA-A02ABBD41001}" dt="2026-07-03T01:40:28.103" v="23376" actId="164"/>
          <ac:spMkLst>
            <pc:docMk/>
            <pc:sldMk cId="2036769353" sldId="1991"/>
            <ac:spMk id="29" creationId="{FA7984F2-5DDC-87E5-3391-7BFC9419217F}"/>
          </ac:spMkLst>
        </pc:spChg>
        <pc:spChg chg="mod">
          <ac:chgData name="한나 조" userId="65a288ce2c9026c1" providerId="LiveId" clId="{C15A6EEB-526C-46C9-82AA-A02ABBD41001}" dt="2026-06-30T19:03:43.394" v="12536" actId="1076"/>
          <ac:spMkLst>
            <pc:docMk/>
            <pc:sldMk cId="2036769353" sldId="1991"/>
            <ac:spMk id="35" creationId="{9C03505D-F76B-1FC5-79E5-75178DC22301}"/>
          </ac:spMkLst>
        </pc:spChg>
        <pc:spChg chg="mod">
          <ac:chgData name="한나 조" userId="65a288ce2c9026c1" providerId="LiveId" clId="{C15A6EEB-526C-46C9-82AA-A02ABBD41001}" dt="2026-07-03T01:40:52.291" v="23391" actId="571"/>
          <ac:spMkLst>
            <pc:docMk/>
            <pc:sldMk cId="2036769353" sldId="1991"/>
            <ac:spMk id="41" creationId="{DAAE7D05-D82E-15F5-2F0D-C68ABC2A11B8}"/>
          </ac:spMkLst>
        </pc:spChg>
        <pc:spChg chg="mod">
          <ac:chgData name="한나 조" userId="65a288ce2c9026c1" providerId="LiveId" clId="{C15A6EEB-526C-46C9-82AA-A02ABBD41001}" dt="2026-07-03T01:40:52.291" v="23391" actId="571"/>
          <ac:spMkLst>
            <pc:docMk/>
            <pc:sldMk cId="2036769353" sldId="1991"/>
            <ac:spMk id="42" creationId="{25481176-0289-5D5B-6249-A6E01E2DE9F0}"/>
          </ac:spMkLst>
        </pc:spChg>
        <pc:spChg chg="mod">
          <ac:chgData name="한나 조" userId="65a288ce2c9026c1" providerId="LiveId" clId="{C15A6EEB-526C-46C9-82AA-A02ABBD41001}" dt="2026-07-03T01:40:52.291" v="23391" actId="571"/>
          <ac:spMkLst>
            <pc:docMk/>
            <pc:sldMk cId="2036769353" sldId="1991"/>
            <ac:spMk id="43" creationId="{9D1A0844-6E9A-24AB-99E7-10E4149B76D7}"/>
          </ac:spMkLst>
        </pc:spChg>
        <pc:spChg chg="mod">
          <ac:chgData name="한나 조" userId="65a288ce2c9026c1" providerId="LiveId" clId="{C15A6EEB-526C-46C9-82AA-A02ABBD41001}" dt="2026-07-03T01:40:52.291" v="23391" actId="571"/>
          <ac:spMkLst>
            <pc:docMk/>
            <pc:sldMk cId="2036769353" sldId="1991"/>
            <ac:spMk id="44" creationId="{0FCADDDF-1295-D79D-7994-B88721D4B87E}"/>
          </ac:spMkLst>
        </pc:spChg>
        <pc:spChg chg="mod">
          <ac:chgData name="한나 조" userId="65a288ce2c9026c1" providerId="LiveId" clId="{C15A6EEB-526C-46C9-82AA-A02ABBD41001}" dt="2026-07-03T01:40:52.291" v="23391" actId="571"/>
          <ac:spMkLst>
            <pc:docMk/>
            <pc:sldMk cId="2036769353" sldId="1991"/>
            <ac:spMk id="45" creationId="{9ADC5B15-70D0-0DB6-C503-A7E5722A1DB2}"/>
          </ac:spMkLst>
        </pc:spChg>
        <pc:spChg chg="mod">
          <ac:chgData name="한나 조" userId="65a288ce2c9026c1" providerId="LiveId" clId="{C15A6EEB-526C-46C9-82AA-A02ABBD41001}" dt="2026-07-03T01:40:52.291" v="23391" actId="571"/>
          <ac:spMkLst>
            <pc:docMk/>
            <pc:sldMk cId="2036769353" sldId="1991"/>
            <ac:spMk id="46" creationId="{201300ED-7E6C-8E1B-F95F-3765DDA48523}"/>
          </ac:spMkLst>
        </pc:spChg>
        <pc:spChg chg="add mod">
          <ac:chgData name="한나 조" userId="65a288ce2c9026c1" providerId="LiveId" clId="{C15A6EEB-526C-46C9-82AA-A02ABBD41001}" dt="2026-06-30T18:55:37.770" v="12424"/>
          <ac:spMkLst>
            <pc:docMk/>
            <pc:sldMk cId="2036769353" sldId="1991"/>
            <ac:spMk id="47" creationId="{6D593711-F439-D84E-5066-2398457EF73B}"/>
          </ac:spMkLst>
        </pc:spChg>
        <pc:spChg chg="add mod">
          <ac:chgData name="한나 조" userId="65a288ce2c9026c1" providerId="LiveId" clId="{C15A6EEB-526C-46C9-82AA-A02ABBD41001}" dt="2026-06-30T18:55:37.770" v="12424"/>
          <ac:spMkLst>
            <pc:docMk/>
            <pc:sldMk cId="2036769353" sldId="1991"/>
            <ac:spMk id="51" creationId="{91236FA0-4427-F3EE-B84D-49DF1E226C36}"/>
          </ac:spMkLst>
        </pc:spChg>
        <pc:spChg chg="add mod">
          <ac:chgData name="한나 조" userId="65a288ce2c9026c1" providerId="LiveId" clId="{C15A6EEB-526C-46C9-82AA-A02ABBD41001}" dt="2026-06-30T18:55:37.770" v="12424"/>
          <ac:spMkLst>
            <pc:docMk/>
            <pc:sldMk cId="2036769353" sldId="1991"/>
            <ac:spMk id="59" creationId="{78D43909-109C-287B-DE6E-C83725B7A020}"/>
          </ac:spMkLst>
        </pc:spChg>
        <pc:spChg chg="add mod">
          <ac:chgData name="한나 조" userId="65a288ce2c9026c1" providerId="LiveId" clId="{C15A6EEB-526C-46C9-82AA-A02ABBD41001}" dt="2026-06-30T18:55:37.770" v="12424"/>
          <ac:spMkLst>
            <pc:docMk/>
            <pc:sldMk cId="2036769353" sldId="1991"/>
            <ac:spMk id="64" creationId="{DB5DA066-285D-28F9-BBFC-D48EEFB90F36}"/>
          </ac:spMkLst>
        </pc:spChg>
        <pc:spChg chg="add mod">
          <ac:chgData name="한나 조" userId="65a288ce2c9026c1" providerId="LiveId" clId="{C15A6EEB-526C-46C9-82AA-A02ABBD41001}" dt="2026-06-30T18:55:37.770" v="12424"/>
          <ac:spMkLst>
            <pc:docMk/>
            <pc:sldMk cId="2036769353" sldId="1991"/>
            <ac:spMk id="66" creationId="{945BF316-5674-4212-F2EF-B00E331D60A3}"/>
          </ac:spMkLst>
        </pc:spChg>
        <pc:spChg chg="add mod">
          <ac:chgData name="한나 조" userId="65a288ce2c9026c1" providerId="LiveId" clId="{C15A6EEB-526C-46C9-82AA-A02ABBD41001}" dt="2026-06-30T18:55:37.770" v="12424"/>
          <ac:spMkLst>
            <pc:docMk/>
            <pc:sldMk cId="2036769353" sldId="1991"/>
            <ac:spMk id="67" creationId="{D38468B1-E709-0D83-8A22-1C41AC0A5619}"/>
          </ac:spMkLst>
        </pc:spChg>
        <pc:spChg chg="mod">
          <ac:chgData name="한나 조" userId="65a288ce2c9026c1" providerId="LiveId" clId="{C15A6EEB-526C-46C9-82AA-A02ABBD41001}" dt="2026-06-30T19:03:30.918" v="12534" actId="1076"/>
          <ac:spMkLst>
            <pc:docMk/>
            <pc:sldMk cId="2036769353" sldId="1991"/>
            <ac:spMk id="81" creationId="{4829F993-7693-053F-CBBE-D7DD3CC3E3A2}"/>
          </ac:spMkLst>
        </pc:spChg>
        <pc:spChg chg="mod">
          <ac:chgData name="한나 조" userId="65a288ce2c9026c1" providerId="LiveId" clId="{C15A6EEB-526C-46C9-82AA-A02ABBD41001}" dt="2026-07-03T01:40:38.119" v="23387" actId="14100"/>
          <ac:spMkLst>
            <pc:docMk/>
            <pc:sldMk cId="2036769353" sldId="1991"/>
            <ac:spMk id="85" creationId="{B01489F9-4225-06E7-3D4C-73A938AB7575}"/>
          </ac:spMkLst>
        </pc:spChg>
        <pc:spChg chg="mod">
          <ac:chgData name="한나 조" userId="65a288ce2c9026c1" providerId="LiveId" clId="{C15A6EEB-526C-46C9-82AA-A02ABBD41001}" dt="2026-07-03T01:39:14.333" v="23359" actId="207"/>
          <ac:spMkLst>
            <pc:docMk/>
            <pc:sldMk cId="2036769353" sldId="1991"/>
            <ac:spMk id="91" creationId="{3CEF061D-503F-0232-DFFC-133D7BB63216}"/>
          </ac:spMkLst>
        </pc:spChg>
        <pc:spChg chg="mod">
          <ac:chgData name="한나 조" userId="65a288ce2c9026c1" providerId="LiveId" clId="{C15A6EEB-526C-46C9-82AA-A02ABBD41001}" dt="2026-07-03T01:40:45.097" v="23388" actId="14100"/>
          <ac:spMkLst>
            <pc:docMk/>
            <pc:sldMk cId="2036769353" sldId="1991"/>
            <ac:spMk id="93" creationId="{7B393BE0-AAF5-A701-28F8-DFAA24D6F99F}"/>
          </ac:spMkLst>
        </pc:spChg>
        <pc:spChg chg="mod">
          <ac:chgData name="한나 조" userId="65a288ce2c9026c1" providerId="LiveId" clId="{C15A6EEB-526C-46C9-82AA-A02ABBD41001}" dt="2026-06-30T18:58:33.864" v="12448" actId="1076"/>
          <ac:spMkLst>
            <pc:docMk/>
            <pc:sldMk cId="2036769353" sldId="1991"/>
            <ac:spMk id="94" creationId="{AB7BA250-3125-BACF-63CF-B385B37AA1A5}"/>
          </ac:spMkLst>
        </pc:spChg>
        <pc:spChg chg="mod">
          <ac:chgData name="한나 조" userId="65a288ce2c9026c1" providerId="LiveId" clId="{C15A6EEB-526C-46C9-82AA-A02ABBD41001}" dt="2026-06-30T18:58:33.864" v="12448" actId="1076"/>
          <ac:spMkLst>
            <pc:docMk/>
            <pc:sldMk cId="2036769353" sldId="1991"/>
            <ac:spMk id="96" creationId="{439D38A2-C9D4-51BF-2F63-1C1413666436}"/>
          </ac:spMkLst>
        </pc:spChg>
        <pc:spChg chg="mod">
          <ac:chgData name="한나 조" userId="65a288ce2c9026c1" providerId="LiveId" clId="{C15A6EEB-526C-46C9-82AA-A02ABBD41001}" dt="2026-06-30T18:58:33.864" v="12448" actId="1076"/>
          <ac:spMkLst>
            <pc:docMk/>
            <pc:sldMk cId="2036769353" sldId="1991"/>
            <ac:spMk id="99" creationId="{A1E175FD-BD5F-BA72-C738-F1062EF4C5A1}"/>
          </ac:spMkLst>
        </pc:spChg>
        <pc:spChg chg="mod topLvl">
          <ac:chgData name="한나 조" userId="65a288ce2c9026c1" providerId="LiveId" clId="{C15A6EEB-526C-46C9-82AA-A02ABBD41001}" dt="2026-06-30T18:59:43.538" v="12470" actId="14100"/>
          <ac:spMkLst>
            <pc:docMk/>
            <pc:sldMk cId="2036769353" sldId="1991"/>
            <ac:spMk id="114" creationId="{511985E9-DCCA-9ED4-7FAF-208B3134AC5F}"/>
          </ac:spMkLst>
        </pc:spChg>
        <pc:spChg chg="mod topLvl">
          <ac:chgData name="한나 조" userId="65a288ce2c9026c1" providerId="LiveId" clId="{C15A6EEB-526C-46C9-82AA-A02ABBD41001}" dt="2026-06-30T18:59:15.271" v="12465" actId="165"/>
          <ac:spMkLst>
            <pc:docMk/>
            <pc:sldMk cId="2036769353" sldId="1991"/>
            <ac:spMk id="115" creationId="{CA24141A-4FA6-A231-DE15-ED99EA98642B}"/>
          </ac:spMkLst>
        </pc:spChg>
        <pc:spChg chg="mod topLvl">
          <ac:chgData name="한나 조" userId="65a288ce2c9026c1" providerId="LiveId" clId="{C15A6EEB-526C-46C9-82AA-A02ABBD41001}" dt="2026-06-30T18:59:15.271" v="12465" actId="165"/>
          <ac:spMkLst>
            <pc:docMk/>
            <pc:sldMk cId="2036769353" sldId="1991"/>
            <ac:spMk id="116" creationId="{32261EC9-4B41-175F-6C2C-4C8F96B9A920}"/>
          </ac:spMkLst>
        </pc:spChg>
        <pc:spChg chg="mod topLvl">
          <ac:chgData name="한나 조" userId="65a288ce2c9026c1" providerId="LiveId" clId="{C15A6EEB-526C-46C9-82AA-A02ABBD41001}" dt="2026-06-30T18:59:15.271" v="12465" actId="165"/>
          <ac:spMkLst>
            <pc:docMk/>
            <pc:sldMk cId="2036769353" sldId="1991"/>
            <ac:spMk id="117" creationId="{FE7400BE-29C7-7859-48E3-43A3B7977566}"/>
          </ac:spMkLst>
        </pc:spChg>
        <pc:spChg chg="mod topLvl">
          <ac:chgData name="한나 조" userId="65a288ce2c9026c1" providerId="LiveId" clId="{C15A6EEB-526C-46C9-82AA-A02ABBD41001}" dt="2026-06-30T18:59:15.271" v="12465" actId="165"/>
          <ac:spMkLst>
            <pc:docMk/>
            <pc:sldMk cId="2036769353" sldId="1991"/>
            <ac:spMk id="118" creationId="{9FA47548-CFED-7DC7-B5DA-C2EF3C9466A1}"/>
          </ac:spMkLst>
        </pc:spChg>
        <pc:spChg chg="mod topLvl">
          <ac:chgData name="한나 조" userId="65a288ce2c9026c1" providerId="LiveId" clId="{C15A6EEB-526C-46C9-82AA-A02ABBD41001}" dt="2026-06-30T18:59:15.271" v="12465" actId="165"/>
          <ac:spMkLst>
            <pc:docMk/>
            <pc:sldMk cId="2036769353" sldId="1991"/>
            <ac:spMk id="121" creationId="{66C315AE-7C50-BAF1-1E12-55EF00FF50CF}"/>
          </ac:spMkLst>
        </pc:spChg>
        <pc:spChg chg="mod topLvl">
          <ac:chgData name="한나 조" userId="65a288ce2c9026c1" providerId="LiveId" clId="{C15A6EEB-526C-46C9-82AA-A02ABBD41001}" dt="2026-06-30T18:59:15.271" v="12465" actId="165"/>
          <ac:spMkLst>
            <pc:docMk/>
            <pc:sldMk cId="2036769353" sldId="1991"/>
            <ac:spMk id="122" creationId="{D536096A-3770-C04A-CFBA-E2050951761D}"/>
          </ac:spMkLst>
        </pc:spChg>
        <pc:spChg chg="mod">
          <ac:chgData name="한나 조" userId="65a288ce2c9026c1" providerId="LiveId" clId="{C15A6EEB-526C-46C9-82AA-A02ABBD41001}" dt="2026-06-30T18:58:33.864" v="12448" actId="1076"/>
          <ac:spMkLst>
            <pc:docMk/>
            <pc:sldMk cId="2036769353" sldId="1991"/>
            <ac:spMk id="124" creationId="{C91C5457-E880-429C-92FE-526FF65F862F}"/>
          </ac:spMkLst>
        </pc:spChg>
        <pc:spChg chg="mod">
          <ac:chgData name="한나 조" userId="65a288ce2c9026c1" providerId="LiveId" clId="{C15A6EEB-526C-46C9-82AA-A02ABBD41001}" dt="2026-06-30T18:58:33.864" v="12448" actId="1076"/>
          <ac:spMkLst>
            <pc:docMk/>
            <pc:sldMk cId="2036769353" sldId="1991"/>
            <ac:spMk id="125" creationId="{4E41F3CE-C2A3-093D-2907-A40688E03610}"/>
          </ac:spMkLst>
        </pc:spChg>
        <pc:spChg chg="mod topLvl">
          <ac:chgData name="한나 조" userId="65a288ce2c9026c1" providerId="LiveId" clId="{C15A6EEB-526C-46C9-82AA-A02ABBD41001}" dt="2026-06-30T18:59:15.271" v="12465" actId="165"/>
          <ac:spMkLst>
            <pc:docMk/>
            <pc:sldMk cId="2036769353" sldId="1991"/>
            <ac:spMk id="126" creationId="{E9C4D3CE-B375-B238-A739-D10D6A9195B9}"/>
          </ac:spMkLst>
        </pc:spChg>
        <pc:spChg chg="mod topLvl">
          <ac:chgData name="한나 조" userId="65a288ce2c9026c1" providerId="LiveId" clId="{C15A6EEB-526C-46C9-82AA-A02ABBD41001}" dt="2026-06-30T18:59:15.271" v="12465" actId="165"/>
          <ac:spMkLst>
            <pc:docMk/>
            <pc:sldMk cId="2036769353" sldId="1991"/>
            <ac:spMk id="127" creationId="{BAB7B01F-C8F5-119F-1B20-CB09DDE0573F}"/>
          </ac:spMkLst>
        </pc:spChg>
        <pc:spChg chg="add mod">
          <ac:chgData name="한나 조" userId="65a288ce2c9026c1" providerId="LiveId" clId="{C15A6EEB-526C-46C9-82AA-A02ABBD41001}" dt="2026-06-30T18:59:39.073" v="12469" actId="1076"/>
          <ac:spMkLst>
            <pc:docMk/>
            <pc:sldMk cId="2036769353" sldId="1991"/>
            <ac:spMk id="128" creationId="{D4ED19A1-1521-FA15-1075-CD949AD69CFD}"/>
          </ac:spMkLst>
        </pc:spChg>
        <pc:spChg chg="add mod">
          <ac:chgData name="한나 조" userId="65a288ce2c9026c1" providerId="LiveId" clId="{C15A6EEB-526C-46C9-82AA-A02ABBD41001}" dt="2026-06-30T18:59:39.073" v="12469" actId="1076"/>
          <ac:spMkLst>
            <pc:docMk/>
            <pc:sldMk cId="2036769353" sldId="1991"/>
            <ac:spMk id="129" creationId="{84862640-069E-B7F0-34BD-4B6DB2A5361F}"/>
          </ac:spMkLst>
        </pc:spChg>
        <pc:spChg chg="add mod ord">
          <ac:chgData name="한나 조" userId="65a288ce2c9026c1" providerId="LiveId" clId="{C15A6EEB-526C-46C9-82AA-A02ABBD41001}" dt="2026-06-30T18:59:58.930" v="12472" actId="167"/>
          <ac:spMkLst>
            <pc:docMk/>
            <pc:sldMk cId="2036769353" sldId="1991"/>
            <ac:spMk id="130" creationId="{10388F1B-7065-DE79-BCE1-AE65F9371408}"/>
          </ac:spMkLst>
        </pc:spChg>
        <pc:spChg chg="add mod">
          <ac:chgData name="한나 조" userId="65a288ce2c9026c1" providerId="LiveId" clId="{C15A6EEB-526C-46C9-82AA-A02ABBD41001}" dt="2026-06-30T19:03:30.918" v="12534" actId="1076"/>
          <ac:spMkLst>
            <pc:docMk/>
            <pc:sldMk cId="2036769353" sldId="1991"/>
            <ac:spMk id="131" creationId="{F33E67B4-D43F-6EF7-AEC4-B42F8B508909}"/>
          </ac:spMkLst>
        </pc:spChg>
        <pc:grpChg chg="add mod">
          <ac:chgData name="한나 조" userId="65a288ce2c9026c1" providerId="LiveId" clId="{C15A6EEB-526C-46C9-82AA-A02ABBD41001}" dt="2026-07-03T01:40:32.998" v="23386" actId="1036"/>
          <ac:grpSpMkLst>
            <pc:docMk/>
            <pc:sldMk cId="2036769353" sldId="1991"/>
            <ac:grpSpMk id="30" creationId="{38BE5A72-A8D3-ADE7-60F9-D9A6D2B96660}"/>
          </ac:grpSpMkLst>
        </pc:grpChg>
        <pc:grpChg chg="add mod">
          <ac:chgData name="한나 조" userId="65a288ce2c9026c1" providerId="LiveId" clId="{C15A6EEB-526C-46C9-82AA-A02ABBD41001}" dt="2026-07-03T01:40:56.006" v="23395" actId="1035"/>
          <ac:grpSpMkLst>
            <pc:docMk/>
            <pc:sldMk cId="2036769353" sldId="1991"/>
            <ac:grpSpMk id="40" creationId="{3DFE35F0-7DC6-C05D-C769-75C3EE6B176C}"/>
          </ac:grpSpMkLst>
        </pc:grpChg>
        <pc:grpChg chg="mod">
          <ac:chgData name="한나 조" userId="65a288ce2c9026c1" providerId="LiveId" clId="{C15A6EEB-526C-46C9-82AA-A02ABBD41001}" dt="2026-06-30T19:03:30.918" v="12534" actId="1076"/>
          <ac:grpSpMkLst>
            <pc:docMk/>
            <pc:sldMk cId="2036769353" sldId="1991"/>
            <ac:grpSpMk id="84" creationId="{D7B547B3-A1F0-FED6-31A5-995B34447E88}"/>
          </ac:grpSpMkLst>
        </pc:grpChg>
        <pc:grpChg chg="mod">
          <ac:chgData name="한나 조" userId="65a288ce2c9026c1" providerId="LiveId" clId="{C15A6EEB-526C-46C9-82AA-A02ABBD41001}" dt="2026-07-03T01:40:56.006" v="23395" actId="1035"/>
          <ac:grpSpMkLst>
            <pc:docMk/>
            <pc:sldMk cId="2036769353" sldId="1991"/>
            <ac:grpSpMk id="92" creationId="{5ACD804C-B418-B8F0-B5E9-60D20AB8540E}"/>
          </ac:grpSpMkLst>
        </pc:grpChg>
        <pc:graphicFrameChg chg="add mod modGraphic">
          <ac:chgData name="한나 조" userId="65a288ce2c9026c1" providerId="LiveId" clId="{C15A6EEB-526C-46C9-82AA-A02ABBD41001}" dt="2026-07-06T02:08:46.739" v="24619" actId="20577"/>
          <ac:graphicFrameMkLst>
            <pc:docMk/>
            <pc:sldMk cId="2036769353" sldId="1991"/>
            <ac:graphicFrameMk id="134" creationId="{9CE0F424-04C4-AB99-50ED-1AE0210A9D19}"/>
          </ac:graphicFrameMkLst>
        </pc:graphicFrameChg>
      </pc:sldChg>
      <pc:sldChg chg="addSp delSp modSp add mod modClrScheme chgLayout">
        <pc:chgData name="한나 조" userId="65a288ce2c9026c1" providerId="LiveId" clId="{C15A6EEB-526C-46C9-82AA-A02ABBD41001}" dt="2026-06-30T19:05:31.065" v="12555" actId="478"/>
        <pc:sldMkLst>
          <pc:docMk/>
          <pc:sldMk cId="338588991" sldId="1992"/>
        </pc:sldMkLst>
        <pc:spChg chg="mod">
          <ac:chgData name="한나 조" userId="65a288ce2c9026c1" providerId="LiveId" clId="{C15A6EEB-526C-46C9-82AA-A02ABBD41001}" dt="2026-06-30T19:04:20.862" v="12542" actId="1076"/>
          <ac:spMkLst>
            <pc:docMk/>
            <pc:sldMk cId="338588991" sldId="1992"/>
            <ac:spMk id="51" creationId="{694B9155-1718-D212-CA0C-2E182A59F101}"/>
          </ac:spMkLst>
        </pc:spChg>
        <pc:spChg chg="mod">
          <ac:chgData name="한나 조" userId="65a288ce2c9026c1" providerId="LiveId" clId="{C15A6EEB-526C-46C9-82AA-A02ABBD41001}" dt="2026-06-30T19:04:58.206" v="12551" actId="1076"/>
          <ac:spMkLst>
            <pc:docMk/>
            <pc:sldMk cId="338588991" sldId="1992"/>
            <ac:spMk id="74" creationId="{50691319-5BF5-470A-C83B-1A3C62BDE74E}"/>
          </ac:spMkLst>
        </pc:spChg>
        <pc:spChg chg="mod">
          <ac:chgData name="한나 조" userId="65a288ce2c9026c1" providerId="LiveId" clId="{C15A6EEB-526C-46C9-82AA-A02ABBD41001}" dt="2026-06-30T19:04:58.206" v="12551" actId="1076"/>
          <ac:spMkLst>
            <pc:docMk/>
            <pc:sldMk cId="338588991" sldId="1992"/>
            <ac:spMk id="82" creationId="{5E8A2E22-1FDC-BA28-0CDB-46F73FB855C2}"/>
          </ac:spMkLst>
        </pc:spChg>
        <pc:spChg chg="mod">
          <ac:chgData name="한나 조" userId="65a288ce2c9026c1" providerId="LiveId" clId="{C15A6EEB-526C-46C9-82AA-A02ABBD41001}" dt="2026-06-30T19:04:58.206" v="12551" actId="1076"/>
          <ac:spMkLst>
            <pc:docMk/>
            <pc:sldMk cId="338588991" sldId="1992"/>
            <ac:spMk id="100" creationId="{2B4AE915-45FE-710B-C587-2E1D4BE2AFAB}"/>
          </ac:spMkLst>
        </pc:spChg>
        <pc:spChg chg="mod">
          <ac:chgData name="한나 조" userId="65a288ce2c9026c1" providerId="LiveId" clId="{C15A6EEB-526C-46C9-82AA-A02ABBD41001}" dt="2026-06-30T19:05:18.411" v="12553" actId="6549"/>
          <ac:spMkLst>
            <pc:docMk/>
            <pc:sldMk cId="338588991" sldId="1992"/>
            <ac:spMk id="109" creationId="{54D76FB0-8C76-CA08-061E-C16A0319B370}"/>
          </ac:spMkLst>
        </pc:spChg>
        <pc:spChg chg="add del">
          <ac:chgData name="한나 조" userId="65a288ce2c9026c1" providerId="LiveId" clId="{C15A6EEB-526C-46C9-82AA-A02ABBD41001}" dt="2026-06-30T19:04:37.057" v="12545" actId="478"/>
          <ac:spMkLst>
            <pc:docMk/>
            <pc:sldMk cId="338588991" sldId="1992"/>
            <ac:spMk id="114" creationId="{52BFC0B4-1EB6-35CC-6074-90D510F137EC}"/>
          </ac:spMkLst>
        </pc:spChg>
        <pc:spChg chg="add mod">
          <ac:chgData name="한나 조" userId="65a288ce2c9026c1" providerId="LiveId" clId="{C15A6EEB-526C-46C9-82AA-A02ABBD41001}" dt="2026-06-30T19:05:04.992" v="12552" actId="1076"/>
          <ac:spMkLst>
            <pc:docMk/>
            <pc:sldMk cId="338588991" sldId="1992"/>
            <ac:spMk id="116" creationId="{C541E422-F03E-9D0F-D030-6AD75074DE60}"/>
          </ac:spMkLst>
        </pc:spChg>
        <pc:spChg chg="add mod">
          <ac:chgData name="한나 조" userId="65a288ce2c9026c1" providerId="LiveId" clId="{C15A6EEB-526C-46C9-82AA-A02ABBD41001}" dt="2026-06-30T19:05:04.992" v="12552" actId="1076"/>
          <ac:spMkLst>
            <pc:docMk/>
            <pc:sldMk cId="338588991" sldId="1992"/>
            <ac:spMk id="117" creationId="{0349854A-55D4-DD54-0F77-4FDD8B918D41}"/>
          </ac:spMkLst>
        </pc:spChg>
        <pc:spChg chg="add del mod">
          <ac:chgData name="한나 조" userId="65a288ce2c9026c1" providerId="LiveId" clId="{C15A6EEB-526C-46C9-82AA-A02ABBD41001}" dt="2026-06-30T19:05:04.992" v="12552" actId="1076"/>
          <ac:spMkLst>
            <pc:docMk/>
            <pc:sldMk cId="338588991" sldId="1992"/>
            <ac:spMk id="118" creationId="{B82A4743-177F-386B-3B78-7A2C019CA61C}"/>
          </ac:spMkLst>
        </pc:spChg>
        <pc:spChg chg="add del mod">
          <ac:chgData name="한나 조" userId="65a288ce2c9026c1" providerId="LiveId" clId="{C15A6EEB-526C-46C9-82AA-A02ABBD41001}" dt="2026-06-30T19:05:04.992" v="12552" actId="1076"/>
          <ac:spMkLst>
            <pc:docMk/>
            <pc:sldMk cId="338588991" sldId="1992"/>
            <ac:spMk id="119" creationId="{F7DB2C74-F91B-C87A-ABAE-86D0E0E7146F}"/>
          </ac:spMkLst>
        </pc:spChg>
        <pc:spChg chg="add del mod">
          <ac:chgData name="한나 조" userId="65a288ce2c9026c1" providerId="LiveId" clId="{C15A6EEB-526C-46C9-82AA-A02ABBD41001}" dt="2026-06-30T19:05:04.992" v="12552" actId="1076"/>
          <ac:spMkLst>
            <pc:docMk/>
            <pc:sldMk cId="338588991" sldId="1992"/>
            <ac:spMk id="121" creationId="{A67D76B9-BB4A-E13A-6B83-DF2F6017BE00}"/>
          </ac:spMkLst>
        </pc:spChg>
        <pc:spChg chg="del mod">
          <ac:chgData name="한나 조" userId="65a288ce2c9026c1" providerId="LiveId" clId="{C15A6EEB-526C-46C9-82AA-A02ABBD41001}" dt="2026-06-30T19:05:04.992" v="12552" actId="1076"/>
          <ac:spMkLst>
            <pc:docMk/>
            <pc:sldMk cId="338588991" sldId="1992"/>
            <ac:spMk id="122" creationId="{27448D75-47F2-2280-BDCB-47056726FF40}"/>
          </ac:spMkLst>
        </pc:spChg>
        <pc:spChg chg="del mod">
          <ac:chgData name="한나 조" userId="65a288ce2c9026c1" providerId="LiveId" clId="{C15A6EEB-526C-46C9-82AA-A02ABBD41001}" dt="2026-06-30T19:05:04.992" v="12552" actId="1076"/>
          <ac:spMkLst>
            <pc:docMk/>
            <pc:sldMk cId="338588991" sldId="1992"/>
            <ac:spMk id="125" creationId="{D8B94D70-B5D8-CFBF-9239-A71B0A2CD626}"/>
          </ac:spMkLst>
        </pc:spChg>
        <pc:spChg chg="del mod">
          <ac:chgData name="한나 조" userId="65a288ce2c9026c1" providerId="LiveId" clId="{C15A6EEB-526C-46C9-82AA-A02ABBD41001}" dt="2026-06-30T19:05:04.992" v="12552" actId="1076"/>
          <ac:spMkLst>
            <pc:docMk/>
            <pc:sldMk cId="338588991" sldId="1992"/>
            <ac:spMk id="126" creationId="{522E1E10-9D94-A4C3-39C5-D0B1A5B1B054}"/>
          </ac:spMkLst>
        </pc:spChg>
        <pc:spChg chg="mod">
          <ac:chgData name="한나 조" userId="65a288ce2c9026c1" providerId="LiveId" clId="{C15A6EEB-526C-46C9-82AA-A02ABBD41001}" dt="2026-06-30T19:05:04.992" v="12552" actId="1076"/>
          <ac:spMkLst>
            <pc:docMk/>
            <pc:sldMk cId="338588991" sldId="1992"/>
            <ac:spMk id="127" creationId="{3AE936E4-0737-BEF0-A157-7B9765CE9C47}"/>
          </ac:spMkLst>
        </pc:spChg>
        <pc:spChg chg="mod">
          <ac:chgData name="한나 조" userId="65a288ce2c9026c1" providerId="LiveId" clId="{C15A6EEB-526C-46C9-82AA-A02ABBD41001}" dt="2026-06-30T19:05:04.992" v="12552" actId="1076"/>
          <ac:spMkLst>
            <pc:docMk/>
            <pc:sldMk cId="338588991" sldId="1992"/>
            <ac:spMk id="128" creationId="{84E0ACC1-D86E-F179-35BD-6E5351E7C5B1}"/>
          </ac:spMkLst>
        </pc:spChg>
        <pc:spChg chg="add del">
          <ac:chgData name="한나 조" userId="65a288ce2c9026c1" providerId="LiveId" clId="{C15A6EEB-526C-46C9-82AA-A02ABBD41001}" dt="2026-06-30T19:04:37.057" v="12545" actId="478"/>
          <ac:spMkLst>
            <pc:docMk/>
            <pc:sldMk cId="338588991" sldId="1992"/>
            <ac:spMk id="129" creationId="{497A5187-B0FA-C683-B183-9C9D2CAC5377}"/>
          </ac:spMkLst>
        </pc:spChg>
        <pc:grpChg chg="mod">
          <ac:chgData name="한나 조" userId="65a288ce2c9026c1" providerId="LiveId" clId="{C15A6EEB-526C-46C9-82AA-A02ABBD41001}" dt="2026-06-30T19:04:58.206" v="12551" actId="1076"/>
          <ac:grpSpMkLst>
            <pc:docMk/>
            <pc:sldMk cId="338588991" sldId="1992"/>
            <ac:grpSpMk id="101" creationId="{27A31349-F3CB-4FC9-DE6D-0A5573176331}"/>
          </ac:grpSpMkLst>
        </pc:grpChg>
        <pc:grpChg chg="mod">
          <ac:chgData name="한나 조" userId="65a288ce2c9026c1" providerId="LiveId" clId="{C15A6EEB-526C-46C9-82AA-A02ABBD41001}" dt="2026-06-30T19:04:58.206" v="12551" actId="1076"/>
          <ac:grpSpMkLst>
            <pc:docMk/>
            <pc:sldMk cId="338588991" sldId="1992"/>
            <ac:grpSpMk id="107" creationId="{2911EE83-4948-EDDB-9F27-EC1C633A6B81}"/>
          </ac:grpSpMkLst>
        </pc:grpChg>
        <pc:grpChg chg="mod">
          <ac:chgData name="한나 조" userId="65a288ce2c9026c1" providerId="LiveId" clId="{C15A6EEB-526C-46C9-82AA-A02ABBD41001}" dt="2026-06-30T19:04:58.206" v="12551" actId="1076"/>
          <ac:grpSpMkLst>
            <pc:docMk/>
            <pc:sldMk cId="338588991" sldId="1992"/>
            <ac:grpSpMk id="133" creationId="{BF825D89-C30F-FE15-DF1A-4186DAF2B2D8}"/>
          </ac:grpSpMkLst>
        </pc:grpChg>
      </pc:sldChg>
      <pc:sldChg chg="add">
        <pc:chgData name="한나 조" userId="65a288ce2c9026c1" providerId="LiveId" clId="{C15A6EEB-526C-46C9-82AA-A02ABBD41001}" dt="2026-07-01T07:08:00.972" v="18532"/>
        <pc:sldMkLst>
          <pc:docMk/>
          <pc:sldMk cId="3666124039" sldId="1993"/>
        </pc:sldMkLst>
      </pc:sldChg>
      <pc:sldChg chg="addSp delSp modSp add mod">
        <pc:chgData name="한나 조" userId="65a288ce2c9026c1" providerId="LiveId" clId="{C15A6EEB-526C-46C9-82AA-A02ABBD41001}" dt="2026-07-06T02:04:08.285" v="24595" actId="20577"/>
        <pc:sldMkLst>
          <pc:docMk/>
          <pc:sldMk cId="782046648" sldId="1994"/>
        </pc:sldMkLst>
        <pc:spChg chg="add mod ord">
          <ac:chgData name="한나 조" userId="65a288ce2c9026c1" providerId="LiveId" clId="{C15A6EEB-526C-46C9-82AA-A02ABBD41001}" dt="2026-07-06T02:03:26.836" v="24585" actId="1038"/>
          <ac:spMkLst>
            <pc:docMk/>
            <pc:sldMk cId="782046648" sldId="1994"/>
            <ac:spMk id="2" creationId="{3B4C57C4-AE9D-459E-216A-1CCF47D48EBD}"/>
          </ac:spMkLst>
        </pc:spChg>
        <pc:spChg chg="mod">
          <ac:chgData name="한나 조" userId="65a288ce2c9026c1" providerId="LiveId" clId="{C15A6EEB-526C-46C9-82AA-A02ABBD41001}" dt="2026-07-01T07:18:01.107" v="18557" actId="20577"/>
          <ac:spMkLst>
            <pc:docMk/>
            <pc:sldMk cId="782046648" sldId="1994"/>
            <ac:spMk id="3" creationId="{9A78E44E-5621-FF2D-1532-03B22FCF801A}"/>
          </ac:spMkLst>
        </pc:spChg>
        <pc:spChg chg="mod">
          <ac:chgData name="한나 조" userId="65a288ce2c9026c1" providerId="LiveId" clId="{C15A6EEB-526C-46C9-82AA-A02ABBD41001}" dt="2026-07-01T07:34:33.608" v="18850" actId="207"/>
          <ac:spMkLst>
            <pc:docMk/>
            <pc:sldMk cId="782046648" sldId="1994"/>
            <ac:spMk id="4" creationId="{0846D006-490C-E055-8C8F-13396B69931C}"/>
          </ac:spMkLst>
        </pc:spChg>
        <pc:spChg chg="mod">
          <ac:chgData name="한나 조" userId="65a288ce2c9026c1" providerId="LiveId" clId="{C15A6EEB-526C-46C9-82AA-A02ABBD41001}" dt="2026-07-06T02:04:08.285" v="24595" actId="20577"/>
          <ac:spMkLst>
            <pc:docMk/>
            <pc:sldMk cId="782046648" sldId="1994"/>
            <ac:spMk id="15" creationId="{6B09E790-0A17-E0CE-F3C2-AB21E536C82D}"/>
          </ac:spMkLst>
        </pc:spChg>
        <pc:spChg chg="mod topLvl">
          <ac:chgData name="한나 조" userId="65a288ce2c9026c1" providerId="LiveId" clId="{C15A6EEB-526C-46C9-82AA-A02ABBD41001}" dt="2026-07-01T07:19:36.807" v="18573" actId="164"/>
          <ac:spMkLst>
            <pc:docMk/>
            <pc:sldMk cId="782046648" sldId="1994"/>
            <ac:spMk id="17" creationId="{9131D1AA-5CD0-8BE6-6BA5-1A07A89DCAD9}"/>
          </ac:spMkLst>
        </pc:spChg>
        <pc:spChg chg="mod topLvl">
          <ac:chgData name="한나 조" userId="65a288ce2c9026c1" providerId="LiveId" clId="{C15A6EEB-526C-46C9-82AA-A02ABBD41001}" dt="2026-07-01T07:19:36.807" v="18573" actId="164"/>
          <ac:spMkLst>
            <pc:docMk/>
            <pc:sldMk cId="782046648" sldId="1994"/>
            <ac:spMk id="18" creationId="{293A4E3F-D192-05F7-7438-1322E6C70171}"/>
          </ac:spMkLst>
        </pc:spChg>
        <pc:spChg chg="mod topLvl">
          <ac:chgData name="한나 조" userId="65a288ce2c9026c1" providerId="LiveId" clId="{C15A6EEB-526C-46C9-82AA-A02ABBD41001}" dt="2026-07-01T07:19:36.807" v="18573" actId="164"/>
          <ac:spMkLst>
            <pc:docMk/>
            <pc:sldMk cId="782046648" sldId="1994"/>
            <ac:spMk id="19" creationId="{D810D353-157A-0B34-32FA-B088C3613364}"/>
          </ac:spMkLst>
        </pc:spChg>
        <pc:spChg chg="mod">
          <ac:chgData name="한나 조" userId="65a288ce2c9026c1" providerId="LiveId" clId="{C15A6EEB-526C-46C9-82AA-A02ABBD41001}" dt="2026-07-01T07:18:25.753" v="18563"/>
          <ac:spMkLst>
            <pc:docMk/>
            <pc:sldMk cId="782046648" sldId="1994"/>
            <ac:spMk id="20" creationId="{9881A550-ADF0-C194-2785-62C51EF1B291}"/>
          </ac:spMkLst>
        </pc:spChg>
        <pc:spChg chg="mod">
          <ac:chgData name="한나 조" userId="65a288ce2c9026c1" providerId="LiveId" clId="{C15A6EEB-526C-46C9-82AA-A02ABBD41001}" dt="2026-07-01T07:18:25.753" v="18563"/>
          <ac:spMkLst>
            <pc:docMk/>
            <pc:sldMk cId="782046648" sldId="1994"/>
            <ac:spMk id="22" creationId="{6310F8C0-95D0-2789-9BCE-CA9DC31A44CD}"/>
          </ac:spMkLst>
        </pc:spChg>
        <pc:spChg chg="mod topLvl">
          <ac:chgData name="한나 조" userId="65a288ce2c9026c1" providerId="LiveId" clId="{C15A6EEB-526C-46C9-82AA-A02ABBD41001}" dt="2026-07-01T07:19:36.807" v="18573" actId="164"/>
          <ac:spMkLst>
            <pc:docMk/>
            <pc:sldMk cId="782046648" sldId="1994"/>
            <ac:spMk id="24" creationId="{4A21BB24-B579-28C8-AC8E-F5E26C30B55A}"/>
          </ac:spMkLst>
        </pc:spChg>
        <pc:spChg chg="mod topLvl">
          <ac:chgData name="한나 조" userId="65a288ce2c9026c1" providerId="LiveId" clId="{C15A6EEB-526C-46C9-82AA-A02ABBD41001}" dt="2026-07-01T07:19:36.807" v="18573" actId="164"/>
          <ac:spMkLst>
            <pc:docMk/>
            <pc:sldMk cId="782046648" sldId="1994"/>
            <ac:spMk id="26" creationId="{03CDCE31-B10D-9E41-BF94-8B94FB2772CF}"/>
          </ac:spMkLst>
        </pc:spChg>
        <pc:spChg chg="mod topLvl">
          <ac:chgData name="한나 조" userId="65a288ce2c9026c1" providerId="LiveId" clId="{C15A6EEB-526C-46C9-82AA-A02ABBD41001}" dt="2026-07-01T07:19:36.807" v="18573" actId="164"/>
          <ac:spMkLst>
            <pc:docMk/>
            <pc:sldMk cId="782046648" sldId="1994"/>
            <ac:spMk id="27" creationId="{43CE6472-A81E-A927-34E1-3D1852D2AADD}"/>
          </ac:spMkLst>
        </pc:spChg>
        <pc:spChg chg="add mod ord">
          <ac:chgData name="한나 조" userId="65a288ce2c9026c1" providerId="LiveId" clId="{C15A6EEB-526C-46C9-82AA-A02ABBD41001}" dt="2026-07-06T02:03:22.980" v="24584" actId="166"/>
          <ac:spMkLst>
            <pc:docMk/>
            <pc:sldMk cId="782046648" sldId="1994"/>
            <ac:spMk id="29" creationId="{43CA4FF4-C18D-889D-5D22-53A558F762B6}"/>
          </ac:spMkLst>
        </pc:spChg>
        <pc:spChg chg="mod">
          <ac:chgData name="한나 조" userId="65a288ce2c9026c1" providerId="LiveId" clId="{C15A6EEB-526C-46C9-82AA-A02ABBD41001}" dt="2026-07-06T01:11:50.336" v="24250" actId="20577"/>
          <ac:spMkLst>
            <pc:docMk/>
            <pc:sldMk cId="782046648" sldId="1994"/>
            <ac:spMk id="42" creationId="{669FC907-468C-F399-B01F-4FA5F87AE188}"/>
          </ac:spMkLst>
        </pc:spChg>
        <pc:spChg chg="mod">
          <ac:chgData name="한나 조" userId="65a288ce2c9026c1" providerId="LiveId" clId="{C15A6EEB-526C-46C9-82AA-A02ABBD41001}" dt="2026-07-01T07:18:25.753" v="18563"/>
          <ac:spMkLst>
            <pc:docMk/>
            <pc:sldMk cId="782046648" sldId="1994"/>
            <ac:spMk id="59" creationId="{50BB4581-808F-56AF-C5AC-19561C4B01FD}"/>
          </ac:spMkLst>
        </pc:spChg>
        <pc:grpChg chg="add mod">
          <ac:chgData name="한나 조" userId="65a288ce2c9026c1" providerId="LiveId" clId="{C15A6EEB-526C-46C9-82AA-A02ABBD41001}" dt="2026-07-01T07:19:40.841" v="18574" actId="1076"/>
          <ac:grpSpMkLst>
            <pc:docMk/>
            <pc:sldMk cId="782046648" sldId="1994"/>
            <ac:grpSpMk id="28" creationId="{C9F05C78-5014-F5ED-5D1F-D8B1FB40F8FD}"/>
          </ac:grpSpMkLst>
        </pc:grpChg>
        <pc:grpChg chg="mod">
          <ac:chgData name="한나 조" userId="65a288ce2c9026c1" providerId="LiveId" clId="{C15A6EEB-526C-46C9-82AA-A02ABBD41001}" dt="2026-07-01T07:18:25.753" v="18563"/>
          <ac:grpSpMkLst>
            <pc:docMk/>
            <pc:sldMk cId="782046648" sldId="1994"/>
            <ac:grpSpMk id="89" creationId="{85436955-D8BA-98E1-7A8A-D7FA1785EB2E}"/>
          </ac:grpSpMkLst>
        </pc:grpChg>
      </pc:sldChg>
      <pc:sldChg chg="addSp delSp modSp add mod">
        <pc:chgData name="한나 조" userId="65a288ce2c9026c1" providerId="LiveId" clId="{C15A6EEB-526C-46C9-82AA-A02ABBD41001}" dt="2026-07-06T02:07:18.567" v="24615" actId="20577"/>
        <pc:sldMkLst>
          <pc:docMk/>
          <pc:sldMk cId="2208236428" sldId="1995"/>
        </pc:sldMkLst>
        <pc:spChg chg="add mod ord">
          <ac:chgData name="한나 조" userId="65a288ce2c9026c1" providerId="LiveId" clId="{C15A6EEB-526C-46C9-82AA-A02ABBD41001}" dt="2026-07-06T02:07:18.567" v="24615" actId="20577"/>
          <ac:spMkLst>
            <pc:docMk/>
            <pc:sldMk cId="2208236428" sldId="1995"/>
            <ac:spMk id="2" creationId="{8B0AC637-9355-B73C-DE9F-11EC05BA8790}"/>
          </ac:spMkLst>
        </pc:spChg>
        <pc:spChg chg="mod">
          <ac:chgData name="한나 조" userId="65a288ce2c9026c1" providerId="LiveId" clId="{C15A6EEB-526C-46C9-82AA-A02ABBD41001}" dt="2026-07-01T07:20:37.914" v="18580" actId="20577"/>
          <ac:spMkLst>
            <pc:docMk/>
            <pc:sldMk cId="2208236428" sldId="1995"/>
            <ac:spMk id="3" creationId="{789303E0-8FAA-AC45-779A-17592B20FD04}"/>
          </ac:spMkLst>
        </pc:spChg>
        <pc:spChg chg="mod">
          <ac:chgData name="한나 조" userId="65a288ce2c9026c1" providerId="LiveId" clId="{C15A6EEB-526C-46C9-82AA-A02ABBD41001}" dt="2026-07-01T07:34:19.669" v="18848" actId="207"/>
          <ac:spMkLst>
            <pc:docMk/>
            <pc:sldMk cId="2208236428" sldId="1995"/>
            <ac:spMk id="4" creationId="{2E81998E-E1E1-6BAF-8AE8-47A185F0C4A1}"/>
          </ac:spMkLst>
        </pc:spChg>
        <pc:spChg chg="mod">
          <ac:chgData name="한나 조" userId="65a288ce2c9026c1" providerId="LiveId" clId="{C15A6EEB-526C-46C9-82AA-A02ABBD41001}" dt="2026-07-06T02:06:32.720" v="24603"/>
          <ac:spMkLst>
            <pc:docMk/>
            <pc:sldMk cId="2208236428" sldId="1995"/>
            <ac:spMk id="15" creationId="{04F3609B-1009-307F-DD4C-8C4D44157E97}"/>
          </ac:spMkLst>
        </pc:spChg>
        <pc:spChg chg="mod">
          <ac:chgData name="한나 조" userId="65a288ce2c9026c1" providerId="LiveId" clId="{C15A6EEB-526C-46C9-82AA-A02ABBD41001}" dt="2026-07-01T07:20:15.872" v="18577"/>
          <ac:spMkLst>
            <pc:docMk/>
            <pc:sldMk cId="2208236428" sldId="1995"/>
            <ac:spMk id="22" creationId="{BF028B97-1350-9DFF-1AD2-3B12911E826B}"/>
          </ac:spMkLst>
        </pc:spChg>
        <pc:spChg chg="add mod ord">
          <ac:chgData name="한나 조" userId="65a288ce2c9026c1" providerId="LiveId" clId="{C15A6EEB-526C-46C9-82AA-A02ABBD41001}" dt="2026-07-06T02:07:08.999" v="24612" actId="166"/>
          <ac:spMkLst>
            <pc:docMk/>
            <pc:sldMk cId="2208236428" sldId="1995"/>
            <ac:spMk id="31" creationId="{84911282-1D2B-96A8-4742-7847E3BBD08B}"/>
          </ac:spMkLst>
        </pc:spChg>
        <pc:spChg chg="mod">
          <ac:chgData name="한나 조" userId="65a288ce2c9026c1" providerId="LiveId" clId="{C15A6EEB-526C-46C9-82AA-A02ABBD41001}" dt="2026-07-01T07:20:56.573" v="18585" actId="20577"/>
          <ac:spMkLst>
            <pc:docMk/>
            <pc:sldMk cId="2208236428" sldId="1995"/>
            <ac:spMk id="42" creationId="{92A6AA64-D698-D77C-AD28-BB8D7A3E412E}"/>
          </ac:spMkLst>
        </pc:spChg>
      </pc:sldChg>
      <pc:sldChg chg="delSp modSp add mod ord">
        <pc:chgData name="한나 조" userId="65a288ce2c9026c1" providerId="LiveId" clId="{C15A6EEB-526C-46C9-82AA-A02ABBD41001}" dt="2026-07-01T07:35:40.008" v="18858"/>
        <pc:sldMkLst>
          <pc:docMk/>
          <pc:sldMk cId="149736047" sldId="1997"/>
        </pc:sldMkLst>
        <pc:spChg chg="mod">
          <ac:chgData name="한나 조" userId="65a288ce2c9026c1" providerId="LiveId" clId="{C15A6EEB-526C-46C9-82AA-A02ABBD41001}" dt="2026-07-01T07:31:59.237" v="18821"/>
          <ac:spMkLst>
            <pc:docMk/>
            <pc:sldMk cId="149736047" sldId="1997"/>
            <ac:spMk id="3" creationId="{FA18DAFC-80BD-56CA-5967-1B424B973B3B}"/>
          </ac:spMkLst>
        </pc:spChg>
        <pc:spChg chg="mod">
          <ac:chgData name="한나 조" userId="65a288ce2c9026c1" providerId="LiveId" clId="{C15A6EEB-526C-46C9-82AA-A02ABBD41001}" dt="2026-07-01T07:33:49.244" v="18844"/>
          <ac:spMkLst>
            <pc:docMk/>
            <pc:sldMk cId="149736047" sldId="1997"/>
            <ac:spMk id="4" creationId="{DFD61219-4589-EAA2-6432-58F71C68D1DC}"/>
          </ac:spMkLst>
        </pc:spChg>
        <pc:spChg chg="mod">
          <ac:chgData name="한나 조" userId="65a288ce2c9026c1" providerId="LiveId" clId="{C15A6EEB-526C-46C9-82AA-A02ABBD41001}" dt="2026-07-01T07:35:40.008" v="18858"/>
          <ac:spMkLst>
            <pc:docMk/>
            <pc:sldMk cId="149736047" sldId="1997"/>
            <ac:spMk id="15" creationId="{A6524C71-14C6-1961-73DF-1E6E50226024}"/>
          </ac:spMkLst>
        </pc:spChg>
        <pc:spChg chg="mod">
          <ac:chgData name="한나 조" userId="65a288ce2c9026c1" providerId="LiveId" clId="{C15A6EEB-526C-46C9-82AA-A02ABBD41001}" dt="2026-07-01T07:26:37.876" v="18699" actId="1076"/>
          <ac:spMkLst>
            <pc:docMk/>
            <pc:sldMk cId="149736047" sldId="1997"/>
            <ac:spMk id="20" creationId="{86BEE646-11D8-E2A4-8FD4-7FA436193297}"/>
          </ac:spMkLst>
        </pc:spChg>
        <pc:spChg chg="mod">
          <ac:chgData name="한나 조" userId="65a288ce2c9026c1" providerId="LiveId" clId="{C15A6EEB-526C-46C9-82AA-A02ABBD41001}" dt="2026-07-01T07:32:00.804" v="18822"/>
          <ac:spMkLst>
            <pc:docMk/>
            <pc:sldMk cId="149736047" sldId="1997"/>
            <ac:spMk id="22" creationId="{93401D04-428F-0291-3ABA-761992298BB2}"/>
          </ac:spMkLst>
        </pc:spChg>
        <pc:spChg chg="mod">
          <ac:chgData name="한나 조" userId="65a288ce2c9026c1" providerId="LiveId" clId="{C15A6EEB-526C-46C9-82AA-A02ABBD41001}" dt="2026-07-01T07:32:06.220" v="18823"/>
          <ac:spMkLst>
            <pc:docMk/>
            <pc:sldMk cId="149736047" sldId="1997"/>
            <ac:spMk id="42" creationId="{CBF003D7-6D71-4D66-0D83-66CE7AE1122D}"/>
          </ac:spMkLst>
        </pc:spChg>
        <pc:spChg chg="mod">
          <ac:chgData name="한나 조" userId="65a288ce2c9026c1" providerId="LiveId" clId="{C15A6EEB-526C-46C9-82AA-A02ABBD41001}" dt="2026-07-01T07:25:24.295" v="18651"/>
          <ac:spMkLst>
            <pc:docMk/>
            <pc:sldMk cId="149736047" sldId="1997"/>
            <ac:spMk id="59" creationId="{B1802484-A0CE-8EF9-9DB0-373BAC039DDA}"/>
          </ac:spMkLst>
        </pc:spChg>
        <pc:grpChg chg="mod">
          <ac:chgData name="한나 조" userId="65a288ce2c9026c1" providerId="LiveId" clId="{C15A6EEB-526C-46C9-82AA-A02ABBD41001}" dt="2026-07-01T07:25:24.295" v="18651"/>
          <ac:grpSpMkLst>
            <pc:docMk/>
            <pc:sldMk cId="149736047" sldId="1997"/>
            <ac:grpSpMk id="89" creationId="{0192A9F1-555A-5FE8-0F2B-6EBBB5EDA692}"/>
          </ac:grpSpMkLst>
        </pc:grpChg>
        <pc:graphicFrameChg chg="mod modGraphic">
          <ac:chgData name="한나 조" userId="65a288ce2c9026c1" providerId="LiveId" clId="{C15A6EEB-526C-46C9-82AA-A02ABBD41001}" dt="2026-07-01T07:32:58.995" v="18842" actId="20577"/>
          <ac:graphicFrameMkLst>
            <pc:docMk/>
            <pc:sldMk cId="149736047" sldId="1997"/>
            <ac:graphicFrameMk id="2" creationId="{306FBD42-BD2A-B3DB-5F83-5A19AA77DE15}"/>
          </ac:graphicFrameMkLst>
        </pc:graphicFrameChg>
      </pc:sldChg>
      <pc:sldChg chg="addSp delSp modSp add mod ord">
        <pc:chgData name="한나 조" userId="65a288ce2c9026c1" providerId="LiveId" clId="{C15A6EEB-526C-46C9-82AA-A02ABBD41001}" dt="2026-07-06T01:46:12.166" v="24574" actId="20577"/>
        <pc:sldMkLst>
          <pc:docMk/>
          <pc:sldMk cId="1441464649" sldId="1998"/>
        </pc:sldMkLst>
        <pc:spChg chg="mod">
          <ac:chgData name="한나 조" userId="65a288ce2c9026c1" providerId="LiveId" clId="{C15A6EEB-526C-46C9-82AA-A02ABBD41001}" dt="2026-07-01T07:34:04.220" v="18846" actId="207"/>
          <ac:spMkLst>
            <pc:docMk/>
            <pc:sldMk cId="1441464649" sldId="1998"/>
            <ac:spMk id="4" creationId="{D4AC17D9-9AA6-3A5B-D443-53C750276C56}"/>
          </ac:spMkLst>
        </pc:spChg>
        <pc:spChg chg="mod">
          <ac:chgData name="한나 조" userId="65a288ce2c9026c1" providerId="LiveId" clId="{C15A6EEB-526C-46C9-82AA-A02ABBD41001}" dt="2026-07-06T01:46:12.166" v="24574" actId="20577"/>
          <ac:spMkLst>
            <pc:docMk/>
            <pc:sldMk cId="1441464649" sldId="1998"/>
            <ac:spMk id="15" creationId="{F8F1700E-1D47-9C65-DB90-2F560126F104}"/>
          </ac:spMkLst>
        </pc:spChg>
        <pc:spChg chg="add mod ord">
          <ac:chgData name="한나 조" userId="65a288ce2c9026c1" providerId="LiveId" clId="{C15A6EEB-526C-46C9-82AA-A02ABBD41001}" dt="2026-07-06T01:31:47.060" v="24501" actId="1076"/>
          <ac:spMkLst>
            <pc:docMk/>
            <pc:sldMk cId="1441464649" sldId="1998"/>
            <ac:spMk id="29" creationId="{99E9D14E-2F9F-87CA-CFE8-94F2688D3730}"/>
          </ac:spMkLst>
        </pc:spChg>
        <pc:spChg chg="add mod ord">
          <ac:chgData name="한나 조" userId="65a288ce2c9026c1" providerId="LiveId" clId="{C15A6EEB-526C-46C9-82AA-A02ABBD41001}" dt="2026-07-06T01:31:42.139" v="24500" actId="166"/>
          <ac:spMkLst>
            <pc:docMk/>
            <pc:sldMk cId="1441464649" sldId="1998"/>
            <ac:spMk id="41" creationId="{E87DF995-561A-2D10-4FF6-76A82708BD9E}"/>
          </ac:spMkLst>
        </pc:spChg>
        <pc:graphicFrameChg chg="add mod ord modGraphic">
          <ac:chgData name="한나 조" userId="65a288ce2c9026c1" providerId="LiveId" clId="{C15A6EEB-526C-46C9-82AA-A02ABBD41001}" dt="2026-07-06T01:31:51.965" v="24503" actId="14100"/>
          <ac:graphicFrameMkLst>
            <pc:docMk/>
            <pc:sldMk cId="1441464649" sldId="1998"/>
            <ac:graphicFrameMk id="33" creationId="{01AD62E3-BACE-E1CF-3345-7A3849601373}"/>
          </ac:graphicFrameMkLst>
        </pc:graphicFrameChg>
      </pc:sldChg>
      <pc:sldChg chg="modSp add">
        <pc:chgData name="한나 조" userId="65a288ce2c9026c1" providerId="LiveId" clId="{C15A6EEB-526C-46C9-82AA-A02ABBD41001}" dt="2026-07-01T07:35:48.475" v="18859"/>
        <pc:sldMkLst>
          <pc:docMk/>
          <pc:sldMk cId="4251288014" sldId="1999"/>
        </pc:sldMkLst>
        <pc:spChg chg="mod">
          <ac:chgData name="한나 조" userId="65a288ce2c9026c1" providerId="LiveId" clId="{C15A6EEB-526C-46C9-82AA-A02ABBD41001}" dt="2026-07-01T07:33:40.794" v="18843"/>
          <ac:spMkLst>
            <pc:docMk/>
            <pc:sldMk cId="4251288014" sldId="1999"/>
            <ac:spMk id="4" creationId="{EB1F0EF2-D924-B59D-F4A8-5989A562BC9F}"/>
          </ac:spMkLst>
        </pc:spChg>
        <pc:spChg chg="mod">
          <ac:chgData name="한나 조" userId="65a288ce2c9026c1" providerId="LiveId" clId="{C15A6EEB-526C-46C9-82AA-A02ABBD41001}" dt="2026-07-01T07:35:48.475" v="18859"/>
          <ac:spMkLst>
            <pc:docMk/>
            <pc:sldMk cId="4251288014" sldId="1999"/>
            <ac:spMk id="15" creationId="{960C536C-7AEA-F2F9-AEC4-E50A1AD16322}"/>
          </ac:spMkLst>
        </pc:spChg>
      </pc:sldChg>
      <pc:sldChg chg="addSp delSp modSp add mod ord modClrScheme chgLayout">
        <pc:chgData name="한나 조" userId="65a288ce2c9026c1" providerId="LiveId" clId="{C15A6EEB-526C-46C9-82AA-A02ABBD41001}" dt="2026-07-03T03:24:39.241" v="23965"/>
        <pc:sldMkLst>
          <pc:docMk/>
          <pc:sldMk cId="4070199662" sldId="2002"/>
        </pc:sldMkLst>
        <pc:spChg chg="mod">
          <ac:chgData name="한나 조" userId="65a288ce2c9026c1" providerId="LiveId" clId="{C15A6EEB-526C-46C9-82AA-A02ABBD41001}" dt="2026-07-02T08:42:13.599" v="21653" actId="14100"/>
          <ac:spMkLst>
            <pc:docMk/>
            <pc:sldMk cId="4070199662" sldId="2002"/>
            <ac:spMk id="7" creationId="{1ABEDBD0-6370-CDEF-5D08-4A614EA1A06E}"/>
          </ac:spMkLst>
        </pc:spChg>
        <pc:spChg chg="add mod">
          <ac:chgData name="한나 조" userId="65a288ce2c9026c1" providerId="LiveId" clId="{C15A6EEB-526C-46C9-82AA-A02ABBD41001}" dt="2026-07-02T08:41:49.461" v="21651"/>
          <ac:spMkLst>
            <pc:docMk/>
            <pc:sldMk cId="4070199662" sldId="2002"/>
            <ac:spMk id="15" creationId="{857DC0DB-AE4F-ADE5-4D5D-F1E9BCEED12F}"/>
          </ac:spMkLst>
        </pc:spChg>
        <pc:spChg chg="add mod">
          <ac:chgData name="한나 조" userId="65a288ce2c9026c1" providerId="LiveId" clId="{C15A6EEB-526C-46C9-82AA-A02ABBD41001}" dt="2026-07-03T01:27:52.338" v="22930" actId="571"/>
          <ac:spMkLst>
            <pc:docMk/>
            <pc:sldMk cId="4070199662" sldId="2002"/>
            <ac:spMk id="17" creationId="{F9D2A32A-ED7E-1903-1881-2673082DFEFC}"/>
          </ac:spMkLst>
        </pc:spChg>
        <pc:spChg chg="add mod">
          <ac:chgData name="한나 조" userId="65a288ce2c9026c1" providerId="LiveId" clId="{C15A6EEB-526C-46C9-82AA-A02ABBD41001}" dt="2026-07-03T01:29:18.827" v="23133" actId="20577"/>
          <ac:spMkLst>
            <pc:docMk/>
            <pc:sldMk cId="4070199662" sldId="2002"/>
            <ac:spMk id="19" creationId="{BDAF54DB-75A1-B3C1-35FB-8FC33D2D41B7}"/>
          </ac:spMkLst>
        </pc:spChg>
        <pc:spChg chg="mod">
          <ac:chgData name="한나 조" userId="65a288ce2c9026c1" providerId="LiveId" clId="{C15A6EEB-526C-46C9-82AA-A02ABBD41001}" dt="2026-07-02T16:02:54.178" v="21867" actId="207"/>
          <ac:spMkLst>
            <pc:docMk/>
            <pc:sldMk cId="4070199662" sldId="2002"/>
            <ac:spMk id="58" creationId="{3F87C1CB-AE8B-BCA0-FA2D-B67F2CE7331A}"/>
          </ac:spMkLst>
        </pc:spChg>
        <pc:spChg chg="mod">
          <ac:chgData name="한나 조" userId="65a288ce2c9026c1" providerId="LiveId" clId="{C15A6EEB-526C-46C9-82AA-A02ABBD41001}" dt="2026-07-03T01:27:33.748" v="22913" actId="20577"/>
          <ac:spMkLst>
            <pc:docMk/>
            <pc:sldMk cId="4070199662" sldId="2002"/>
            <ac:spMk id="102" creationId="{1CA75303-5441-0207-8EDF-0FAA5C13D83A}"/>
          </ac:spMkLst>
        </pc:spChg>
        <pc:spChg chg="mod">
          <ac:chgData name="한나 조" userId="65a288ce2c9026c1" providerId="LiveId" clId="{C15A6EEB-526C-46C9-82AA-A02ABBD41001}" dt="2026-07-03T01:29:11.570" v="23109" actId="20577"/>
          <ac:spMkLst>
            <pc:docMk/>
            <pc:sldMk cId="4070199662" sldId="2002"/>
            <ac:spMk id="133" creationId="{B9A15CC7-76B0-58AB-341E-FCE576F1D73B}"/>
          </ac:spMkLst>
        </pc:spChg>
        <pc:spChg chg="mod">
          <ac:chgData name="한나 조" userId="65a288ce2c9026c1" providerId="LiveId" clId="{C15A6EEB-526C-46C9-82AA-A02ABBD41001}" dt="2026-07-02T16:02:47.172" v="21866" actId="207"/>
          <ac:spMkLst>
            <pc:docMk/>
            <pc:sldMk cId="4070199662" sldId="2002"/>
            <ac:spMk id="137" creationId="{9B430BF2-990D-48F4-17EC-33DD3D81C0AC}"/>
          </ac:spMkLst>
        </pc:spChg>
        <pc:spChg chg="mod">
          <ac:chgData name="한나 조" userId="65a288ce2c9026c1" providerId="LiveId" clId="{C15A6EEB-526C-46C9-82AA-A02ABBD41001}" dt="2026-07-02T08:45:51.097" v="21685" actId="1076"/>
          <ac:spMkLst>
            <pc:docMk/>
            <pc:sldMk cId="4070199662" sldId="2002"/>
            <ac:spMk id="138" creationId="{636846E0-A5A1-6ADD-0CED-E21B47D0E0E8}"/>
          </ac:spMkLst>
        </pc:spChg>
        <pc:spChg chg="mod">
          <ac:chgData name="한나 조" userId="65a288ce2c9026c1" providerId="LiveId" clId="{C15A6EEB-526C-46C9-82AA-A02ABBD41001}" dt="2026-07-02T08:45:56.675" v="21686" actId="1076"/>
          <ac:spMkLst>
            <pc:docMk/>
            <pc:sldMk cId="4070199662" sldId="2002"/>
            <ac:spMk id="245" creationId="{D5BF5D63-5E6B-C1AD-CFF2-E61CEA207FEE}"/>
          </ac:spMkLst>
        </pc:spChg>
        <pc:spChg chg="mod">
          <ac:chgData name="한나 조" userId="65a288ce2c9026c1" providerId="LiveId" clId="{C15A6EEB-526C-46C9-82AA-A02ABBD41001}" dt="2026-07-02T08:45:56.675" v="21686" actId="1076"/>
          <ac:spMkLst>
            <pc:docMk/>
            <pc:sldMk cId="4070199662" sldId="2002"/>
            <ac:spMk id="246" creationId="{A4CA9CBA-8956-1FD7-FF0F-7C8030821708}"/>
          </ac:spMkLst>
        </pc:spChg>
        <pc:spChg chg="mod">
          <ac:chgData name="한나 조" userId="65a288ce2c9026c1" providerId="LiveId" clId="{C15A6EEB-526C-46C9-82AA-A02ABBD41001}" dt="2026-07-02T16:03:04.742" v="21868" actId="1076"/>
          <ac:spMkLst>
            <pc:docMk/>
            <pc:sldMk cId="4070199662" sldId="2002"/>
            <ac:spMk id="247" creationId="{3DEA8741-0573-8AED-495F-61DFA02B2A9A}"/>
          </ac:spMkLst>
        </pc:spChg>
        <pc:spChg chg="mod">
          <ac:chgData name="한나 조" userId="65a288ce2c9026c1" providerId="LiveId" clId="{C15A6EEB-526C-46C9-82AA-A02ABBD41001}" dt="2026-07-02T08:45:56.675" v="21686" actId="1076"/>
          <ac:spMkLst>
            <pc:docMk/>
            <pc:sldMk cId="4070199662" sldId="2002"/>
            <ac:spMk id="248" creationId="{ED09A0C3-06EA-8B52-0EE2-417282E1900F}"/>
          </ac:spMkLst>
        </pc:spChg>
        <pc:spChg chg="mod">
          <ac:chgData name="한나 조" userId="65a288ce2c9026c1" providerId="LiveId" clId="{C15A6EEB-526C-46C9-82AA-A02ABBD41001}" dt="2026-07-02T08:45:56.675" v="21686" actId="1076"/>
          <ac:spMkLst>
            <pc:docMk/>
            <pc:sldMk cId="4070199662" sldId="2002"/>
            <ac:spMk id="249" creationId="{F04008C4-30CB-AC61-5859-E400C27AD7FD}"/>
          </ac:spMkLst>
        </pc:spChg>
        <pc:grpChg chg="mod">
          <ac:chgData name="한나 조" userId="65a288ce2c9026c1" providerId="LiveId" clId="{C15A6EEB-526C-46C9-82AA-A02ABBD41001}" dt="2026-07-02T08:45:51.097" v="21685" actId="1076"/>
          <ac:grpSpMkLst>
            <pc:docMk/>
            <pc:sldMk cId="4070199662" sldId="2002"/>
            <ac:grpSpMk id="103" creationId="{55E53FE0-6D53-39E8-5D44-D3D1E8F3CB22}"/>
          </ac:grpSpMkLst>
        </pc:grpChg>
        <pc:grpChg chg="mod">
          <ac:chgData name="한나 조" userId="65a288ce2c9026c1" providerId="LiveId" clId="{C15A6EEB-526C-46C9-82AA-A02ABBD41001}" dt="2026-07-02T08:45:51.097" v="21685" actId="1076"/>
          <ac:grpSpMkLst>
            <pc:docMk/>
            <pc:sldMk cId="4070199662" sldId="2002"/>
            <ac:grpSpMk id="108" creationId="{87FB0100-A608-180C-0C80-DF8EAF75F4B9}"/>
          </ac:grpSpMkLst>
        </pc:grpChg>
        <pc:grpChg chg="mod">
          <ac:chgData name="한나 조" userId="65a288ce2c9026c1" providerId="LiveId" clId="{C15A6EEB-526C-46C9-82AA-A02ABBD41001}" dt="2026-07-02T08:45:51.097" v="21685" actId="1076"/>
          <ac:grpSpMkLst>
            <pc:docMk/>
            <pc:sldMk cId="4070199662" sldId="2002"/>
            <ac:grpSpMk id="111" creationId="{1899D3B4-2BDD-DC21-EDCD-3593ECB2926E}"/>
          </ac:grpSpMkLst>
        </pc:grpChg>
        <pc:grpChg chg="mod">
          <ac:chgData name="한나 조" userId="65a288ce2c9026c1" providerId="LiveId" clId="{C15A6EEB-526C-46C9-82AA-A02ABBD41001}" dt="2026-07-02T08:45:51.097" v="21685" actId="1076"/>
          <ac:grpSpMkLst>
            <pc:docMk/>
            <pc:sldMk cId="4070199662" sldId="2002"/>
            <ac:grpSpMk id="112" creationId="{3728FE68-4DC7-5C3F-989D-6B637F387B7D}"/>
          </ac:grpSpMkLst>
        </pc:grpChg>
        <pc:grpChg chg="mod">
          <ac:chgData name="한나 조" userId="65a288ce2c9026c1" providerId="LiveId" clId="{C15A6EEB-526C-46C9-82AA-A02ABBD41001}" dt="2026-07-02T08:45:51.097" v="21685" actId="1076"/>
          <ac:grpSpMkLst>
            <pc:docMk/>
            <pc:sldMk cId="4070199662" sldId="2002"/>
            <ac:grpSpMk id="120" creationId="{57420081-1C6D-E964-0671-21DC3B9E3110}"/>
          </ac:grpSpMkLst>
        </pc:grpChg>
        <pc:grpChg chg="mod">
          <ac:chgData name="한나 조" userId="65a288ce2c9026c1" providerId="LiveId" clId="{C15A6EEB-526C-46C9-82AA-A02ABBD41001}" dt="2026-07-02T08:45:42.713" v="21684" actId="1076"/>
          <ac:grpSpMkLst>
            <pc:docMk/>
            <pc:sldMk cId="4070199662" sldId="2002"/>
            <ac:grpSpMk id="139" creationId="{45B8A02C-9B0C-ABB6-D853-0BCA372278B5}"/>
          </ac:grpSpMkLst>
        </pc:grpChg>
        <pc:graphicFrameChg chg="mod modGraphic">
          <ac:chgData name="한나 조" userId="65a288ce2c9026c1" providerId="LiveId" clId="{C15A6EEB-526C-46C9-82AA-A02ABBD41001}" dt="2026-07-03T03:24:39.241" v="23965"/>
          <ac:graphicFrameMkLst>
            <pc:docMk/>
            <pc:sldMk cId="4070199662" sldId="2002"/>
            <ac:graphicFrameMk id="176" creationId="{A413CA51-CAF3-8016-F513-A7BD2A2F51B9}"/>
          </ac:graphicFrameMkLst>
        </pc:graphicFrameChg>
      </pc:sldChg>
      <pc:sldChg chg="addSp delSp modSp add mod">
        <pc:chgData name="한나 조" userId="65a288ce2c9026c1" providerId="LiveId" clId="{C15A6EEB-526C-46C9-82AA-A02ABBD41001}" dt="2026-07-03T03:43:52.895" v="24009"/>
        <pc:sldMkLst>
          <pc:docMk/>
          <pc:sldMk cId="93447940" sldId="2003"/>
        </pc:sldMkLst>
        <pc:spChg chg="mod">
          <ac:chgData name="한나 조" userId="65a288ce2c9026c1" providerId="LiveId" clId="{C15A6EEB-526C-46C9-82AA-A02ABBD41001}" dt="2026-07-02T08:42:52.727" v="21661" actId="1076"/>
          <ac:spMkLst>
            <pc:docMk/>
            <pc:sldMk cId="93447940" sldId="2003"/>
            <ac:spMk id="38" creationId="{9DB51063-F221-DEBC-DA82-AAEFD53F08FF}"/>
          </ac:spMkLst>
        </pc:spChg>
        <pc:spChg chg="mod">
          <ac:chgData name="한나 조" userId="65a288ce2c9026c1" providerId="LiveId" clId="{C15A6EEB-526C-46C9-82AA-A02ABBD41001}" dt="2026-07-03T01:31:31.827" v="23146" actId="20577"/>
          <ac:spMkLst>
            <pc:docMk/>
            <pc:sldMk cId="93447940" sldId="2003"/>
            <ac:spMk id="39" creationId="{CC634D25-913C-DDBB-74CB-EBC8885B8232}"/>
          </ac:spMkLst>
        </pc:spChg>
        <pc:spChg chg="mod">
          <ac:chgData name="한나 조" userId="65a288ce2c9026c1" providerId="LiveId" clId="{C15A6EEB-526C-46C9-82AA-A02ABBD41001}" dt="2026-07-02T08:44:00.135" v="21677" actId="1036"/>
          <ac:spMkLst>
            <pc:docMk/>
            <pc:sldMk cId="93447940" sldId="2003"/>
            <ac:spMk id="85" creationId="{212DE6A4-D966-FEF7-B283-EB1531205811}"/>
          </ac:spMkLst>
        </pc:spChg>
        <pc:spChg chg="mod">
          <ac:chgData name="한나 조" userId="65a288ce2c9026c1" providerId="LiveId" clId="{C15A6EEB-526C-46C9-82AA-A02ABBD41001}" dt="2026-07-02T08:44:00.135" v="21677" actId="1036"/>
          <ac:spMkLst>
            <pc:docMk/>
            <pc:sldMk cId="93447940" sldId="2003"/>
            <ac:spMk id="86" creationId="{0667CC9D-150A-D78D-61CB-B62A406AAA0C}"/>
          </ac:spMkLst>
        </pc:spChg>
        <pc:spChg chg="mod">
          <ac:chgData name="한나 조" userId="65a288ce2c9026c1" providerId="LiveId" clId="{C15A6EEB-526C-46C9-82AA-A02ABBD41001}" dt="2026-07-02T08:43:14.327" v="21663" actId="1076"/>
          <ac:spMkLst>
            <pc:docMk/>
            <pc:sldMk cId="93447940" sldId="2003"/>
            <ac:spMk id="87" creationId="{624EE6AD-5BAD-22B5-6249-EF6C28A8C9F9}"/>
          </ac:spMkLst>
        </pc:spChg>
        <pc:spChg chg="mod">
          <ac:chgData name="한나 조" userId="65a288ce2c9026c1" providerId="LiveId" clId="{C15A6EEB-526C-46C9-82AA-A02ABBD41001}" dt="2026-07-02T08:43:14.327" v="21663" actId="1076"/>
          <ac:spMkLst>
            <pc:docMk/>
            <pc:sldMk cId="93447940" sldId="2003"/>
            <ac:spMk id="89" creationId="{E1589C21-9F61-871E-27F2-15DC3C266A9D}"/>
          </ac:spMkLst>
        </pc:spChg>
        <pc:spChg chg="mod">
          <ac:chgData name="한나 조" userId="65a288ce2c9026c1" providerId="LiveId" clId="{C15A6EEB-526C-46C9-82AA-A02ABBD41001}" dt="2026-07-02T08:43:14.327" v="21663" actId="1076"/>
          <ac:spMkLst>
            <pc:docMk/>
            <pc:sldMk cId="93447940" sldId="2003"/>
            <ac:spMk id="90" creationId="{6B78D94D-757A-876B-4F49-BF523B02C158}"/>
          </ac:spMkLst>
        </pc:spChg>
        <pc:spChg chg="mod">
          <ac:chgData name="한나 조" userId="65a288ce2c9026c1" providerId="LiveId" clId="{C15A6EEB-526C-46C9-82AA-A02ABBD41001}" dt="2026-07-02T08:42:52.727" v="21661" actId="1076"/>
          <ac:spMkLst>
            <pc:docMk/>
            <pc:sldMk cId="93447940" sldId="2003"/>
            <ac:spMk id="91" creationId="{D4F6E2AE-B21C-B501-4C3B-0E3A5221A880}"/>
          </ac:spMkLst>
        </pc:spChg>
        <pc:spChg chg="mod">
          <ac:chgData name="한나 조" userId="65a288ce2c9026c1" providerId="LiveId" clId="{C15A6EEB-526C-46C9-82AA-A02ABBD41001}" dt="2026-07-02T08:43:14.327" v="21663" actId="1076"/>
          <ac:spMkLst>
            <pc:docMk/>
            <pc:sldMk cId="93447940" sldId="2003"/>
            <ac:spMk id="92" creationId="{7E23F1A6-6261-F099-A51C-D240990F1D8E}"/>
          </ac:spMkLst>
        </pc:spChg>
        <pc:spChg chg="mod">
          <ac:chgData name="한나 조" userId="65a288ce2c9026c1" providerId="LiveId" clId="{C15A6EEB-526C-46C9-82AA-A02ABBD41001}" dt="2026-07-02T08:43:14.327" v="21663" actId="1076"/>
          <ac:spMkLst>
            <pc:docMk/>
            <pc:sldMk cId="93447940" sldId="2003"/>
            <ac:spMk id="115" creationId="{3371B2E2-5430-3821-FEC7-3531DF51521A}"/>
          </ac:spMkLst>
        </pc:spChg>
        <pc:spChg chg="mod">
          <ac:chgData name="한나 조" userId="65a288ce2c9026c1" providerId="LiveId" clId="{C15A6EEB-526C-46C9-82AA-A02ABBD41001}" dt="2026-07-02T08:43:14.327" v="21663" actId="1076"/>
          <ac:spMkLst>
            <pc:docMk/>
            <pc:sldMk cId="93447940" sldId="2003"/>
            <ac:spMk id="116" creationId="{2684BF82-A39D-F95B-62AA-75296D5F5DF6}"/>
          </ac:spMkLst>
        </pc:spChg>
        <pc:spChg chg="mod">
          <ac:chgData name="한나 조" userId="65a288ce2c9026c1" providerId="LiveId" clId="{C15A6EEB-526C-46C9-82AA-A02ABBD41001}" dt="2026-07-02T08:44:00.135" v="21677" actId="1036"/>
          <ac:spMkLst>
            <pc:docMk/>
            <pc:sldMk cId="93447940" sldId="2003"/>
            <ac:spMk id="145" creationId="{6AADCBFA-8870-5A6A-E87D-D73BD7E9E196}"/>
          </ac:spMkLst>
        </pc:spChg>
        <pc:spChg chg="mod">
          <ac:chgData name="한나 조" userId="65a288ce2c9026c1" providerId="LiveId" clId="{C15A6EEB-526C-46C9-82AA-A02ABBD41001}" dt="2026-07-02T08:44:00.135" v="21677" actId="1036"/>
          <ac:spMkLst>
            <pc:docMk/>
            <pc:sldMk cId="93447940" sldId="2003"/>
            <ac:spMk id="152" creationId="{0CA50FDE-2F26-E075-E884-0F6081FAA21F}"/>
          </ac:spMkLst>
        </pc:spChg>
        <pc:spChg chg="mod">
          <ac:chgData name="한나 조" userId="65a288ce2c9026c1" providerId="LiveId" clId="{C15A6EEB-526C-46C9-82AA-A02ABBD41001}" dt="2026-07-03T01:34:29.493" v="23242" actId="20577"/>
          <ac:spMkLst>
            <pc:docMk/>
            <pc:sldMk cId="93447940" sldId="2003"/>
            <ac:spMk id="153" creationId="{3CE31239-B88B-175D-8E97-48824A1803A3}"/>
          </ac:spMkLst>
        </pc:spChg>
        <pc:spChg chg="mod">
          <ac:chgData name="한나 조" userId="65a288ce2c9026c1" providerId="LiveId" clId="{C15A6EEB-526C-46C9-82AA-A02ABBD41001}" dt="2026-07-02T08:43:20.389" v="21664" actId="1076"/>
          <ac:spMkLst>
            <pc:docMk/>
            <pc:sldMk cId="93447940" sldId="2003"/>
            <ac:spMk id="159" creationId="{2D484498-CC1B-E71A-3624-D925A616EF0C}"/>
          </ac:spMkLst>
        </pc:spChg>
        <pc:spChg chg="mod">
          <ac:chgData name="한나 조" userId="65a288ce2c9026c1" providerId="LiveId" clId="{C15A6EEB-526C-46C9-82AA-A02ABBD41001}" dt="2026-07-02T08:44:13.836" v="21678" actId="1076"/>
          <ac:spMkLst>
            <pc:docMk/>
            <pc:sldMk cId="93447940" sldId="2003"/>
            <ac:spMk id="160" creationId="{76064EEE-D18A-5CB2-4297-D01C9CC654A1}"/>
          </ac:spMkLst>
        </pc:spChg>
        <pc:spChg chg="mod">
          <ac:chgData name="한나 조" userId="65a288ce2c9026c1" providerId="LiveId" clId="{C15A6EEB-526C-46C9-82AA-A02ABBD41001}" dt="2026-07-02T08:44:13.836" v="21678" actId="1076"/>
          <ac:spMkLst>
            <pc:docMk/>
            <pc:sldMk cId="93447940" sldId="2003"/>
            <ac:spMk id="161" creationId="{4D920D5A-1A11-D0E8-E63F-9DEA780E62CA}"/>
          </ac:spMkLst>
        </pc:spChg>
        <pc:spChg chg="mod">
          <ac:chgData name="한나 조" userId="65a288ce2c9026c1" providerId="LiveId" clId="{C15A6EEB-526C-46C9-82AA-A02ABBD41001}" dt="2026-07-02T08:44:13.836" v="21678" actId="1076"/>
          <ac:spMkLst>
            <pc:docMk/>
            <pc:sldMk cId="93447940" sldId="2003"/>
            <ac:spMk id="162" creationId="{871175C6-AF63-CB29-F1DD-DCEC169BC41C}"/>
          </ac:spMkLst>
        </pc:spChg>
        <pc:spChg chg="mod">
          <ac:chgData name="한나 조" userId="65a288ce2c9026c1" providerId="LiveId" clId="{C15A6EEB-526C-46C9-82AA-A02ABBD41001}" dt="2026-07-02T08:44:13.836" v="21678" actId="1076"/>
          <ac:spMkLst>
            <pc:docMk/>
            <pc:sldMk cId="93447940" sldId="2003"/>
            <ac:spMk id="163" creationId="{ACCFD338-A45E-A23E-A784-71AEF745C62B}"/>
          </ac:spMkLst>
        </pc:spChg>
        <pc:spChg chg="mod">
          <ac:chgData name="한나 조" userId="65a288ce2c9026c1" providerId="LiveId" clId="{C15A6EEB-526C-46C9-82AA-A02ABBD41001}" dt="2026-07-03T01:31:34.161" v="23148" actId="20577"/>
          <ac:spMkLst>
            <pc:docMk/>
            <pc:sldMk cId="93447940" sldId="2003"/>
            <ac:spMk id="168" creationId="{F483658B-8126-9F4A-3E3A-136E25E3C616}"/>
          </ac:spMkLst>
        </pc:spChg>
        <pc:spChg chg="mod">
          <ac:chgData name="한나 조" userId="65a288ce2c9026c1" providerId="LiveId" clId="{C15A6EEB-526C-46C9-82AA-A02ABBD41001}" dt="2026-07-03T01:31:40.757" v="23150" actId="20577"/>
          <ac:spMkLst>
            <pc:docMk/>
            <pc:sldMk cId="93447940" sldId="2003"/>
            <ac:spMk id="169" creationId="{CE1405E5-2B94-85A5-67F0-7F8B7C2D9F97}"/>
          </ac:spMkLst>
        </pc:spChg>
        <pc:spChg chg="mod">
          <ac:chgData name="한나 조" userId="65a288ce2c9026c1" providerId="LiveId" clId="{C15A6EEB-526C-46C9-82AA-A02ABBD41001}" dt="2026-07-03T01:31:29.986" v="23144" actId="20577"/>
          <ac:spMkLst>
            <pc:docMk/>
            <pc:sldMk cId="93447940" sldId="2003"/>
            <ac:spMk id="170" creationId="{F8465072-E7B1-5D68-500C-18BD63A0F90E}"/>
          </ac:spMkLst>
        </pc:spChg>
        <pc:spChg chg="mod">
          <ac:chgData name="한나 조" userId="65a288ce2c9026c1" providerId="LiveId" clId="{C15A6EEB-526C-46C9-82AA-A02ABBD41001}" dt="2026-07-02T08:43:32.490" v="21668" actId="1035"/>
          <ac:spMkLst>
            <pc:docMk/>
            <pc:sldMk cId="93447940" sldId="2003"/>
            <ac:spMk id="171" creationId="{82C823B2-9139-7FE5-5605-E08A229C2493}"/>
          </ac:spMkLst>
        </pc:spChg>
        <pc:spChg chg="mod">
          <ac:chgData name="한나 조" userId="65a288ce2c9026c1" providerId="LiveId" clId="{C15A6EEB-526C-46C9-82AA-A02ABBD41001}" dt="2026-07-02T08:43:32.490" v="21668" actId="1035"/>
          <ac:spMkLst>
            <pc:docMk/>
            <pc:sldMk cId="93447940" sldId="2003"/>
            <ac:spMk id="172" creationId="{29CAB47F-A64E-E814-A7FE-96C43A721FA5}"/>
          </ac:spMkLst>
        </pc:spChg>
        <pc:spChg chg="mod">
          <ac:chgData name="한나 조" userId="65a288ce2c9026c1" providerId="LiveId" clId="{C15A6EEB-526C-46C9-82AA-A02ABBD41001}" dt="2026-07-03T01:32:29.199" v="23230" actId="20577"/>
          <ac:spMkLst>
            <pc:docMk/>
            <pc:sldMk cId="93447940" sldId="2003"/>
            <ac:spMk id="217" creationId="{3D121A71-525B-D487-9B1E-E0EAB428CDC1}"/>
          </ac:spMkLst>
        </pc:spChg>
        <pc:spChg chg="mod">
          <ac:chgData name="한나 조" userId="65a288ce2c9026c1" providerId="LiveId" clId="{C15A6EEB-526C-46C9-82AA-A02ABBD41001}" dt="2026-07-03T01:31:43.834" v="23152" actId="20577"/>
          <ac:spMkLst>
            <pc:docMk/>
            <pc:sldMk cId="93447940" sldId="2003"/>
            <ac:spMk id="238" creationId="{99F82165-36CE-359B-6836-9E726AFD3294}"/>
          </ac:spMkLst>
        </pc:spChg>
        <pc:spChg chg="mod">
          <ac:chgData name="한나 조" userId="65a288ce2c9026c1" providerId="LiveId" clId="{C15A6EEB-526C-46C9-82AA-A02ABBD41001}" dt="2026-07-02T08:45:27.192" v="21681" actId="1076"/>
          <ac:spMkLst>
            <pc:docMk/>
            <pc:sldMk cId="93447940" sldId="2003"/>
            <ac:spMk id="244" creationId="{19D08085-1147-0A5A-2D4D-D0401EA1D60B}"/>
          </ac:spMkLst>
        </pc:spChg>
        <pc:grpChg chg="mod">
          <ac:chgData name="한나 조" userId="65a288ce2c9026c1" providerId="LiveId" clId="{C15A6EEB-526C-46C9-82AA-A02ABBD41001}" dt="2026-07-02T08:43:32.490" v="21668" actId="1035"/>
          <ac:grpSpMkLst>
            <pc:docMk/>
            <pc:sldMk cId="93447940" sldId="2003"/>
            <ac:grpSpMk id="156" creationId="{34F513BF-429C-E5BB-60C1-58859756E09E}"/>
          </ac:grpSpMkLst>
        </pc:grpChg>
        <pc:grpChg chg="mod">
          <ac:chgData name="한나 조" userId="65a288ce2c9026c1" providerId="LiveId" clId="{C15A6EEB-526C-46C9-82AA-A02ABBD41001}" dt="2026-07-02T08:44:00.135" v="21677" actId="1036"/>
          <ac:grpSpMkLst>
            <pc:docMk/>
            <pc:sldMk cId="93447940" sldId="2003"/>
            <ac:grpSpMk id="212" creationId="{5E919857-FA29-5762-70D5-5BE51CE1B9AD}"/>
          </ac:grpSpMkLst>
        </pc:grpChg>
        <pc:grpChg chg="mod">
          <ac:chgData name="한나 조" userId="65a288ce2c9026c1" providerId="LiveId" clId="{C15A6EEB-526C-46C9-82AA-A02ABBD41001}" dt="2026-07-02T08:44:00.135" v="21677" actId="1036"/>
          <ac:grpSpMkLst>
            <pc:docMk/>
            <pc:sldMk cId="93447940" sldId="2003"/>
            <ac:grpSpMk id="213" creationId="{B2AC031B-3C69-9C38-CA43-82C543464E27}"/>
          </ac:grpSpMkLst>
        </pc:grpChg>
        <pc:grpChg chg="mod">
          <ac:chgData name="한나 조" userId="65a288ce2c9026c1" providerId="LiveId" clId="{C15A6EEB-526C-46C9-82AA-A02ABBD41001}" dt="2026-07-02T08:45:27.192" v="21681" actId="1076"/>
          <ac:grpSpMkLst>
            <pc:docMk/>
            <pc:sldMk cId="93447940" sldId="2003"/>
            <ac:grpSpMk id="257" creationId="{B529EDE0-EA91-87CF-8F61-86EE57FE7360}"/>
          </ac:grpSpMkLst>
        </pc:grpChg>
        <pc:graphicFrameChg chg="mod modGraphic">
          <ac:chgData name="한나 조" userId="65a288ce2c9026c1" providerId="LiveId" clId="{C15A6EEB-526C-46C9-82AA-A02ABBD41001}" dt="2026-07-03T03:43:52.895" v="24009"/>
          <ac:graphicFrameMkLst>
            <pc:docMk/>
            <pc:sldMk cId="93447940" sldId="2003"/>
            <ac:graphicFrameMk id="176" creationId="{0D31FDC9-1049-7382-D715-5C465F2A943C}"/>
          </ac:graphicFrameMkLst>
        </pc:graphicFrameChg>
      </pc:sldChg>
      <pc:sldChg chg="addSp delSp modSp add mod">
        <pc:chgData name="한나 조" userId="65a288ce2c9026c1" providerId="LiveId" clId="{C15A6EEB-526C-46C9-82AA-A02ABBD41001}" dt="2026-07-22T08:48:44.304" v="24853" actId="1076"/>
        <pc:sldMkLst>
          <pc:docMk/>
          <pc:sldMk cId="3584729289" sldId="2004"/>
        </pc:sldMkLst>
        <pc:spChg chg="mod">
          <ac:chgData name="한나 조" userId="65a288ce2c9026c1" providerId="LiveId" clId="{C15A6EEB-526C-46C9-82AA-A02ABBD41001}" dt="2026-07-06T01:46:17.973" v="24576" actId="20577"/>
          <ac:spMkLst>
            <pc:docMk/>
            <pc:sldMk cId="3584729289" sldId="2004"/>
            <ac:spMk id="15" creationId="{D68DC487-3111-611D-E72A-BE220DEC4E5D}"/>
          </ac:spMkLst>
        </pc:spChg>
        <pc:spChg chg="ord">
          <ac:chgData name="한나 조" userId="65a288ce2c9026c1" providerId="LiveId" clId="{C15A6EEB-526C-46C9-82AA-A02ABBD41001}" dt="2026-07-06T01:33:04.656" v="24512" actId="166"/>
          <ac:spMkLst>
            <pc:docMk/>
            <pc:sldMk cId="3584729289" sldId="2004"/>
            <ac:spMk id="30" creationId="{5B20B744-468E-3A9C-ABAF-72D1C40589C4}"/>
          </ac:spMkLst>
        </pc:spChg>
        <pc:spChg chg="ord">
          <ac:chgData name="한나 조" userId="65a288ce2c9026c1" providerId="LiveId" clId="{C15A6EEB-526C-46C9-82AA-A02ABBD41001}" dt="2026-07-06T01:33:04.656" v="24512" actId="166"/>
          <ac:spMkLst>
            <pc:docMk/>
            <pc:sldMk cId="3584729289" sldId="2004"/>
            <ac:spMk id="31" creationId="{977E8448-9DC0-C6E2-9907-C2318822275F}"/>
          </ac:spMkLst>
        </pc:spChg>
        <pc:spChg chg="ord">
          <ac:chgData name="한나 조" userId="65a288ce2c9026c1" providerId="LiveId" clId="{C15A6EEB-526C-46C9-82AA-A02ABBD41001}" dt="2026-07-06T01:33:04.656" v="24512" actId="166"/>
          <ac:spMkLst>
            <pc:docMk/>
            <pc:sldMk cId="3584729289" sldId="2004"/>
            <ac:spMk id="36" creationId="{974D7569-292C-C4AA-3753-21EF2CEA13BE}"/>
          </ac:spMkLst>
        </pc:spChg>
        <pc:spChg chg="add mod ord">
          <ac:chgData name="한나 조" userId="65a288ce2c9026c1" providerId="LiveId" clId="{C15A6EEB-526C-46C9-82AA-A02ABBD41001}" dt="2026-07-06T01:33:04.656" v="24512" actId="166"/>
          <ac:spMkLst>
            <pc:docMk/>
            <pc:sldMk cId="3584729289" sldId="2004"/>
            <ac:spMk id="41" creationId="{D6058C95-B42C-4651-13CE-C4712791BA15}"/>
          </ac:spMkLst>
        </pc:spChg>
        <pc:spChg chg="add mod">
          <ac:chgData name="한나 조" userId="65a288ce2c9026c1" providerId="LiveId" clId="{C15A6EEB-526C-46C9-82AA-A02ABBD41001}" dt="2026-07-22T08:48:44.304" v="24853" actId="1076"/>
          <ac:spMkLst>
            <pc:docMk/>
            <pc:sldMk cId="3584729289" sldId="2004"/>
            <ac:spMk id="43" creationId="{799997A3-6C38-2BF3-A9E1-C43CF2B78E9C}"/>
          </ac:spMkLst>
        </pc:spChg>
        <pc:graphicFrameChg chg="mod ord modGraphic">
          <ac:chgData name="한나 조" userId="65a288ce2c9026c1" providerId="LiveId" clId="{C15A6EEB-526C-46C9-82AA-A02ABBD41001}" dt="2026-07-06T01:33:04.656" v="24512" actId="166"/>
          <ac:graphicFrameMkLst>
            <pc:docMk/>
            <pc:sldMk cId="3584729289" sldId="2004"/>
            <ac:graphicFrameMk id="33" creationId="{26F71F55-F28A-0A61-472D-14402201A9A6}"/>
          </ac:graphicFrameMkLst>
        </pc:graphicFrameChg>
        <pc:graphicFrameChg chg="ord">
          <ac:chgData name="한나 조" userId="65a288ce2c9026c1" providerId="LiveId" clId="{C15A6EEB-526C-46C9-82AA-A02ABBD41001}" dt="2026-07-06T01:33:04.656" v="24512" actId="166"/>
          <ac:graphicFrameMkLst>
            <pc:docMk/>
            <pc:sldMk cId="3584729289" sldId="2004"/>
            <ac:graphicFrameMk id="35" creationId="{ACD1A809-78AD-9EE5-F5BC-1C704697C81E}"/>
          </ac:graphicFrameMkLst>
        </pc:graphicFrameChg>
        <pc:graphicFrameChg chg="ord">
          <ac:chgData name="한나 조" userId="65a288ce2c9026c1" providerId="LiveId" clId="{C15A6EEB-526C-46C9-82AA-A02ABBD41001}" dt="2026-07-06T01:33:04.656" v="24512" actId="166"/>
          <ac:graphicFrameMkLst>
            <pc:docMk/>
            <pc:sldMk cId="3584729289" sldId="2004"/>
            <ac:graphicFrameMk id="37" creationId="{760B352E-9CBA-B281-B9FC-ECD86AB926C1}"/>
          </ac:graphicFrameMkLst>
        </pc:graphicFrameChg>
      </pc:sldChg>
      <pc:sldChg chg="addSp modSp add mod">
        <pc:chgData name="한나 조" userId="65a288ce2c9026c1" providerId="LiveId" clId="{C15A6EEB-526C-46C9-82AA-A02ABBD41001}" dt="2026-07-06T02:04:17.102" v="24600" actId="20577"/>
        <pc:sldMkLst>
          <pc:docMk/>
          <pc:sldMk cId="3967655499" sldId="2005"/>
        </pc:sldMkLst>
        <pc:spChg chg="mod ord">
          <ac:chgData name="한나 조" userId="65a288ce2c9026c1" providerId="LiveId" clId="{C15A6EEB-526C-46C9-82AA-A02ABBD41001}" dt="2026-07-06T02:03:40.994" v="24589" actId="166"/>
          <ac:spMkLst>
            <pc:docMk/>
            <pc:sldMk cId="3967655499" sldId="2005"/>
            <ac:spMk id="2" creationId="{5478EA8D-7ECA-B34E-A62E-6236381F5D39}"/>
          </ac:spMkLst>
        </pc:spChg>
        <pc:spChg chg="mod">
          <ac:chgData name="한나 조" userId="65a288ce2c9026c1" providerId="LiveId" clId="{C15A6EEB-526C-46C9-82AA-A02ABBD41001}" dt="2026-07-06T02:04:17.102" v="24600" actId="20577"/>
          <ac:spMkLst>
            <pc:docMk/>
            <pc:sldMk cId="3967655499" sldId="2005"/>
            <ac:spMk id="15" creationId="{2E0658A3-62D6-40B9-9A2A-38B9D58F0498}"/>
          </ac:spMkLst>
        </pc:spChg>
        <pc:spChg chg="add mod ord">
          <ac:chgData name="한나 조" userId="65a288ce2c9026c1" providerId="LiveId" clId="{C15A6EEB-526C-46C9-82AA-A02ABBD41001}" dt="2026-07-06T02:03:47.258" v="24590" actId="14100"/>
          <ac:spMkLst>
            <pc:docMk/>
            <pc:sldMk cId="3967655499" sldId="2005"/>
            <ac:spMk id="29" creationId="{EB7A6C3A-1CEB-67FD-E807-E9C52CD26776}"/>
          </ac:spMkLst>
        </pc:spChg>
      </pc:sldChg>
      <pc:sldChg chg="addSp modSp add mod">
        <pc:chgData name="한나 조" userId="65a288ce2c9026c1" providerId="LiveId" clId="{C15A6EEB-526C-46C9-82AA-A02ABBD41001}" dt="2026-07-06T02:07:29.766" v="24618" actId="166"/>
        <pc:sldMkLst>
          <pc:docMk/>
          <pc:sldMk cId="3135257394" sldId="2006"/>
        </pc:sldMkLst>
        <pc:spChg chg="mod ord">
          <ac:chgData name="한나 조" userId="65a288ce2c9026c1" providerId="LiveId" clId="{C15A6EEB-526C-46C9-82AA-A02ABBD41001}" dt="2026-07-06T02:07:29.766" v="24618" actId="166"/>
          <ac:spMkLst>
            <pc:docMk/>
            <pc:sldMk cId="3135257394" sldId="2006"/>
            <ac:spMk id="2" creationId="{43812D6F-68E1-E454-FAC5-380779A0C055}"/>
          </ac:spMkLst>
        </pc:spChg>
        <pc:spChg chg="mod">
          <ac:chgData name="한나 조" userId="65a288ce2c9026c1" providerId="LiveId" clId="{C15A6EEB-526C-46C9-82AA-A02ABBD41001}" dt="2026-07-06T02:06:41.746" v="24606" actId="20577"/>
          <ac:spMkLst>
            <pc:docMk/>
            <pc:sldMk cId="3135257394" sldId="2006"/>
            <ac:spMk id="15" creationId="{3B0993E7-C881-5791-9D8B-40C87426A810}"/>
          </ac:spMkLst>
        </pc:spChg>
        <pc:spChg chg="add mod ord">
          <ac:chgData name="한나 조" userId="65a288ce2c9026c1" providerId="LiveId" clId="{C15A6EEB-526C-46C9-82AA-A02ABBD41001}" dt="2026-07-06T02:07:29.766" v="24618" actId="166"/>
          <ac:spMkLst>
            <pc:docMk/>
            <pc:sldMk cId="3135257394" sldId="2006"/>
            <ac:spMk id="29" creationId="{D61EDEB2-A995-8F08-1AB4-9D5755B4F0CC}"/>
          </ac:spMkLst>
        </pc:spChg>
      </pc:sldChg>
      <pc:sldChg chg="add">
        <pc:chgData name="한나 조" userId="65a288ce2c9026c1" providerId="LiveId" clId="{C15A6EEB-526C-46C9-82AA-A02ABBD41001}" dt="2026-07-22T08:26:51.377" v="24701"/>
        <pc:sldMkLst>
          <pc:docMk/>
          <pc:sldMk cId="3024983942" sldId="2007"/>
        </pc:sldMkLst>
      </pc:sldChg>
      <pc:sldChg chg="add del ord">
        <pc:chgData name="한나 조" userId="65a288ce2c9026c1" providerId="LiveId" clId="{C15A6EEB-526C-46C9-82AA-A02ABBD41001}" dt="2026-07-22T08:50:02.353" v="24855" actId="47"/>
        <pc:sldMkLst>
          <pc:docMk/>
          <pc:sldMk cId="108077992" sldId="2008"/>
        </pc:sldMkLst>
      </pc:sldChg>
      <pc:sldChg chg="addSp delSp modSp add mod modClrScheme chgLayout">
        <pc:chgData name="한나 조" userId="65a288ce2c9026c1" providerId="LiveId" clId="{C15A6EEB-526C-46C9-82AA-A02ABBD41001}" dt="2026-07-22T08:49:06.848" v="24854" actId="22"/>
        <pc:sldMkLst>
          <pc:docMk/>
          <pc:sldMk cId="1781314241" sldId="2009"/>
        </pc:sldMkLst>
        <pc:spChg chg="add mod">
          <ac:chgData name="한나 조" userId="65a288ce2c9026c1" providerId="LiveId" clId="{C15A6EEB-526C-46C9-82AA-A02ABBD41001}" dt="2026-07-22T08:47:13.748" v="24799" actId="1036"/>
          <ac:spMkLst>
            <pc:docMk/>
            <pc:sldMk cId="1781314241" sldId="2009"/>
            <ac:spMk id="2" creationId="{2B12EA8B-424D-4922-9949-16FB0362BD8E}"/>
          </ac:spMkLst>
        </pc:spChg>
        <pc:spChg chg="mod topLvl">
          <ac:chgData name="한나 조" userId="65a288ce2c9026c1" providerId="LiveId" clId="{C15A6EEB-526C-46C9-82AA-A02ABBD41001}" dt="2026-07-22T08:37:34.222" v="24740" actId="165"/>
          <ac:spMkLst>
            <pc:docMk/>
            <pc:sldMk cId="1781314241" sldId="2009"/>
            <ac:spMk id="4" creationId="{54C355C4-DC08-0089-004E-255ECFBA36D0}"/>
          </ac:spMkLst>
        </pc:spChg>
        <pc:spChg chg="mod topLvl">
          <ac:chgData name="한나 조" userId="65a288ce2c9026c1" providerId="LiveId" clId="{C15A6EEB-526C-46C9-82AA-A02ABBD41001}" dt="2026-07-22T08:37:34.222" v="24740" actId="165"/>
          <ac:spMkLst>
            <pc:docMk/>
            <pc:sldMk cId="1781314241" sldId="2009"/>
            <ac:spMk id="5" creationId="{72D61B6E-39D0-196C-5A6D-AE882A9364DA}"/>
          </ac:spMkLst>
        </pc:spChg>
        <pc:spChg chg="mod topLvl">
          <ac:chgData name="한나 조" userId="65a288ce2c9026c1" providerId="LiveId" clId="{C15A6EEB-526C-46C9-82AA-A02ABBD41001}" dt="2026-07-22T08:37:34.222" v="24740" actId="165"/>
          <ac:spMkLst>
            <pc:docMk/>
            <pc:sldMk cId="1781314241" sldId="2009"/>
            <ac:spMk id="6" creationId="{E88CC8A7-5DF0-4F84-5DD6-9893551E977F}"/>
          </ac:spMkLst>
        </pc:spChg>
        <pc:spChg chg="mod topLvl">
          <ac:chgData name="한나 조" userId="65a288ce2c9026c1" providerId="LiveId" clId="{C15A6EEB-526C-46C9-82AA-A02ABBD41001}" dt="2026-07-22T08:37:52.882" v="24750" actId="1037"/>
          <ac:spMkLst>
            <pc:docMk/>
            <pc:sldMk cId="1781314241" sldId="2009"/>
            <ac:spMk id="7" creationId="{072EEF5F-C258-18F4-8E18-0BA774A3BDC5}"/>
          </ac:spMkLst>
        </pc:spChg>
        <pc:spChg chg="del">
          <ac:chgData name="한나 조" userId="65a288ce2c9026c1" providerId="LiveId" clId="{C15A6EEB-526C-46C9-82AA-A02ABBD41001}" dt="2026-07-22T08:47:49.597" v="24800" actId="478"/>
          <ac:spMkLst>
            <pc:docMk/>
            <pc:sldMk cId="1781314241" sldId="2009"/>
            <ac:spMk id="9" creationId="{951A0CC8-A118-31F2-1B5F-AF8074FA732B}"/>
          </ac:spMkLst>
        </pc:spChg>
        <pc:spChg chg="mod">
          <ac:chgData name="한나 조" userId="65a288ce2c9026c1" providerId="LiveId" clId="{C15A6EEB-526C-46C9-82AA-A02ABBD41001}" dt="2026-07-22T08:39:36.849" v="24782" actId="14100"/>
          <ac:spMkLst>
            <pc:docMk/>
            <pc:sldMk cId="1781314241" sldId="2009"/>
            <ac:spMk id="12" creationId="{6EBE39FC-65DB-6063-49DB-35F471475087}"/>
          </ac:spMkLst>
        </pc:spChg>
        <pc:spChg chg="mod">
          <ac:chgData name="한나 조" userId="65a288ce2c9026c1" providerId="LiveId" clId="{C15A6EEB-526C-46C9-82AA-A02ABBD41001}" dt="2026-07-22T08:36:46.270" v="24730"/>
          <ac:spMkLst>
            <pc:docMk/>
            <pc:sldMk cId="1781314241" sldId="2009"/>
            <ac:spMk id="13" creationId="{65B1AE73-5F14-5072-2290-76CAF0A609DA}"/>
          </ac:spMkLst>
        </pc:spChg>
        <pc:spChg chg="mod">
          <ac:chgData name="한나 조" userId="65a288ce2c9026c1" providerId="LiveId" clId="{C15A6EEB-526C-46C9-82AA-A02ABBD41001}" dt="2026-07-22T08:39:32.242" v="24781" actId="1035"/>
          <ac:spMkLst>
            <pc:docMk/>
            <pc:sldMk cId="1781314241" sldId="2009"/>
            <ac:spMk id="18" creationId="{5F67D15C-1AF4-EF06-D458-775C5D2C9415}"/>
          </ac:spMkLst>
        </pc:spChg>
        <pc:spChg chg="mod">
          <ac:chgData name="한나 조" userId="65a288ce2c9026c1" providerId="LiveId" clId="{C15A6EEB-526C-46C9-82AA-A02ABBD41001}" dt="2026-07-22T08:39:32.242" v="24781" actId="1035"/>
          <ac:spMkLst>
            <pc:docMk/>
            <pc:sldMk cId="1781314241" sldId="2009"/>
            <ac:spMk id="24" creationId="{788C341C-68A6-08B4-2C34-497207ECBB38}"/>
          </ac:spMkLst>
        </pc:spChg>
        <pc:spChg chg="mod">
          <ac:chgData name="한나 조" userId="65a288ce2c9026c1" providerId="LiveId" clId="{C15A6EEB-526C-46C9-82AA-A02ABBD41001}" dt="2026-07-22T08:36:46.270" v="24730"/>
          <ac:spMkLst>
            <pc:docMk/>
            <pc:sldMk cId="1781314241" sldId="2009"/>
            <ac:spMk id="25" creationId="{36755472-3CCE-329F-E55A-F4B7B15FC51C}"/>
          </ac:spMkLst>
        </pc:spChg>
        <pc:spChg chg="mod">
          <ac:chgData name="한나 조" userId="65a288ce2c9026c1" providerId="LiveId" clId="{C15A6EEB-526C-46C9-82AA-A02ABBD41001}" dt="2026-07-22T08:36:46.270" v="24730"/>
          <ac:spMkLst>
            <pc:docMk/>
            <pc:sldMk cId="1781314241" sldId="2009"/>
            <ac:spMk id="26" creationId="{FF02F557-7F41-F96B-7042-3D334BF1CBAC}"/>
          </ac:spMkLst>
        </pc:spChg>
        <pc:spChg chg="add del mod">
          <ac:chgData name="한나 조" userId="65a288ce2c9026c1" providerId="LiveId" clId="{C15A6EEB-526C-46C9-82AA-A02ABBD41001}" dt="2026-07-22T08:38:17.642" v="24753" actId="478"/>
          <ac:spMkLst>
            <pc:docMk/>
            <pc:sldMk cId="1781314241" sldId="2009"/>
            <ac:spMk id="28" creationId="{281A0437-3AA0-BD05-D0C7-0243765DF6D8}"/>
          </ac:spMkLst>
        </pc:spChg>
        <pc:spChg chg="add mod">
          <ac:chgData name="한나 조" userId="65a288ce2c9026c1" providerId="LiveId" clId="{C15A6EEB-526C-46C9-82AA-A02ABBD41001}" dt="2026-07-22T08:37:59.201" v="24751" actId="14100"/>
          <ac:spMkLst>
            <pc:docMk/>
            <pc:sldMk cId="1781314241" sldId="2009"/>
            <ac:spMk id="29" creationId="{E0F58524-D53E-DAA3-2AA8-FFAC6E4924B4}"/>
          </ac:spMkLst>
        </pc:spChg>
        <pc:spChg chg="add mod">
          <ac:chgData name="한나 조" userId="65a288ce2c9026c1" providerId="LiveId" clId="{C15A6EEB-526C-46C9-82AA-A02ABBD41001}" dt="2026-07-22T08:48:11.630" v="24849"/>
          <ac:spMkLst>
            <pc:docMk/>
            <pc:sldMk cId="1781314241" sldId="2009"/>
            <ac:spMk id="34" creationId="{EA0769AB-1E28-A446-3B18-1D8DBC0159E4}"/>
          </ac:spMkLst>
        </pc:spChg>
        <pc:spChg chg="add mod">
          <ac:chgData name="한나 조" userId="65a288ce2c9026c1" providerId="LiveId" clId="{C15A6EEB-526C-46C9-82AA-A02ABBD41001}" dt="2026-07-22T08:47:59.439" v="24832" actId="20577"/>
          <ac:spMkLst>
            <pc:docMk/>
            <pc:sldMk cId="1781314241" sldId="2009"/>
            <ac:spMk id="36" creationId="{49E25783-0CEC-A669-93CD-A53A9DEE8523}"/>
          </ac:spMkLst>
        </pc:spChg>
        <pc:spChg chg="add del">
          <ac:chgData name="한나 조" userId="65a288ce2c9026c1" providerId="LiveId" clId="{C15A6EEB-526C-46C9-82AA-A02ABBD41001}" dt="2026-07-22T08:48:27.289" v="24851" actId="22"/>
          <ac:spMkLst>
            <pc:docMk/>
            <pc:sldMk cId="1781314241" sldId="2009"/>
            <ac:spMk id="41" creationId="{9B35ABEE-2063-F52E-3AB6-F8815AADD204}"/>
          </ac:spMkLst>
        </pc:spChg>
        <pc:spChg chg="add">
          <ac:chgData name="한나 조" userId="65a288ce2c9026c1" providerId="LiveId" clId="{C15A6EEB-526C-46C9-82AA-A02ABBD41001}" dt="2026-07-22T08:49:06.848" v="24854" actId="22"/>
          <ac:spMkLst>
            <pc:docMk/>
            <pc:sldMk cId="1781314241" sldId="2009"/>
            <ac:spMk id="44" creationId="{E5209796-97F9-4E27-F2F7-8B6391BAEBC2}"/>
          </ac:spMkLst>
        </pc:spChg>
        <pc:grpChg chg="add del mod">
          <ac:chgData name="한나 조" userId="65a288ce2c9026c1" providerId="LiveId" clId="{C15A6EEB-526C-46C9-82AA-A02ABBD41001}" dt="2026-07-22T08:37:34.222" v="24740" actId="165"/>
          <ac:grpSpMkLst>
            <pc:docMk/>
            <pc:sldMk cId="1781314241" sldId="2009"/>
            <ac:grpSpMk id="3" creationId="{3DCEF24B-A0B1-5A0C-D5EF-DFC15687D87E}"/>
          </ac:grpSpMkLst>
        </pc:grpChg>
        <pc:grpChg chg="add mod">
          <ac:chgData name="한나 조" userId="65a288ce2c9026c1" providerId="LiveId" clId="{C15A6EEB-526C-46C9-82AA-A02ABBD41001}" dt="2026-07-22T08:36:56.725" v="24731" actId="1076"/>
          <ac:grpSpMkLst>
            <pc:docMk/>
            <pc:sldMk cId="1781314241" sldId="2009"/>
            <ac:grpSpMk id="11" creationId="{074E6EA6-2ECA-ED29-F72B-4514CFC2417B}"/>
          </ac:grpSpMkLst>
        </pc:grpChg>
        <pc:grpChg chg="mod">
          <ac:chgData name="한나 조" userId="65a288ce2c9026c1" providerId="LiveId" clId="{C15A6EEB-526C-46C9-82AA-A02ABBD41001}" dt="2026-07-22T08:47:02.125" v="24794" actId="1036"/>
          <ac:grpSpMkLst>
            <pc:docMk/>
            <pc:sldMk cId="1781314241" sldId="2009"/>
            <ac:grpSpMk id="55" creationId="{D881ADBC-79A9-A3E7-31F4-8AFB26EA89F8}"/>
          </ac:grpSpMkLst>
        </pc:grpChg>
        <pc:graphicFrameChg chg="add mod modGraphic">
          <ac:chgData name="한나 조" userId="65a288ce2c9026c1" providerId="LiveId" clId="{C15A6EEB-526C-46C9-82AA-A02ABBD41001}" dt="2026-07-22T08:37:52.882" v="24750" actId="1037"/>
          <ac:graphicFrameMkLst>
            <pc:docMk/>
            <pc:sldMk cId="1781314241" sldId="2009"/>
            <ac:graphicFrameMk id="10" creationId="{E75A895E-41F6-750E-28E8-6927C2DD2A4A}"/>
          </ac:graphicFrameMkLst>
        </pc:graphicFrameChg>
        <pc:graphicFrameChg chg="add mod modGraphic">
          <ac:chgData name="한나 조" userId="65a288ce2c9026c1" providerId="LiveId" clId="{C15A6EEB-526C-46C9-82AA-A02ABBD41001}" dt="2026-07-22T08:39:49.152" v="24786" actId="2063"/>
          <ac:graphicFrameMkLst>
            <pc:docMk/>
            <pc:sldMk cId="1781314241" sldId="2009"/>
            <ac:graphicFrameMk id="27" creationId="{52B74824-1BE7-266E-64BC-43151EEE5240}"/>
          </ac:graphicFrameMkLst>
        </pc:graphicFrameChg>
      </pc:sldChg>
      <pc:sldChg chg="addSp delSp modSp add mod">
        <pc:chgData name="한나 조" userId="65a288ce2c9026c1" providerId="LiveId" clId="{C15A6EEB-526C-46C9-82AA-A02ABBD41001}" dt="2026-07-22T08:51:44.794" v="24880" actId="14100"/>
        <pc:sldMkLst>
          <pc:docMk/>
          <pc:sldMk cId="1941753465" sldId="2010"/>
        </pc:sldMkLst>
        <pc:spChg chg="add">
          <ac:chgData name="한나 조" userId="65a288ce2c9026c1" providerId="LiveId" clId="{C15A6EEB-526C-46C9-82AA-A02ABBD41001}" dt="2026-07-22T08:50:19.330" v="24858" actId="22"/>
          <ac:spMkLst>
            <pc:docMk/>
            <pc:sldMk cId="1941753465" sldId="2010"/>
            <ac:spMk id="10" creationId="{63062EF9-68C5-21DA-0F83-857DFF874C34}"/>
          </ac:spMkLst>
        </pc:spChg>
        <pc:spChg chg="add mod">
          <ac:chgData name="한나 조" userId="65a288ce2c9026c1" providerId="LiveId" clId="{C15A6EEB-526C-46C9-82AA-A02ABBD41001}" dt="2026-07-22T08:51:44.794" v="24880" actId="14100"/>
          <ac:spMkLst>
            <pc:docMk/>
            <pc:sldMk cId="1941753465" sldId="2010"/>
            <ac:spMk id="12" creationId="{5881132B-A5CB-655B-FB63-7BC8E470630C}"/>
          </ac:spMkLst>
        </pc:spChg>
        <pc:spChg chg="add del mod">
          <ac:chgData name="한나 조" userId="65a288ce2c9026c1" providerId="LiveId" clId="{C15A6EEB-526C-46C9-82AA-A02ABBD41001}" dt="2026-07-22T08:51:29.420" v="24877" actId="478"/>
          <ac:spMkLst>
            <pc:docMk/>
            <pc:sldMk cId="1941753465" sldId="2010"/>
            <ac:spMk id="13" creationId="{E2EFB788-FD86-9AC9-DF9C-4D200455088C}"/>
          </ac:spMkLst>
        </pc:spChg>
        <pc:spChg chg="del mod">
          <ac:chgData name="한나 조" userId="65a288ce2c9026c1" providerId="LiveId" clId="{C15A6EEB-526C-46C9-82AA-A02ABBD41001}" dt="2026-07-22T08:51:31.459" v="24878" actId="478"/>
          <ac:spMkLst>
            <pc:docMk/>
            <pc:sldMk cId="1941753465" sldId="2010"/>
            <ac:spMk id="14" creationId="{4453F10C-3EAC-7A98-D5CB-3B4806569826}"/>
          </ac:spMkLst>
        </pc:spChg>
        <pc:spChg chg="mod">
          <ac:chgData name="한나 조" userId="65a288ce2c9026c1" providerId="LiveId" clId="{C15A6EEB-526C-46C9-82AA-A02ABBD41001}" dt="2026-07-22T08:51:10.950" v="24860"/>
          <ac:spMkLst>
            <pc:docMk/>
            <pc:sldMk cId="1941753465" sldId="2010"/>
            <ac:spMk id="16" creationId="{16314C76-5C4A-AA38-B2B0-28AE5B16D093}"/>
          </ac:spMkLst>
        </pc:spChg>
        <pc:spChg chg="mod">
          <ac:chgData name="한나 조" userId="65a288ce2c9026c1" providerId="LiveId" clId="{C15A6EEB-526C-46C9-82AA-A02ABBD41001}" dt="2026-07-22T08:51:10.950" v="24860"/>
          <ac:spMkLst>
            <pc:docMk/>
            <pc:sldMk cId="1941753465" sldId="2010"/>
            <ac:spMk id="17" creationId="{DDF0AD07-BE59-A04F-EBC5-D811E1F667AC}"/>
          </ac:spMkLst>
        </pc:spChg>
        <pc:spChg chg="add mod">
          <ac:chgData name="한나 조" userId="65a288ce2c9026c1" providerId="LiveId" clId="{C15A6EEB-526C-46C9-82AA-A02ABBD41001}" dt="2026-07-22T08:51:40.280" v="24879" actId="1076"/>
          <ac:spMkLst>
            <pc:docMk/>
            <pc:sldMk cId="1941753465" sldId="2010"/>
            <ac:spMk id="18" creationId="{AB6B2EC2-009C-ABA1-385F-F37E1357313D}"/>
          </ac:spMkLst>
        </pc:spChg>
        <pc:spChg chg="mod">
          <ac:chgData name="한나 조" userId="65a288ce2c9026c1" providerId="LiveId" clId="{C15A6EEB-526C-46C9-82AA-A02ABBD41001}" dt="2026-07-22T08:51:10.950" v="24860"/>
          <ac:spMkLst>
            <pc:docMk/>
            <pc:sldMk cId="1941753465" sldId="2010"/>
            <ac:spMk id="22" creationId="{2D7E0265-8B63-2A38-7A49-2AE4617446F6}"/>
          </ac:spMkLst>
        </pc:spChg>
        <pc:spChg chg="mod">
          <ac:chgData name="한나 조" userId="65a288ce2c9026c1" providerId="LiveId" clId="{C15A6EEB-526C-46C9-82AA-A02ABBD41001}" dt="2026-07-22T08:51:10.950" v="24860"/>
          <ac:spMkLst>
            <pc:docMk/>
            <pc:sldMk cId="1941753465" sldId="2010"/>
            <ac:spMk id="27" creationId="{A0416A94-510C-F8A2-2252-2D6F732D8474}"/>
          </ac:spMkLst>
        </pc:spChg>
        <pc:spChg chg="mod">
          <ac:chgData name="한나 조" userId="65a288ce2c9026c1" providerId="LiveId" clId="{C15A6EEB-526C-46C9-82AA-A02ABBD41001}" dt="2026-07-22T08:51:10.950" v="24860"/>
          <ac:spMkLst>
            <pc:docMk/>
            <pc:sldMk cId="1941753465" sldId="2010"/>
            <ac:spMk id="28" creationId="{E94D6CD0-5C05-1807-EF4A-757C65D30E8A}"/>
          </ac:spMkLst>
        </pc:spChg>
        <pc:spChg chg="mod">
          <ac:chgData name="한나 조" userId="65a288ce2c9026c1" providerId="LiveId" clId="{C15A6EEB-526C-46C9-82AA-A02ABBD41001}" dt="2026-07-22T08:51:10.950" v="24860"/>
          <ac:spMkLst>
            <pc:docMk/>
            <pc:sldMk cId="1941753465" sldId="2010"/>
            <ac:spMk id="29" creationId="{6E7B24E9-D083-CFF8-2483-E0B6CF671601}"/>
          </ac:spMkLst>
        </pc:spChg>
        <pc:spChg chg="mod">
          <ac:chgData name="한나 조" userId="65a288ce2c9026c1" providerId="LiveId" clId="{C15A6EEB-526C-46C9-82AA-A02ABBD41001}" dt="2026-07-22T08:51:40.280" v="24879" actId="1076"/>
          <ac:spMkLst>
            <pc:docMk/>
            <pc:sldMk cId="1941753465" sldId="2010"/>
            <ac:spMk id="30" creationId="{07074C15-1092-F9C6-6F5F-135DA205B6B8}"/>
          </ac:spMkLst>
        </pc:spChg>
        <pc:spChg chg="mod">
          <ac:chgData name="한나 조" userId="65a288ce2c9026c1" providerId="LiveId" clId="{C15A6EEB-526C-46C9-82AA-A02ABBD41001}" dt="2026-07-22T08:51:10.950" v="24860"/>
          <ac:spMkLst>
            <pc:docMk/>
            <pc:sldMk cId="1941753465" sldId="2010"/>
            <ac:spMk id="32" creationId="{DBE9999D-6E34-6F52-B66D-2845B52F6DEE}"/>
          </ac:spMkLst>
        </pc:spChg>
        <pc:spChg chg="mod">
          <ac:chgData name="한나 조" userId="65a288ce2c9026c1" providerId="LiveId" clId="{C15A6EEB-526C-46C9-82AA-A02ABBD41001}" dt="2026-07-22T08:51:40.280" v="24879" actId="1076"/>
          <ac:spMkLst>
            <pc:docMk/>
            <pc:sldMk cId="1941753465" sldId="2010"/>
            <ac:spMk id="37" creationId="{A62BC607-7A63-277A-2922-20F5B3439B66}"/>
          </ac:spMkLst>
        </pc:spChg>
        <pc:spChg chg="add mod">
          <ac:chgData name="한나 조" userId="65a288ce2c9026c1" providerId="LiveId" clId="{C15A6EEB-526C-46C9-82AA-A02ABBD41001}" dt="2026-07-22T08:51:40.280" v="24879" actId="1076"/>
          <ac:spMkLst>
            <pc:docMk/>
            <pc:sldMk cId="1941753465" sldId="2010"/>
            <ac:spMk id="38" creationId="{EC6603CA-6BEF-A4D5-008E-8E965CAD28CB}"/>
          </ac:spMkLst>
        </pc:spChg>
        <pc:spChg chg="add mod">
          <ac:chgData name="한나 조" userId="65a288ce2c9026c1" providerId="LiveId" clId="{C15A6EEB-526C-46C9-82AA-A02ABBD41001}" dt="2026-07-22T08:51:24.995" v="24876"/>
          <ac:spMkLst>
            <pc:docMk/>
            <pc:sldMk cId="1941753465" sldId="2010"/>
            <ac:spMk id="40" creationId="{AC4635C9-6B5D-0FB0-CE10-E8FD7269DA70}"/>
          </ac:spMkLst>
        </pc:spChg>
        <pc:spChg chg="del">
          <ac:chgData name="한나 조" userId="65a288ce2c9026c1" providerId="LiveId" clId="{C15A6EEB-526C-46C9-82AA-A02ABBD41001}" dt="2026-07-22T08:50:18.824" v="24857" actId="478"/>
          <ac:spMkLst>
            <pc:docMk/>
            <pc:sldMk cId="1941753465" sldId="2010"/>
            <ac:spMk id="337" creationId="{47A58C05-416B-D98D-1689-72B1F8C13B26}"/>
          </ac:spMkLst>
        </pc:spChg>
        <pc:spChg chg="del">
          <ac:chgData name="한나 조" userId="65a288ce2c9026c1" providerId="LiveId" clId="{C15A6EEB-526C-46C9-82AA-A02ABBD41001}" dt="2026-07-22T08:50:18.824" v="24857" actId="478"/>
          <ac:spMkLst>
            <pc:docMk/>
            <pc:sldMk cId="1941753465" sldId="2010"/>
            <ac:spMk id="338" creationId="{CA6F8356-D3B7-656C-B175-2DC39480AEF6}"/>
          </ac:spMkLst>
        </pc:spChg>
        <pc:grpChg chg="mod">
          <ac:chgData name="한나 조" userId="65a288ce2c9026c1" providerId="LiveId" clId="{C15A6EEB-526C-46C9-82AA-A02ABBD41001}" dt="2026-07-22T08:51:40.280" v="24879" actId="1076"/>
          <ac:grpSpMkLst>
            <pc:docMk/>
            <pc:sldMk cId="1941753465" sldId="2010"/>
            <ac:grpSpMk id="15" creationId="{354CD7BB-5FF4-9BA8-11E9-0C37E09177E2}"/>
          </ac:grpSpMkLst>
        </pc:grpChg>
        <pc:grpChg chg="mod">
          <ac:chgData name="한나 조" userId="65a288ce2c9026c1" providerId="LiveId" clId="{C15A6EEB-526C-46C9-82AA-A02ABBD41001}" dt="2026-07-22T08:51:40.280" v="24879" actId="1076"/>
          <ac:grpSpMkLst>
            <pc:docMk/>
            <pc:sldMk cId="1941753465" sldId="2010"/>
            <ac:grpSpMk id="19" creationId="{C74E24FC-EF49-70C5-0FB9-053E9FB8BED3}"/>
          </ac:grpSpMkLst>
        </pc:grpChg>
        <pc:grpChg chg="mod">
          <ac:chgData name="한나 조" userId="65a288ce2c9026c1" providerId="LiveId" clId="{C15A6EEB-526C-46C9-82AA-A02ABBD41001}" dt="2026-07-22T08:51:40.280" v="24879" actId="1076"/>
          <ac:grpSpMkLst>
            <pc:docMk/>
            <pc:sldMk cId="1941753465" sldId="2010"/>
            <ac:grpSpMk id="24" creationId="{303F8360-D8E1-8003-1AE2-DBF73269EF2E}"/>
          </ac:grpSpMkLst>
        </pc:grpChg>
        <pc:grpChg chg="mod">
          <ac:chgData name="한나 조" userId="65a288ce2c9026c1" providerId="LiveId" clId="{C15A6EEB-526C-46C9-82AA-A02ABBD41001}" dt="2026-07-22T08:51:40.280" v="24879" actId="1076"/>
          <ac:grpSpMkLst>
            <pc:docMk/>
            <pc:sldMk cId="1941753465" sldId="2010"/>
            <ac:grpSpMk id="31" creationId="{37C9DA8E-7930-F123-A172-ADC18F588A88}"/>
          </ac:grpSpMkLst>
        </pc:grpChg>
        <pc:graphicFrameChg chg="modGraphic">
          <ac:chgData name="한나 조" userId="65a288ce2c9026c1" providerId="LiveId" clId="{C15A6EEB-526C-46C9-82AA-A02ABBD41001}" dt="2026-07-22T08:50:27.106" v="24859" actId="6549"/>
          <ac:graphicFrameMkLst>
            <pc:docMk/>
            <pc:sldMk cId="1941753465" sldId="2010"/>
            <ac:graphicFrameMk id="8" creationId="{E254CFBA-BDE2-034E-9C2D-470D2C985BE6}"/>
          </ac:graphicFrameMkLst>
        </pc:graphicFrameChg>
      </pc:sldChg>
      <pc:sldMasterChg chg="modSldLayout">
        <pc:chgData name="한나 조" userId="65a288ce2c9026c1" providerId="LiveId" clId="{C15A6EEB-526C-46C9-82AA-A02ABBD41001}" dt="2026-06-26T08:42:27.760" v="280"/>
        <pc:sldMasterMkLst>
          <pc:docMk/>
          <pc:sldMasterMk cId="984248989" sldId="2147483648"/>
        </pc:sldMasterMkLst>
        <pc:sldLayoutChg chg="modSp">
          <pc:chgData name="한나 조" userId="65a288ce2c9026c1" providerId="LiveId" clId="{C15A6EEB-526C-46C9-82AA-A02ABBD41001}" dt="2026-06-26T08:42:27.760" v="280"/>
          <pc:sldLayoutMkLst>
            <pc:docMk/>
            <pc:sldMasterMk cId="984248989" sldId="2147483648"/>
            <pc:sldLayoutMk cId="2568038498" sldId="2147483672"/>
          </pc:sldLayoutMkLst>
          <pc:graphicFrameChg chg="mod">
            <ac:chgData name="한나 조" userId="65a288ce2c9026c1" providerId="LiveId" clId="{C15A6EEB-526C-46C9-82AA-A02ABBD41001}" dt="2026-06-26T08:42:27.760" v="280"/>
            <ac:graphicFrameMkLst>
              <pc:docMk/>
              <pc:sldMasterMk cId="984248989" sldId="2147483648"/>
              <pc:sldLayoutMk cId="2568038498" sldId="2147483672"/>
              <ac:graphicFrameMk id="18" creationId="{00000000-0000-0000-0000-000000000000}"/>
            </ac:graphicFrameMkLst>
          </pc:graphicFrame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099" cy="496967"/>
          </a:xfrm>
          <a:prstGeom prst="rect">
            <a:avLst/>
          </a:prstGeom>
        </p:spPr>
        <p:txBody>
          <a:bodyPr vert="horz" lIns="91550" tIns="45775" rIns="91550" bIns="45775" rtlCol="0"/>
          <a:lstStyle>
            <a:lvl1pPr algn="l">
              <a:defRPr sz="1200">
                <a:latin typeface="나눔바른고딕OTF" panose="02020603020101020101" pitchFamily="18" charset="-127"/>
                <a:ea typeface="나눔바른고딕OTF" panose="02020603020101020101" pitchFamily="18" charset="-127"/>
              </a:defRPr>
            </a:lvl1pPr>
          </a:lstStyle>
          <a:p>
            <a:endParaRPr lang="ko-KR" altLang="en-US"/>
          </a:p>
        </p:txBody>
      </p:sp>
      <p:sp>
        <p:nvSpPr>
          <p:cNvPr id="3" name="날짜 개체 틀 2"/>
          <p:cNvSpPr>
            <a:spLocks noGrp="1"/>
          </p:cNvSpPr>
          <p:nvPr>
            <p:ph type="dt" idx="1"/>
          </p:nvPr>
        </p:nvSpPr>
        <p:spPr>
          <a:xfrm>
            <a:off x="3854940" y="0"/>
            <a:ext cx="2949099" cy="496967"/>
          </a:xfrm>
          <a:prstGeom prst="rect">
            <a:avLst/>
          </a:prstGeom>
        </p:spPr>
        <p:txBody>
          <a:bodyPr vert="horz" lIns="91550" tIns="45775" rIns="91550" bIns="45775" rtlCol="0"/>
          <a:lstStyle>
            <a:lvl1pPr algn="r">
              <a:defRPr sz="1200">
                <a:latin typeface="나눔바른고딕OTF" panose="02020603020101020101" pitchFamily="18" charset="-127"/>
                <a:ea typeface="나눔바른고딕OTF" panose="02020603020101020101" pitchFamily="18" charset="-127"/>
              </a:defRPr>
            </a:lvl1pPr>
          </a:lstStyle>
          <a:p>
            <a:fld id="{837FE978-525B-492C-A161-211F20A599B5}" type="datetimeFigureOut">
              <a:rPr lang="ko-KR" altLang="en-US" smtClean="0"/>
              <a:pPr/>
              <a:t>2026-07-22</a:t>
            </a:fld>
            <a:endParaRPr lang="ko-KR" altLang="en-US"/>
          </a:p>
        </p:txBody>
      </p:sp>
      <p:sp>
        <p:nvSpPr>
          <p:cNvPr id="4" name="슬라이드 이미지 개체 틀 3"/>
          <p:cNvSpPr>
            <a:spLocks noGrp="1" noRot="1" noChangeAspect="1"/>
          </p:cNvSpPr>
          <p:nvPr>
            <p:ph type="sldImg" idx="2"/>
          </p:nvPr>
        </p:nvSpPr>
        <p:spPr>
          <a:xfrm>
            <a:off x="-128588" y="746125"/>
            <a:ext cx="7062788" cy="3727450"/>
          </a:xfrm>
          <a:prstGeom prst="rect">
            <a:avLst/>
          </a:prstGeom>
          <a:noFill/>
          <a:ln w="12700">
            <a:solidFill>
              <a:prstClr val="black"/>
            </a:solidFill>
          </a:ln>
        </p:spPr>
        <p:txBody>
          <a:bodyPr vert="horz" lIns="91550" tIns="45775" rIns="91550" bIns="45775" rtlCol="0" anchor="ctr"/>
          <a:lstStyle/>
          <a:p>
            <a:endParaRPr lang="ko-KR" altLang="en-US"/>
          </a:p>
        </p:txBody>
      </p:sp>
      <p:sp>
        <p:nvSpPr>
          <p:cNvPr id="5" name="슬라이드 노트 개체 틀 4"/>
          <p:cNvSpPr>
            <a:spLocks noGrp="1"/>
          </p:cNvSpPr>
          <p:nvPr>
            <p:ph type="body" sz="quarter" idx="3"/>
          </p:nvPr>
        </p:nvSpPr>
        <p:spPr>
          <a:xfrm>
            <a:off x="680562" y="4721186"/>
            <a:ext cx="5444490" cy="4472702"/>
          </a:xfrm>
          <a:prstGeom prst="rect">
            <a:avLst/>
          </a:prstGeom>
        </p:spPr>
        <p:txBody>
          <a:bodyPr vert="horz" lIns="91550" tIns="45775" rIns="91550" bIns="45775"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0" y="9440646"/>
            <a:ext cx="2949099" cy="496967"/>
          </a:xfrm>
          <a:prstGeom prst="rect">
            <a:avLst/>
          </a:prstGeom>
        </p:spPr>
        <p:txBody>
          <a:bodyPr vert="horz" lIns="91550" tIns="45775" rIns="91550" bIns="45775" rtlCol="0" anchor="b"/>
          <a:lstStyle>
            <a:lvl1pPr algn="l">
              <a:defRPr sz="1200">
                <a:latin typeface="나눔바른고딕OTF" panose="02020603020101020101" pitchFamily="18" charset="-127"/>
                <a:ea typeface="나눔바른고딕OTF" panose="02020603020101020101" pitchFamily="18" charset="-127"/>
              </a:defRPr>
            </a:lvl1pPr>
          </a:lstStyle>
          <a:p>
            <a:endParaRPr lang="ko-KR" altLang="en-US"/>
          </a:p>
        </p:txBody>
      </p:sp>
      <p:sp>
        <p:nvSpPr>
          <p:cNvPr id="7" name="슬라이드 번호 개체 틀 6"/>
          <p:cNvSpPr>
            <a:spLocks noGrp="1"/>
          </p:cNvSpPr>
          <p:nvPr>
            <p:ph type="sldNum" sz="quarter" idx="5"/>
          </p:nvPr>
        </p:nvSpPr>
        <p:spPr>
          <a:xfrm>
            <a:off x="3854940" y="9440646"/>
            <a:ext cx="2949099" cy="496967"/>
          </a:xfrm>
          <a:prstGeom prst="rect">
            <a:avLst/>
          </a:prstGeom>
        </p:spPr>
        <p:txBody>
          <a:bodyPr vert="horz" lIns="91550" tIns="45775" rIns="91550" bIns="45775" rtlCol="0" anchor="b"/>
          <a:lstStyle>
            <a:lvl1pPr algn="r">
              <a:defRPr sz="1200">
                <a:latin typeface="나눔바른고딕OTF" panose="02020603020101020101" pitchFamily="18" charset="-127"/>
                <a:ea typeface="나눔바른고딕OTF" panose="02020603020101020101" pitchFamily="18" charset="-127"/>
              </a:defRPr>
            </a:lvl1pPr>
          </a:lstStyle>
          <a:p>
            <a:fld id="{E6A907CB-4D8C-4DED-9538-486F5AB24BEC}" type="slidenum">
              <a:rPr lang="ko-KR" altLang="en-US" smtClean="0"/>
              <a:pPr/>
              <a:t>‹#›</a:t>
            </a:fld>
            <a:endParaRPr lang="ko-KR" altLang="en-US"/>
          </a:p>
        </p:txBody>
      </p:sp>
    </p:spTree>
    <p:extLst>
      <p:ext uri="{BB962C8B-B14F-4D97-AF65-F5344CB8AC3E}">
        <p14:creationId xmlns:p14="http://schemas.microsoft.com/office/powerpoint/2010/main" val="1277179012"/>
      </p:ext>
    </p:extLst>
  </p:cSld>
  <p:clrMap bg1="lt1" tx1="dk1" bg2="lt2" tx2="dk2" accent1="accent1" accent2="accent2" accent3="accent3" accent4="accent4" accent5="accent5" accent6="accent6" hlink="hlink" folHlink="folHlink"/>
  <p:notesStyle>
    <a:lvl1pPr marL="0"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1pPr>
    <a:lvl2pPr marL="598200"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2pPr>
    <a:lvl3pPr marL="1196401"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3pPr>
    <a:lvl4pPr marL="1794601"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4pPr>
    <a:lvl5pPr marL="2392802" algn="l" defTabSz="1196401" rtl="0" eaLnBrk="1" latinLnBrk="1" hangingPunct="1">
      <a:defRPr sz="1600" kern="1200">
        <a:solidFill>
          <a:schemeClr val="tx1"/>
        </a:solidFill>
        <a:latin typeface="나눔바른고딕OTF" panose="02020603020101020101" pitchFamily="18" charset="-127"/>
        <a:ea typeface="나눔바른고딕OTF" panose="02020603020101020101" pitchFamily="18" charset="-127"/>
        <a:cs typeface="+mn-cs"/>
      </a:defRPr>
    </a:lvl5pPr>
    <a:lvl6pPr marL="2991002" algn="l" defTabSz="1196401" rtl="0" eaLnBrk="1" latinLnBrk="1" hangingPunct="1">
      <a:defRPr sz="1600" kern="1200">
        <a:solidFill>
          <a:schemeClr val="tx1"/>
        </a:solidFill>
        <a:latin typeface="+mn-lt"/>
        <a:ea typeface="+mn-ea"/>
        <a:cs typeface="+mn-cs"/>
      </a:defRPr>
    </a:lvl6pPr>
    <a:lvl7pPr marL="3589203" algn="l" defTabSz="1196401" rtl="0" eaLnBrk="1" latinLnBrk="1" hangingPunct="1">
      <a:defRPr sz="1600" kern="1200">
        <a:solidFill>
          <a:schemeClr val="tx1"/>
        </a:solidFill>
        <a:latin typeface="+mn-lt"/>
        <a:ea typeface="+mn-ea"/>
        <a:cs typeface="+mn-cs"/>
      </a:defRPr>
    </a:lvl7pPr>
    <a:lvl8pPr marL="4187403" algn="l" defTabSz="1196401" rtl="0" eaLnBrk="1" latinLnBrk="1" hangingPunct="1">
      <a:defRPr sz="1600" kern="1200">
        <a:solidFill>
          <a:schemeClr val="tx1"/>
        </a:solidFill>
        <a:latin typeface="+mn-lt"/>
        <a:ea typeface="+mn-ea"/>
        <a:cs typeface="+mn-cs"/>
      </a:defRPr>
    </a:lvl8pPr>
    <a:lvl9pPr marL="4785604" algn="l" defTabSz="1196401" rtl="0" eaLnBrk="1" latinLnBrk="1"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9D590-265C-3DD3-C5B7-C3DF84C0690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6D91975-A3B8-CE31-2618-B25EFE2FC29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4734D-EF6C-0253-3ABD-1EEEC24A96B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60E86F8-3BC6-2803-76D4-75B036875295}"/>
              </a:ext>
            </a:extLst>
          </p:cNvPr>
          <p:cNvSpPr>
            <a:spLocks noGrp="1"/>
          </p:cNvSpPr>
          <p:nvPr>
            <p:ph type="sldNum" sz="quarter" idx="5"/>
          </p:nvPr>
        </p:nvSpPr>
        <p:spPr/>
        <p:txBody>
          <a:bodyPr/>
          <a:lstStyle/>
          <a:p>
            <a:fld id="{E6A907CB-4D8C-4DED-9538-486F5AB24BEC}" type="slidenum">
              <a:rPr lang="ko-KR" altLang="en-US" smtClean="0"/>
              <a:pPr/>
              <a:t>10</a:t>
            </a:fld>
            <a:endParaRPr lang="ko-KR" altLang="en-US"/>
          </a:p>
        </p:txBody>
      </p:sp>
    </p:spTree>
    <p:extLst>
      <p:ext uri="{BB962C8B-B14F-4D97-AF65-F5344CB8AC3E}">
        <p14:creationId xmlns:p14="http://schemas.microsoft.com/office/powerpoint/2010/main" val="650366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20EE7-3AEE-FACE-F1C4-2053B7E1816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58D5696-1743-8F4D-5220-907EB2B0AF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9EF0AE6-3FBB-EA58-796A-059CA1F5E02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A0EEA07-3ED9-764A-F98A-C0273DA0F33B}"/>
              </a:ext>
            </a:extLst>
          </p:cNvPr>
          <p:cNvSpPr>
            <a:spLocks noGrp="1"/>
          </p:cNvSpPr>
          <p:nvPr>
            <p:ph type="sldNum" sz="quarter" idx="5"/>
          </p:nvPr>
        </p:nvSpPr>
        <p:spPr/>
        <p:txBody>
          <a:bodyPr/>
          <a:lstStyle/>
          <a:p>
            <a:fld id="{E6A907CB-4D8C-4DED-9538-486F5AB24BEC}" type="slidenum">
              <a:rPr lang="ko-KR" altLang="en-US" smtClean="0"/>
              <a:pPr/>
              <a:t>11</a:t>
            </a:fld>
            <a:endParaRPr lang="ko-KR" altLang="en-US"/>
          </a:p>
        </p:txBody>
      </p:sp>
    </p:spTree>
    <p:extLst>
      <p:ext uri="{BB962C8B-B14F-4D97-AF65-F5344CB8AC3E}">
        <p14:creationId xmlns:p14="http://schemas.microsoft.com/office/powerpoint/2010/main" val="653298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03A6A-8ECC-617E-9A1C-EDD49DE2DFA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E55CB0C-2293-5449-A4AC-00E377CB0D9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CE0F613-1EC6-CF8F-633A-55A893B297F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37A2D59-FF0B-1389-8900-A26B4A06DC14}"/>
              </a:ext>
            </a:extLst>
          </p:cNvPr>
          <p:cNvSpPr>
            <a:spLocks noGrp="1"/>
          </p:cNvSpPr>
          <p:nvPr>
            <p:ph type="sldNum" sz="quarter" idx="5"/>
          </p:nvPr>
        </p:nvSpPr>
        <p:spPr/>
        <p:txBody>
          <a:bodyPr/>
          <a:lstStyle/>
          <a:p>
            <a:fld id="{E6A907CB-4D8C-4DED-9538-486F5AB24BEC}" type="slidenum">
              <a:rPr lang="ko-KR" altLang="en-US" smtClean="0"/>
              <a:pPr/>
              <a:t>12</a:t>
            </a:fld>
            <a:endParaRPr lang="ko-KR" altLang="en-US"/>
          </a:p>
        </p:txBody>
      </p:sp>
    </p:spTree>
    <p:extLst>
      <p:ext uri="{BB962C8B-B14F-4D97-AF65-F5344CB8AC3E}">
        <p14:creationId xmlns:p14="http://schemas.microsoft.com/office/powerpoint/2010/main" val="36520335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055C2-E325-5637-AA55-400603841B4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511ABE5-2BE5-FEEF-8341-172B8609CD7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3028467-E013-9A76-CEDA-A82B7CAFF1D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0773A11-3EB8-A3D6-497F-5D2314AF64CB}"/>
              </a:ext>
            </a:extLst>
          </p:cNvPr>
          <p:cNvSpPr>
            <a:spLocks noGrp="1"/>
          </p:cNvSpPr>
          <p:nvPr>
            <p:ph type="sldNum" sz="quarter" idx="5"/>
          </p:nvPr>
        </p:nvSpPr>
        <p:spPr/>
        <p:txBody>
          <a:bodyPr/>
          <a:lstStyle/>
          <a:p>
            <a:fld id="{E6A907CB-4D8C-4DED-9538-486F5AB24BEC}" type="slidenum">
              <a:rPr lang="ko-KR" altLang="en-US" smtClean="0"/>
              <a:pPr/>
              <a:t>13</a:t>
            </a:fld>
            <a:endParaRPr lang="ko-KR" altLang="en-US"/>
          </a:p>
        </p:txBody>
      </p:sp>
    </p:spTree>
    <p:extLst>
      <p:ext uri="{BB962C8B-B14F-4D97-AF65-F5344CB8AC3E}">
        <p14:creationId xmlns:p14="http://schemas.microsoft.com/office/powerpoint/2010/main" val="1669287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0C913-AAE8-8BAF-3CDB-C575D850EC3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4F7FB69-CD6C-A3CA-EA7B-9726B0F6C2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8076D2E-FEB9-0C76-AF78-74E6F1C2A86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87CDB68-1A07-8E55-B3EC-64D26D307608}"/>
              </a:ext>
            </a:extLst>
          </p:cNvPr>
          <p:cNvSpPr>
            <a:spLocks noGrp="1"/>
          </p:cNvSpPr>
          <p:nvPr>
            <p:ph type="sldNum" sz="quarter" idx="5"/>
          </p:nvPr>
        </p:nvSpPr>
        <p:spPr/>
        <p:txBody>
          <a:bodyPr/>
          <a:lstStyle/>
          <a:p>
            <a:fld id="{E6A907CB-4D8C-4DED-9538-486F5AB24BEC}" type="slidenum">
              <a:rPr lang="ko-KR" altLang="en-US" smtClean="0"/>
              <a:pPr/>
              <a:t>14</a:t>
            </a:fld>
            <a:endParaRPr lang="ko-KR" altLang="en-US"/>
          </a:p>
        </p:txBody>
      </p:sp>
    </p:spTree>
    <p:extLst>
      <p:ext uri="{BB962C8B-B14F-4D97-AF65-F5344CB8AC3E}">
        <p14:creationId xmlns:p14="http://schemas.microsoft.com/office/powerpoint/2010/main" val="2091241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285E5-EED6-0D13-04E0-A0820C142CD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BCE6DE2-4A33-B254-5DAE-BD30274901D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CFF704D-CDC5-3B0A-A0F1-1E5AE97D6BB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9FC96A4-90D2-6AD5-DB60-4B6A698A9AC8}"/>
              </a:ext>
            </a:extLst>
          </p:cNvPr>
          <p:cNvSpPr>
            <a:spLocks noGrp="1"/>
          </p:cNvSpPr>
          <p:nvPr>
            <p:ph type="sldNum" sz="quarter" idx="5"/>
          </p:nvPr>
        </p:nvSpPr>
        <p:spPr/>
        <p:txBody>
          <a:bodyPr/>
          <a:lstStyle/>
          <a:p>
            <a:fld id="{E6A907CB-4D8C-4DED-9538-486F5AB24BEC}" type="slidenum">
              <a:rPr lang="ko-KR" altLang="en-US" smtClean="0"/>
              <a:pPr/>
              <a:t>15</a:t>
            </a:fld>
            <a:endParaRPr lang="ko-KR" altLang="en-US"/>
          </a:p>
        </p:txBody>
      </p:sp>
    </p:spTree>
    <p:extLst>
      <p:ext uri="{BB962C8B-B14F-4D97-AF65-F5344CB8AC3E}">
        <p14:creationId xmlns:p14="http://schemas.microsoft.com/office/powerpoint/2010/main" val="2076026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9604F-EA5A-7FD1-03A0-58164D44556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42CCDBA-B725-A131-0DC1-F74797A3E2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3514925-EA58-8A92-1C50-44052E5F7D5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F74A837-0BD8-B29F-E07E-AD544ADED160}"/>
              </a:ext>
            </a:extLst>
          </p:cNvPr>
          <p:cNvSpPr>
            <a:spLocks noGrp="1"/>
          </p:cNvSpPr>
          <p:nvPr>
            <p:ph type="sldNum" sz="quarter" idx="5"/>
          </p:nvPr>
        </p:nvSpPr>
        <p:spPr/>
        <p:txBody>
          <a:bodyPr/>
          <a:lstStyle/>
          <a:p>
            <a:fld id="{E6A907CB-4D8C-4DED-9538-486F5AB24BEC}" type="slidenum">
              <a:rPr lang="ko-KR" altLang="en-US" smtClean="0"/>
              <a:pPr/>
              <a:t>16</a:t>
            </a:fld>
            <a:endParaRPr lang="ko-KR" altLang="en-US"/>
          </a:p>
        </p:txBody>
      </p:sp>
    </p:spTree>
    <p:extLst>
      <p:ext uri="{BB962C8B-B14F-4D97-AF65-F5344CB8AC3E}">
        <p14:creationId xmlns:p14="http://schemas.microsoft.com/office/powerpoint/2010/main" val="1507178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3C2E5-932A-39F3-CA20-E272EB1B55C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733558-2317-D683-DFA4-2C3A77C4654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DF7AA54-0730-035F-C100-C3639A62F81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291E025-1585-E815-7B9C-2C47D04E046A}"/>
              </a:ext>
            </a:extLst>
          </p:cNvPr>
          <p:cNvSpPr>
            <a:spLocks noGrp="1"/>
          </p:cNvSpPr>
          <p:nvPr>
            <p:ph type="sldNum" sz="quarter" idx="5"/>
          </p:nvPr>
        </p:nvSpPr>
        <p:spPr/>
        <p:txBody>
          <a:bodyPr/>
          <a:lstStyle/>
          <a:p>
            <a:fld id="{E6A907CB-4D8C-4DED-9538-486F5AB24BEC}" type="slidenum">
              <a:rPr lang="ko-KR" altLang="en-US" smtClean="0"/>
              <a:pPr/>
              <a:t>17</a:t>
            </a:fld>
            <a:endParaRPr lang="ko-KR" altLang="en-US"/>
          </a:p>
        </p:txBody>
      </p:sp>
    </p:spTree>
    <p:extLst>
      <p:ext uri="{BB962C8B-B14F-4D97-AF65-F5344CB8AC3E}">
        <p14:creationId xmlns:p14="http://schemas.microsoft.com/office/powerpoint/2010/main" val="333309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EA5BA-780E-7DCA-A837-53EFB3BF217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96EBC6C-47FC-B8F7-F385-CC8B9FFBC9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5AC4182-1DF6-3093-10C2-5A46D5AACF6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7DEEAFD-77E1-FC4C-1411-A40B4B0B8FB0}"/>
              </a:ext>
            </a:extLst>
          </p:cNvPr>
          <p:cNvSpPr>
            <a:spLocks noGrp="1"/>
          </p:cNvSpPr>
          <p:nvPr>
            <p:ph type="sldNum" sz="quarter" idx="5"/>
          </p:nvPr>
        </p:nvSpPr>
        <p:spPr/>
        <p:txBody>
          <a:bodyPr/>
          <a:lstStyle/>
          <a:p>
            <a:fld id="{E6A907CB-4D8C-4DED-9538-486F5AB24BEC}" type="slidenum">
              <a:rPr lang="ko-KR" altLang="en-US" smtClean="0"/>
              <a:pPr/>
              <a:t>18</a:t>
            </a:fld>
            <a:endParaRPr lang="ko-KR" altLang="en-US"/>
          </a:p>
        </p:txBody>
      </p:sp>
    </p:spTree>
    <p:extLst>
      <p:ext uri="{BB962C8B-B14F-4D97-AF65-F5344CB8AC3E}">
        <p14:creationId xmlns:p14="http://schemas.microsoft.com/office/powerpoint/2010/main" val="2914270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C7424-7A97-7C76-6BDF-CE06A897388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1A129DE-243E-8FE5-4BEE-5DD37FD9DFD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386A873-C786-6F98-FC9C-CAE35FF87B8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A0486FB-9B82-216E-EA27-567A2E70F215}"/>
              </a:ext>
            </a:extLst>
          </p:cNvPr>
          <p:cNvSpPr>
            <a:spLocks noGrp="1"/>
          </p:cNvSpPr>
          <p:nvPr>
            <p:ph type="sldNum" sz="quarter" idx="5"/>
          </p:nvPr>
        </p:nvSpPr>
        <p:spPr/>
        <p:txBody>
          <a:bodyPr/>
          <a:lstStyle/>
          <a:p>
            <a:fld id="{E6A907CB-4D8C-4DED-9538-486F5AB24BEC}" type="slidenum">
              <a:rPr lang="ko-KR" altLang="en-US" smtClean="0"/>
              <a:pPr/>
              <a:t>19</a:t>
            </a:fld>
            <a:endParaRPr lang="ko-KR" altLang="en-US"/>
          </a:p>
        </p:txBody>
      </p:sp>
    </p:spTree>
    <p:extLst>
      <p:ext uri="{BB962C8B-B14F-4D97-AF65-F5344CB8AC3E}">
        <p14:creationId xmlns:p14="http://schemas.microsoft.com/office/powerpoint/2010/main" val="24025477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5EA42-210C-4495-1C9E-4B53F4947EF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DDE0051-6095-80BD-B80F-3BEA9DE4BAB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FDE4A06-EFD8-EEBD-4C81-0F154E6F9A7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D91176C-C9C0-3CE6-C832-F934C489B58E}"/>
              </a:ext>
            </a:extLst>
          </p:cNvPr>
          <p:cNvSpPr>
            <a:spLocks noGrp="1"/>
          </p:cNvSpPr>
          <p:nvPr>
            <p:ph type="sldNum" sz="quarter" idx="5"/>
          </p:nvPr>
        </p:nvSpPr>
        <p:spPr/>
        <p:txBody>
          <a:bodyPr/>
          <a:lstStyle/>
          <a:p>
            <a:fld id="{E6A907CB-4D8C-4DED-9538-486F5AB24BEC}" type="slidenum">
              <a:rPr lang="ko-KR" altLang="en-US" smtClean="0"/>
              <a:pPr/>
              <a:t>20</a:t>
            </a:fld>
            <a:endParaRPr lang="ko-KR" altLang="en-US"/>
          </a:p>
        </p:txBody>
      </p:sp>
    </p:spTree>
    <p:extLst>
      <p:ext uri="{BB962C8B-B14F-4D97-AF65-F5344CB8AC3E}">
        <p14:creationId xmlns:p14="http://schemas.microsoft.com/office/powerpoint/2010/main" val="19833052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C252-6429-A97C-666B-BC58D5CDF1E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2606FF9-B00B-AC4B-28CF-E9415EB96A4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86EF7C1-AF88-84ED-087B-B15D40DD37B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6536C51-F77F-A659-A1A7-D252828A8123}"/>
              </a:ext>
            </a:extLst>
          </p:cNvPr>
          <p:cNvSpPr>
            <a:spLocks noGrp="1"/>
          </p:cNvSpPr>
          <p:nvPr>
            <p:ph type="sldNum" sz="quarter" idx="5"/>
          </p:nvPr>
        </p:nvSpPr>
        <p:spPr/>
        <p:txBody>
          <a:bodyPr/>
          <a:lstStyle/>
          <a:p>
            <a:fld id="{E6A907CB-4D8C-4DED-9538-486F5AB24BEC}" type="slidenum">
              <a:rPr lang="ko-KR" altLang="en-US" smtClean="0"/>
              <a:pPr/>
              <a:t>21</a:t>
            </a:fld>
            <a:endParaRPr lang="ko-KR" altLang="en-US"/>
          </a:p>
        </p:txBody>
      </p:sp>
    </p:spTree>
    <p:extLst>
      <p:ext uri="{BB962C8B-B14F-4D97-AF65-F5344CB8AC3E}">
        <p14:creationId xmlns:p14="http://schemas.microsoft.com/office/powerpoint/2010/main" val="3395244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CB3BF-938D-CFC8-16DE-A36F9F2B3B2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CA2331C-2B9E-953E-5A7A-F8DB5504DFD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EA84B30-7C01-BD30-BCA3-DB89A087E37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2386550-2C01-89FA-A4FE-40F51F91F371}"/>
              </a:ext>
            </a:extLst>
          </p:cNvPr>
          <p:cNvSpPr>
            <a:spLocks noGrp="1"/>
          </p:cNvSpPr>
          <p:nvPr>
            <p:ph type="sldNum" sz="quarter" idx="5"/>
          </p:nvPr>
        </p:nvSpPr>
        <p:spPr/>
        <p:txBody>
          <a:bodyPr/>
          <a:lstStyle/>
          <a:p>
            <a:fld id="{E6A907CB-4D8C-4DED-9538-486F5AB24BEC}" type="slidenum">
              <a:rPr lang="ko-KR" altLang="en-US" smtClean="0"/>
              <a:pPr/>
              <a:t>22</a:t>
            </a:fld>
            <a:endParaRPr lang="ko-KR" altLang="en-US"/>
          </a:p>
        </p:txBody>
      </p:sp>
    </p:spTree>
    <p:extLst>
      <p:ext uri="{BB962C8B-B14F-4D97-AF65-F5344CB8AC3E}">
        <p14:creationId xmlns:p14="http://schemas.microsoft.com/office/powerpoint/2010/main" val="2372186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43E99-253E-6D90-8703-09BC020C1CC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9BD1C39-B2B5-45BC-C907-E9FA0BDB50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B38DD39-788C-C3FA-C19F-1E96B42B937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D3AACE4-4367-7EF6-BCB9-0613E8B1C844}"/>
              </a:ext>
            </a:extLst>
          </p:cNvPr>
          <p:cNvSpPr>
            <a:spLocks noGrp="1"/>
          </p:cNvSpPr>
          <p:nvPr>
            <p:ph type="sldNum" sz="quarter" idx="5"/>
          </p:nvPr>
        </p:nvSpPr>
        <p:spPr/>
        <p:txBody>
          <a:bodyPr/>
          <a:lstStyle/>
          <a:p>
            <a:fld id="{E6A907CB-4D8C-4DED-9538-486F5AB24BEC}" type="slidenum">
              <a:rPr lang="ko-KR" altLang="en-US" smtClean="0"/>
              <a:pPr/>
              <a:t>29</a:t>
            </a:fld>
            <a:endParaRPr lang="ko-KR" altLang="en-US"/>
          </a:p>
        </p:txBody>
      </p:sp>
    </p:spTree>
    <p:extLst>
      <p:ext uri="{BB962C8B-B14F-4D97-AF65-F5344CB8AC3E}">
        <p14:creationId xmlns:p14="http://schemas.microsoft.com/office/powerpoint/2010/main" val="1806259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6E00E-4B75-E25A-1B26-EDFF24E009C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DEE0876-ACF5-3F0C-3B31-2EAFF7E5D21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79EC4BA-0F38-388D-0760-73242FF0536A}"/>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66250C3-E842-CD79-573E-AF88F93F06F3}"/>
              </a:ext>
            </a:extLst>
          </p:cNvPr>
          <p:cNvSpPr>
            <a:spLocks noGrp="1"/>
          </p:cNvSpPr>
          <p:nvPr>
            <p:ph type="sldNum" sz="quarter" idx="5"/>
          </p:nvPr>
        </p:nvSpPr>
        <p:spPr/>
        <p:txBody>
          <a:bodyPr/>
          <a:lstStyle/>
          <a:p>
            <a:fld id="{E6A907CB-4D8C-4DED-9538-486F5AB24BEC}" type="slidenum">
              <a:rPr lang="ko-KR" altLang="en-US" smtClean="0"/>
              <a:pPr/>
              <a:t>30</a:t>
            </a:fld>
            <a:endParaRPr lang="ko-KR" altLang="en-US"/>
          </a:p>
        </p:txBody>
      </p:sp>
    </p:spTree>
    <p:extLst>
      <p:ext uri="{BB962C8B-B14F-4D97-AF65-F5344CB8AC3E}">
        <p14:creationId xmlns:p14="http://schemas.microsoft.com/office/powerpoint/2010/main" val="159132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F524B-8BAC-478C-69EF-7A59D76230D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0D0F51E-B65E-F9BC-0055-352221F1C9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3BA088A-4586-4D99-1763-DF1ABAE9D99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F08F75E-B749-35B6-AB4A-1BD8C1DF713B}"/>
              </a:ext>
            </a:extLst>
          </p:cNvPr>
          <p:cNvSpPr>
            <a:spLocks noGrp="1"/>
          </p:cNvSpPr>
          <p:nvPr>
            <p:ph type="sldNum" sz="quarter" idx="5"/>
          </p:nvPr>
        </p:nvSpPr>
        <p:spPr/>
        <p:txBody>
          <a:bodyPr/>
          <a:lstStyle/>
          <a:p>
            <a:fld id="{E6A907CB-4D8C-4DED-9538-486F5AB24BEC}" type="slidenum">
              <a:rPr lang="ko-KR" altLang="en-US" smtClean="0"/>
              <a:pPr/>
              <a:t>31</a:t>
            </a:fld>
            <a:endParaRPr lang="ko-KR" altLang="en-US"/>
          </a:p>
        </p:txBody>
      </p:sp>
    </p:spTree>
    <p:extLst>
      <p:ext uri="{BB962C8B-B14F-4D97-AF65-F5344CB8AC3E}">
        <p14:creationId xmlns:p14="http://schemas.microsoft.com/office/powerpoint/2010/main" val="3000665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_표지">
    <p:spTree>
      <p:nvGrpSpPr>
        <p:cNvPr id="1" name=""/>
        <p:cNvGrpSpPr/>
        <p:nvPr/>
      </p:nvGrpSpPr>
      <p:grpSpPr>
        <a:xfrm>
          <a:off x="0" y="0"/>
          <a:ext cx="0" cy="0"/>
          <a:chOff x="0" y="0"/>
          <a:chExt cx="0" cy="0"/>
        </a:xfrm>
      </p:grpSpPr>
      <p:sp>
        <p:nvSpPr>
          <p:cNvPr id="2" name="Rectangle 2"/>
          <p:cNvSpPr>
            <a:spLocks noChangeArrowheads="1"/>
          </p:cNvSpPr>
          <p:nvPr userDrawn="1"/>
        </p:nvSpPr>
        <p:spPr bwMode="auto">
          <a:xfrm>
            <a:off x="5186363" y="2784475"/>
            <a:ext cx="857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6348"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3" name="Rectangle 17"/>
          <p:cNvSpPr>
            <a:spLocks noChangeArrowheads="1"/>
          </p:cNvSpPr>
          <p:nvPr userDrawn="1"/>
        </p:nvSpPr>
        <p:spPr bwMode="auto">
          <a:xfrm>
            <a:off x="5137150" y="2757488"/>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5" name="Rectangle 19"/>
          <p:cNvSpPr>
            <a:spLocks noChangeArrowheads="1"/>
          </p:cNvSpPr>
          <p:nvPr userDrawn="1"/>
        </p:nvSpPr>
        <p:spPr bwMode="auto">
          <a:xfrm>
            <a:off x="5137150" y="2686050"/>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7" name="Rectangle 29"/>
          <p:cNvSpPr>
            <a:spLocks noChangeArrowheads="1"/>
          </p:cNvSpPr>
          <p:nvPr userDrawn="1"/>
        </p:nvSpPr>
        <p:spPr bwMode="auto">
          <a:xfrm>
            <a:off x="5137150" y="1928813"/>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8" name="Rectangle 33"/>
          <p:cNvSpPr>
            <a:spLocks noChangeArrowheads="1"/>
          </p:cNvSpPr>
          <p:nvPr userDrawn="1"/>
        </p:nvSpPr>
        <p:spPr bwMode="auto">
          <a:xfrm>
            <a:off x="5184775" y="2667000"/>
            <a:ext cx="87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130134"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9" name="Rectangle 52"/>
          <p:cNvSpPr>
            <a:spLocks noChangeArrowheads="1"/>
          </p:cNvSpPr>
          <p:nvPr userDrawn="1"/>
        </p:nvSpPr>
        <p:spPr bwMode="auto">
          <a:xfrm>
            <a:off x="5137150" y="2708275"/>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cxnSp>
        <p:nvCxnSpPr>
          <p:cNvPr id="11" name="직선 연결선 4"/>
          <p:cNvCxnSpPr>
            <a:cxnSpLocks noChangeShapeType="1"/>
          </p:cNvCxnSpPr>
          <p:nvPr userDrawn="1"/>
        </p:nvCxnSpPr>
        <p:spPr bwMode="auto">
          <a:xfrm>
            <a:off x="1541463" y="20367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cxnSp>
        <p:nvCxnSpPr>
          <p:cNvPr id="12" name="직선 연결선 11"/>
          <p:cNvCxnSpPr>
            <a:cxnSpLocks noChangeShapeType="1"/>
          </p:cNvCxnSpPr>
          <p:nvPr userDrawn="1"/>
        </p:nvCxnSpPr>
        <p:spPr bwMode="auto">
          <a:xfrm>
            <a:off x="1565274" y="33448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sp>
        <p:nvSpPr>
          <p:cNvPr id="14" name="Rectangle 18" descr="C:\Documents and Settings\문미영\Local Settings\Temp\hunclip1\02\huntemp.files\img0001.bmp"/>
          <p:cNvSpPr>
            <a:spLocks noChangeArrowheads="1"/>
          </p:cNvSpPr>
          <p:nvPr userDrawn="1"/>
        </p:nvSpPr>
        <p:spPr bwMode="auto">
          <a:xfrm>
            <a:off x="7777113" y="1589088"/>
            <a:ext cx="3638847"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r"/>
            <a:r>
              <a:rPr lang="ko-KR" altLang="en-US" sz="1800" b="1" spc="-150" dirty="0">
                <a:latin typeface="맑은 고딕" pitchFamily="50" charset="-127"/>
                <a:ea typeface="맑은 고딕" pitchFamily="50" charset="-127"/>
              </a:rPr>
              <a:t>국민행복몰 </a:t>
            </a:r>
            <a:r>
              <a:rPr lang="en-US" altLang="ko-KR" sz="1800" b="1" spc="-150" dirty="0">
                <a:latin typeface="맑은 고딕" pitchFamily="50" charset="-127"/>
                <a:ea typeface="맑은 고딕" pitchFamily="50" charset="-127"/>
              </a:rPr>
              <a:t>UX/UI </a:t>
            </a:r>
            <a:r>
              <a:rPr lang="ko-KR" altLang="en-US" sz="1800" b="1" spc="-150" dirty="0">
                <a:latin typeface="맑은 고딕" pitchFamily="50" charset="-127"/>
                <a:ea typeface="맑은 고딕" pitchFamily="50" charset="-127"/>
              </a:rPr>
              <a:t>리뉴얼</a:t>
            </a:r>
            <a:endParaRPr lang="ko-KR" altLang="en-US" sz="1600" b="1" spc="-150" dirty="0">
              <a:latin typeface="맑은 고딕" pitchFamily="50" charset="-127"/>
              <a:ea typeface="맑은 고딕" pitchFamily="50" charset="-127"/>
            </a:endParaRPr>
          </a:p>
        </p:txBody>
      </p:sp>
      <p:sp>
        <p:nvSpPr>
          <p:cNvPr id="4" name="Rectangle 2"/>
          <p:cNvSpPr>
            <a:spLocks noChangeArrowheads="1"/>
          </p:cNvSpPr>
          <p:nvPr userDrawn="1"/>
        </p:nvSpPr>
        <p:spPr bwMode="auto">
          <a:xfrm>
            <a:off x="1541463" y="504055"/>
            <a:ext cx="129619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Tree>
    <p:extLst>
      <p:ext uri="{BB962C8B-B14F-4D97-AF65-F5344CB8AC3E}">
        <p14:creationId xmlns:p14="http://schemas.microsoft.com/office/powerpoint/2010/main" val="1629607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상세_화면">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sp>
        <p:nvSpPr>
          <p:cNvPr id="2" name="직사각형 1">
            <a:extLst>
              <a:ext uri="{FF2B5EF4-FFF2-40B4-BE49-F238E27FC236}">
                <a16:creationId xmlns:a16="http://schemas.microsoft.com/office/drawing/2014/main" id="{B80025A2-F119-40C2-8343-DC051F454DB1}"/>
              </a:ext>
            </a:extLst>
          </p:cNvPr>
          <p:cNvSpPr/>
          <p:nvPr userDrawn="1"/>
        </p:nvSpPr>
        <p:spPr>
          <a:xfrm>
            <a:off x="69715" y="652808"/>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A250DE5D-5AF8-4461-9791-2E74B4986559}"/>
              </a:ext>
            </a:extLst>
          </p:cNvPr>
          <p:cNvSpPr/>
          <p:nvPr userDrawn="1"/>
        </p:nvSpPr>
        <p:spPr>
          <a:xfrm>
            <a:off x="69715" y="6234763"/>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Footer</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graphicFrame>
        <p:nvGraphicFramePr>
          <p:cNvPr id="18" name="Group 56"/>
          <p:cNvGraphicFramePr>
            <a:graphicFrameLocks noGrp="1"/>
          </p:cNvGraphicFramePr>
          <p:nvPr userDrawn="1">
            <p:extLst>
              <p:ext uri="{D42A27DB-BD31-4B8C-83A1-F6EECF244321}">
                <p14:modId xmlns:p14="http://schemas.microsoft.com/office/powerpoint/2010/main" val="4154715884"/>
              </p:ext>
            </p:extLst>
          </p:nvPr>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Tree>
    <p:extLst>
      <p:ext uri="{BB962C8B-B14F-4D97-AF65-F5344CB8AC3E}">
        <p14:creationId xmlns:p14="http://schemas.microsoft.com/office/powerpoint/2010/main" val="1410992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1_상세_화면(푸터X)">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Tree>
    <p:extLst>
      <p:ext uri="{BB962C8B-B14F-4D97-AF65-F5344CB8AC3E}">
        <p14:creationId xmlns:p14="http://schemas.microsoft.com/office/powerpoint/2010/main" val="665038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상세_팝업">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sp>
        <p:nvSpPr>
          <p:cNvPr id="2" name="직사각형 1">
            <a:extLst>
              <a:ext uri="{FF2B5EF4-FFF2-40B4-BE49-F238E27FC236}">
                <a16:creationId xmlns:a16="http://schemas.microsoft.com/office/drawing/2014/main" id="{B80025A2-F119-40C2-8343-DC051F454DB1}"/>
              </a:ext>
            </a:extLst>
          </p:cNvPr>
          <p:cNvSpPr/>
          <p:nvPr userDrawn="1"/>
        </p:nvSpPr>
        <p:spPr>
          <a:xfrm>
            <a:off x="69715" y="652808"/>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16" name="직사각형 15">
            <a:extLst>
              <a:ext uri="{FF2B5EF4-FFF2-40B4-BE49-F238E27FC236}">
                <a16:creationId xmlns:a16="http://schemas.microsoft.com/office/drawing/2014/main" id="{A250DE5D-5AF8-4461-9791-2E74B4986559}"/>
              </a:ext>
            </a:extLst>
          </p:cNvPr>
          <p:cNvSpPr/>
          <p:nvPr userDrawn="1"/>
        </p:nvSpPr>
        <p:spPr>
          <a:xfrm>
            <a:off x="69715" y="6234763"/>
            <a:ext cx="9983154" cy="209842"/>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Footer</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graphicFrame>
        <p:nvGraphicFramePr>
          <p:cNvPr id="10" name="Group 56"/>
          <p:cNvGraphicFramePr>
            <a:graphicFrameLocks noGrp="1"/>
          </p:cNvGraphicFramePr>
          <p:nvPr userDrawn="1">
            <p:extLst>
              <p:ext uri="{D42A27DB-BD31-4B8C-83A1-F6EECF244321}">
                <p14:modId xmlns:p14="http://schemas.microsoft.com/office/powerpoint/2010/main" val="4192018725"/>
              </p:ext>
            </p:extLst>
          </p:nvPr>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ko-KR" altLang="en-US" sz="1000" b="0" i="0" u="none" strike="noStrike" cap="none" normalizeH="0" baseline="0" dirty="0">
                          <a:ln>
                            <a:noFill/>
                          </a:ln>
                          <a:solidFill>
                            <a:schemeClr val="tx1"/>
                          </a:solidFill>
                          <a:effectLst/>
                          <a:latin typeface="+mn-ea"/>
                          <a:ea typeface="+mn-ea"/>
                        </a:rPr>
                        <a:t>□화면 </a:t>
                      </a: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Tree>
    <p:extLst>
      <p:ext uri="{BB962C8B-B14F-4D97-AF65-F5344CB8AC3E}">
        <p14:creationId xmlns:p14="http://schemas.microsoft.com/office/powerpoint/2010/main" val="24145925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이어지는 화면">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64C99BEE-C43A-4E57-AD03-0CCDAB4C6F1C}"/>
              </a:ext>
            </a:extLst>
          </p:cNvPr>
          <p:cNvSpPr/>
          <p:nvPr userDrawn="1"/>
        </p:nvSpPr>
        <p:spPr>
          <a:xfrm>
            <a:off x="69715" y="179910"/>
            <a:ext cx="9983154" cy="6588732"/>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sp>
        <p:nvSpPr>
          <p:cNvPr id="16" name="직사각형 15">
            <a:extLst>
              <a:ext uri="{FF2B5EF4-FFF2-40B4-BE49-F238E27FC236}">
                <a16:creationId xmlns:a16="http://schemas.microsoft.com/office/drawing/2014/main" id="{CDA4721F-D41C-4181-B653-542A2248CB4E}"/>
              </a:ext>
            </a:extLst>
          </p:cNvPr>
          <p:cNvSpPr/>
          <p:nvPr userDrawn="1"/>
        </p:nvSpPr>
        <p:spPr>
          <a:xfrm>
            <a:off x="69715" y="0"/>
            <a:ext cx="9990652" cy="209842"/>
          </a:xfrm>
          <a:prstGeom prst="rect">
            <a:avLst/>
          </a:prstGeom>
          <a:solidFill>
            <a:schemeClr val="tx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900" dirty="0">
                <a:solidFill>
                  <a:schemeClr val="bg1"/>
                </a:solidFill>
                <a:latin typeface="+mn-ea"/>
                <a:ea typeface="+mn-ea"/>
              </a:rPr>
              <a:t>▲ 이전 페이지에서 이어짐</a:t>
            </a:r>
          </a:p>
        </p:txBody>
      </p:sp>
    </p:spTree>
    <p:extLst>
      <p:ext uri="{BB962C8B-B14F-4D97-AF65-F5344CB8AC3E}">
        <p14:creationId xmlns:p14="http://schemas.microsoft.com/office/powerpoint/2010/main" val="3055246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_개정이력">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354012" y="6372597"/>
            <a:ext cx="12240000" cy="0"/>
          </a:xfrm>
          <a:prstGeom prst="line">
            <a:avLst/>
          </a:prstGeom>
          <a:noFill/>
          <a:ln w="12700">
            <a:solidFill>
              <a:schemeClr val="tx1"/>
            </a:solidFill>
            <a:round/>
            <a:headEnd/>
            <a:tailEnd/>
          </a:ln>
        </p:spPr>
        <p:txBody>
          <a:bodyPr/>
          <a:lstStyle/>
          <a:p>
            <a:pPr>
              <a:defRPr/>
            </a:pPr>
            <a:endParaRPr lang="ko-KR" altLang="en-US"/>
          </a:p>
        </p:txBody>
      </p:sp>
      <p:sp>
        <p:nvSpPr>
          <p:cNvPr id="7" name="Line 52"/>
          <p:cNvSpPr>
            <a:spLocks noChangeShapeType="1"/>
          </p:cNvSpPr>
          <p:nvPr userDrawn="1"/>
        </p:nvSpPr>
        <p:spPr bwMode="auto">
          <a:xfrm flipV="1">
            <a:off x="393699" y="481013"/>
            <a:ext cx="12240000" cy="0"/>
          </a:xfrm>
          <a:prstGeom prst="line">
            <a:avLst/>
          </a:prstGeom>
          <a:noFill/>
          <a:ln w="57150" cmpd="thinThick">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ko-KR" altLang="en-US"/>
          </a:p>
        </p:txBody>
      </p:sp>
      <p:sp>
        <p:nvSpPr>
          <p:cNvPr id="8"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11" name="직사각형 10"/>
          <p:cNvSpPr/>
          <p:nvPr userDrawn="1"/>
        </p:nvSpPr>
        <p:spPr>
          <a:xfrm>
            <a:off x="276874" y="194453"/>
            <a:ext cx="1677062" cy="276999"/>
          </a:xfrm>
          <a:prstGeom prst="rect">
            <a:avLst/>
          </a:prstGeom>
        </p:spPr>
        <p:txBody>
          <a:bodyPr wrap="none">
            <a:spAutoFit/>
          </a:bodyPr>
          <a:lstStyle/>
          <a:p>
            <a:pPr algn="r"/>
            <a:r>
              <a:rPr lang="ko-KR" altLang="en-US" sz="1200" b="1" spc="-150" dirty="0">
                <a:latin typeface="맑은 고딕" pitchFamily="50" charset="-127"/>
                <a:ea typeface="+mn-ea"/>
              </a:rPr>
              <a:t>국민행복몰 </a:t>
            </a:r>
            <a:r>
              <a:rPr lang="en-US" altLang="ko-KR" sz="1200" b="1" spc="-150" dirty="0">
                <a:latin typeface="맑은 고딕" pitchFamily="50" charset="-127"/>
                <a:ea typeface="+mn-ea"/>
              </a:rPr>
              <a:t>UX/UI </a:t>
            </a:r>
            <a:r>
              <a:rPr lang="ko-KR" altLang="en-US" sz="1200" b="1" spc="-150" dirty="0">
                <a:latin typeface="맑은 고딕" pitchFamily="50" charset="-127"/>
                <a:ea typeface="+mn-ea"/>
              </a:rPr>
              <a:t>리뉴얼</a:t>
            </a:r>
            <a:endParaRPr lang="ko-KR" altLang="en-US" sz="1100" b="1" spc="-150" dirty="0">
              <a:latin typeface="맑은 고딕" pitchFamily="50" charset="-127"/>
              <a:ea typeface="+mn-ea"/>
            </a:endParaRPr>
          </a:p>
        </p:txBody>
      </p:sp>
    </p:spTree>
    <p:extLst>
      <p:ext uri="{BB962C8B-B14F-4D97-AF65-F5344CB8AC3E}">
        <p14:creationId xmlns:p14="http://schemas.microsoft.com/office/powerpoint/2010/main" val="3172006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_프로세스">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354012" y="6372597"/>
            <a:ext cx="12240000" cy="0"/>
          </a:xfrm>
          <a:prstGeom prst="line">
            <a:avLst/>
          </a:prstGeom>
          <a:noFill/>
          <a:ln w="12700">
            <a:solidFill>
              <a:schemeClr val="tx1"/>
            </a:solidFill>
            <a:round/>
            <a:headEnd/>
            <a:tailEnd/>
          </a:ln>
        </p:spPr>
        <p:txBody>
          <a:bodyPr/>
          <a:lstStyle/>
          <a:p>
            <a:pPr>
              <a:defRPr/>
            </a:pPr>
            <a:endParaRPr lang="ko-KR" altLang="en-US"/>
          </a:p>
        </p:txBody>
      </p:sp>
      <p:sp>
        <p:nvSpPr>
          <p:cNvPr id="7" name="Line 52"/>
          <p:cNvSpPr>
            <a:spLocks noChangeShapeType="1"/>
          </p:cNvSpPr>
          <p:nvPr userDrawn="1"/>
        </p:nvSpPr>
        <p:spPr bwMode="auto">
          <a:xfrm flipV="1">
            <a:off x="393699" y="481013"/>
            <a:ext cx="12240000" cy="0"/>
          </a:xfrm>
          <a:prstGeom prst="line">
            <a:avLst/>
          </a:prstGeom>
          <a:noFill/>
          <a:ln w="12700" cmpd="thinThick">
            <a:solidFill>
              <a:srgbClr val="000000"/>
            </a:solidFill>
            <a:round/>
            <a:headEnd/>
            <a:tailEnd/>
          </a:ln>
          <a:extLst>
            <a:ext uri="{909E8E84-426E-40DD-AFC4-6F175D3DCCD1}">
              <a14:hiddenFill xmlns:a14="http://schemas.microsoft.com/office/drawing/2010/main">
                <a:noFill/>
              </a14:hiddenFill>
            </a:ext>
          </a:extLst>
        </p:spPr>
        <p:txBody>
          <a:bodyPr wrap="none"/>
          <a:lstStyle/>
          <a:p>
            <a:endParaRPr lang="ko-KR" altLang="en-US"/>
          </a:p>
        </p:txBody>
      </p:sp>
      <p:sp>
        <p:nvSpPr>
          <p:cNvPr id="8"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Tree>
    <p:extLst>
      <p:ext uri="{BB962C8B-B14F-4D97-AF65-F5344CB8AC3E}">
        <p14:creationId xmlns:p14="http://schemas.microsoft.com/office/powerpoint/2010/main" val="2554964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모바일 0-0">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5"/>
            <a:ext cx="3444249" cy="576922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2F5D260-FF71-632E-DE1D-4D11D634C7FE}"/>
              </a:ext>
            </a:extLst>
          </p:cNvPr>
          <p:cNvSpPr/>
          <p:nvPr userDrawn="1"/>
        </p:nvSpPr>
        <p:spPr>
          <a:xfrm>
            <a:off x="156399" y="6205668"/>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lumMod val="85000"/>
                    <a:lumOff val="15000"/>
                  </a:schemeClr>
                </a:solidFill>
                <a:latin typeface="맑은 고딕" panose="020B0503020000020004" pitchFamily="50" charset="-127"/>
                <a:ea typeface="맑은 고딕" panose="020B0503020000020004" pitchFamily="50" charset="-127"/>
              </a:rPr>
              <a:t>TAB BAR</a:t>
            </a:r>
            <a:endParaRPr lang="ko-KR" altLang="en-US" sz="900" dirty="0">
              <a:solidFill>
                <a:schemeClr val="tx1">
                  <a:lumMod val="85000"/>
                  <a:lumOff val="1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493217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모바일 0-0팝업">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extLst>
              <p:ext uri="{D42A27DB-BD31-4B8C-83A1-F6EECF244321}">
                <p14:modId xmlns:p14="http://schemas.microsoft.com/office/powerpoint/2010/main" val="1992598457"/>
              </p:ext>
            </p:extLst>
          </p:nvPr>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ko-KR" altLang="en-US" sz="1000" b="0" i="0" u="none" strike="noStrike" cap="none" normalizeH="0" baseline="0" dirty="0">
                          <a:ln>
                            <a:noFill/>
                          </a:ln>
                          <a:solidFill>
                            <a:schemeClr val="tx1"/>
                          </a:solidFill>
                          <a:effectLst/>
                          <a:latin typeface="+mn-ea"/>
                          <a:ea typeface="+mn-ea"/>
                        </a:rPr>
                        <a:t>□화면  </a:t>
                      </a: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5"/>
            <a:ext cx="3444249" cy="576922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2F5D260-FF71-632E-DE1D-4D11D634C7FE}"/>
              </a:ext>
            </a:extLst>
          </p:cNvPr>
          <p:cNvSpPr/>
          <p:nvPr userDrawn="1"/>
        </p:nvSpPr>
        <p:spPr>
          <a:xfrm>
            <a:off x="156399" y="6205668"/>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lumMod val="85000"/>
                    <a:lumOff val="15000"/>
                  </a:schemeClr>
                </a:solidFill>
                <a:latin typeface="맑은 고딕" panose="020B0503020000020004" pitchFamily="50" charset="-127"/>
                <a:ea typeface="맑은 고딕" panose="020B0503020000020004" pitchFamily="50" charset="-127"/>
              </a:rPr>
              <a:t>TAB BAR</a:t>
            </a:r>
            <a:endParaRPr lang="ko-KR" altLang="en-US" sz="900" dirty="0">
              <a:solidFill>
                <a:schemeClr val="tx1">
                  <a:lumMod val="85000"/>
                  <a:lumOff val="1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568038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모바일 1-0">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19" name="Rectangle 7"/>
          <p:cNvSpPr>
            <a:spLocks noChangeArrowheads="1"/>
          </p:cNvSpPr>
          <p:nvPr userDrawn="1"/>
        </p:nvSpPr>
        <p:spPr bwMode="auto">
          <a:xfrm>
            <a:off x="5976913" y="6453188"/>
            <a:ext cx="1101725" cy="336550"/>
          </a:xfrm>
          <a:prstGeom prst="rect">
            <a:avLst/>
          </a:prstGeom>
          <a:noFill/>
          <a:ln w="12700">
            <a:noFill/>
            <a:miter lim="800000"/>
            <a:headEnd/>
            <a:tailEnd/>
          </a:ln>
        </p:spPr>
        <p:txBody>
          <a:bodyPr wrap="none" lIns="0" tIns="0" rIns="0" bIns="0" anchor="ctr"/>
          <a:lstStyle/>
          <a:p>
            <a:pPr algn="ctr" eaLnBrk="0" latinLnBrk="0" hangingPunct="0">
              <a:defRPr/>
            </a:pPr>
            <a:r>
              <a:rPr kumimoji="0" lang="en-US" altLang="ko-KR" sz="1000" dirty="0">
                <a:solidFill>
                  <a:srgbClr val="000066"/>
                </a:solidFill>
                <a:latin typeface="맑은 고딕" pitchFamily="50" charset="-127"/>
                <a:ea typeface="맑은 고딕" pitchFamily="50" charset="-127"/>
              </a:rPr>
              <a:t>- </a:t>
            </a:r>
            <a:fld id="{3DC15D61-A2E0-43CF-8DF1-8DBB9F7A7F5C}" type="slidenum">
              <a:rPr kumimoji="0" lang="ko-KR" altLang="en-GB" sz="1000" smtClean="0">
                <a:solidFill>
                  <a:srgbClr val="000066"/>
                </a:solidFill>
                <a:latin typeface="맑은 고딕" pitchFamily="50" charset="-127"/>
                <a:ea typeface="맑은 고딕" pitchFamily="50" charset="-127"/>
              </a:rPr>
              <a:pPr algn="ctr" eaLnBrk="0" latinLnBrk="0" hangingPunct="0">
                <a:defRPr/>
              </a:pPr>
              <a:t>‹#›</a:t>
            </a:fld>
            <a:r>
              <a:rPr kumimoji="0" lang="ko-KR" altLang="en-GB" sz="1000" dirty="0">
                <a:solidFill>
                  <a:srgbClr val="000066"/>
                </a:solidFill>
                <a:latin typeface="맑은 고딕" pitchFamily="50" charset="-127"/>
                <a:ea typeface="맑은 고딕" pitchFamily="50" charset="-127"/>
              </a:rPr>
              <a:t> </a:t>
            </a:r>
            <a:r>
              <a:rPr kumimoji="0" lang="en-US" altLang="ko-KR" sz="1000" dirty="0">
                <a:solidFill>
                  <a:srgbClr val="000066"/>
                </a:solidFill>
                <a:latin typeface="맑은 고딕" pitchFamily="50" charset="-127"/>
                <a:ea typeface="맑은 고딕" pitchFamily="50" charset="-127"/>
              </a:rPr>
              <a:t>-</a:t>
            </a:r>
            <a:endParaRPr kumimoji="0" lang="en-GB" altLang="ko-KR" sz="1000" dirty="0">
              <a:solidFill>
                <a:srgbClr val="000066"/>
              </a:solidFill>
              <a:latin typeface="맑은 고딕" pitchFamily="50" charset="-127"/>
              <a:ea typeface="맑은 고딕" pitchFamily="50" charset="-127"/>
            </a:endParaRPr>
          </a:p>
        </p:txBody>
      </p:sp>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5"/>
            <a:ext cx="3444249" cy="5769224"/>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018013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모바일 2">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순서도: 천공 테이프 46">
            <a:extLst>
              <a:ext uri="{FF2B5EF4-FFF2-40B4-BE49-F238E27FC236}">
                <a16:creationId xmlns:a16="http://schemas.microsoft.com/office/drawing/2014/main" id="{E7A76D64-047B-2361-6031-57BC28AEBAA6}"/>
              </a:ext>
            </a:extLst>
          </p:cNvPr>
          <p:cNvSpPr/>
          <p:nvPr userDrawn="1"/>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9D24C7C-E123-54D2-C23D-1E17D1B6A8AF}"/>
              </a:ext>
            </a:extLst>
          </p:cNvPr>
          <p:cNvSpPr/>
          <p:nvPr userDrawn="1"/>
        </p:nvSpPr>
        <p:spPr>
          <a:xfrm>
            <a:off x="3960689" y="652808"/>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Tree>
    <p:extLst>
      <p:ext uri="{BB962C8B-B14F-4D97-AF65-F5344CB8AC3E}">
        <p14:creationId xmlns:p14="http://schemas.microsoft.com/office/powerpoint/2010/main" val="332506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모바일 3-1">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순서도: 천공 테이프 46">
            <a:extLst>
              <a:ext uri="{FF2B5EF4-FFF2-40B4-BE49-F238E27FC236}">
                <a16:creationId xmlns:a16="http://schemas.microsoft.com/office/drawing/2014/main" id="{E7A76D64-047B-2361-6031-57BC28AEBAA6}"/>
              </a:ext>
            </a:extLst>
          </p:cNvPr>
          <p:cNvSpPr/>
          <p:nvPr userDrawn="1"/>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52" name="직사각형 51">
            <a:extLst>
              <a:ext uri="{FF2B5EF4-FFF2-40B4-BE49-F238E27FC236}">
                <a16:creationId xmlns:a16="http://schemas.microsoft.com/office/drawing/2014/main" id="{AC887C22-39C6-4F0F-F5CF-E0BAB99AB04C}"/>
              </a:ext>
            </a:extLst>
          </p:cNvPr>
          <p:cNvSpPr/>
          <p:nvPr userDrawn="1"/>
        </p:nvSpPr>
        <p:spPr>
          <a:xfrm>
            <a:off x="156400" y="655832"/>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a:solidFill>
                  <a:schemeClr val="tx1">
                    <a:lumMod val="85000"/>
                    <a:lumOff val="15000"/>
                  </a:schemeClr>
                </a:solidFill>
                <a:latin typeface="맑은 고딕" panose="020B0503020000020004" pitchFamily="50" charset="-127"/>
                <a:ea typeface="맑은 고딕" panose="020B0503020000020004" pitchFamily="50" charset="-127"/>
              </a:rPr>
              <a:t>Header &amp; GNB</a:t>
            </a:r>
            <a:endParaRPr lang="ko-KR" altLang="en-US" sz="900">
              <a:solidFill>
                <a:schemeClr val="tx1">
                  <a:lumMod val="85000"/>
                  <a:lumOff val="15000"/>
                </a:schemeClr>
              </a:solidFill>
              <a:latin typeface="맑은 고딕" panose="020B0503020000020004" pitchFamily="50" charset="-127"/>
              <a:ea typeface="맑은 고딕" panose="020B0503020000020004" pitchFamily="50" charset="-127"/>
            </a:endParaRPr>
          </a:p>
        </p:txBody>
      </p:sp>
      <p:sp>
        <p:nvSpPr>
          <p:cNvPr id="3" name="직사각형 2">
            <a:extLst>
              <a:ext uri="{FF2B5EF4-FFF2-40B4-BE49-F238E27FC236}">
                <a16:creationId xmlns:a16="http://schemas.microsoft.com/office/drawing/2014/main" id="{69D24C7C-E123-54D2-C23D-1E17D1B6A8AF}"/>
              </a:ext>
            </a:extLst>
          </p:cNvPr>
          <p:cNvSpPr/>
          <p:nvPr userDrawn="1"/>
        </p:nvSpPr>
        <p:spPr>
          <a:xfrm>
            <a:off x="3960689" y="652808"/>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 name="순서도: 천공 테이프 3">
            <a:extLst>
              <a:ext uri="{FF2B5EF4-FFF2-40B4-BE49-F238E27FC236}">
                <a16:creationId xmlns:a16="http://schemas.microsoft.com/office/drawing/2014/main" id="{11FC4A96-F484-9E35-8B76-2A2E2DB0FA96}"/>
              </a:ext>
            </a:extLst>
          </p:cNvPr>
          <p:cNvSpPr/>
          <p:nvPr userDrawn="1"/>
        </p:nvSpPr>
        <p:spPr>
          <a:xfrm>
            <a:off x="3960689"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다음 슬라이드 화면 이어서 ▼</a:t>
            </a:r>
          </a:p>
        </p:txBody>
      </p:sp>
    </p:spTree>
    <p:extLst>
      <p:ext uri="{BB962C8B-B14F-4D97-AF65-F5344CB8AC3E}">
        <p14:creationId xmlns:p14="http://schemas.microsoft.com/office/powerpoint/2010/main" val="2077173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모바일 3-2">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 name="순서도: 천공 테이프 5">
            <a:extLst>
              <a:ext uri="{FF2B5EF4-FFF2-40B4-BE49-F238E27FC236}">
                <a16:creationId xmlns:a16="http://schemas.microsoft.com/office/drawing/2014/main" id="{049AB28A-6AD6-4A37-119A-9EC0EAE43ACE}"/>
              </a:ext>
            </a:extLst>
          </p:cNvPr>
          <p:cNvSpPr/>
          <p:nvPr userDrawn="1"/>
        </p:nvSpPr>
        <p:spPr>
          <a:xfrm>
            <a:off x="156399" y="663920"/>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이전 슬라이드 화면 이어서 ▼</a:t>
            </a:r>
          </a:p>
        </p:txBody>
      </p:sp>
    </p:spTree>
    <p:extLst>
      <p:ext uri="{BB962C8B-B14F-4D97-AF65-F5344CB8AC3E}">
        <p14:creationId xmlns:p14="http://schemas.microsoft.com/office/powerpoint/2010/main" val="3050463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모바일 4-2">
    <p:spTree>
      <p:nvGrpSpPr>
        <p:cNvPr id="1" name=""/>
        <p:cNvGrpSpPr/>
        <p:nvPr/>
      </p:nvGrpSpPr>
      <p:grpSpPr>
        <a:xfrm>
          <a:off x="0" y="0"/>
          <a:ext cx="0" cy="0"/>
          <a:chOff x="0" y="0"/>
          <a:chExt cx="0" cy="0"/>
        </a:xfrm>
      </p:grpSpPr>
      <p:sp>
        <p:nvSpPr>
          <p:cNvPr id="23" name="Line 13"/>
          <p:cNvSpPr>
            <a:spLocks noChangeShapeType="1"/>
          </p:cNvSpPr>
          <p:nvPr userDrawn="1"/>
        </p:nvSpPr>
        <p:spPr bwMode="auto">
          <a:xfrm flipV="1">
            <a:off x="981076" y="298492"/>
            <a:ext cx="11898312" cy="0"/>
          </a:xfrm>
          <a:prstGeom prst="line">
            <a:avLst/>
          </a:prstGeom>
          <a:noFill/>
          <a:ln w="9525">
            <a:solidFill>
              <a:srgbClr val="DDDDDD"/>
            </a:solidFill>
            <a:round/>
            <a:headEnd/>
            <a:tailEnd/>
          </a:ln>
        </p:spPr>
        <p:txBody>
          <a:bodyPr lIns="91429" tIns="45715" rIns="91429" bIns="45715"/>
          <a:lstStyle/>
          <a:p>
            <a:endParaRPr lang="ko-KR" altLang="en-US" sz="900">
              <a:latin typeface="나눔바른고딕OTF" panose="02020603020101020101" pitchFamily="18" charset="-127"/>
              <a:ea typeface="나눔바른고딕OTF" panose="02020603020101020101" pitchFamily="18" charset="-127"/>
            </a:endParaRPr>
          </a:p>
        </p:txBody>
      </p:sp>
      <p:sp>
        <p:nvSpPr>
          <p:cNvPr id="5" name="직사각형 4">
            <a:extLst>
              <a:ext uri="{FF2B5EF4-FFF2-40B4-BE49-F238E27FC236}">
                <a16:creationId xmlns:a16="http://schemas.microsoft.com/office/drawing/2014/main" id="{64C99BEE-C43A-4E57-AD03-0CCDAB4C6F1C}"/>
              </a:ext>
            </a:extLst>
          </p:cNvPr>
          <p:cNvSpPr/>
          <p:nvPr userDrawn="1"/>
        </p:nvSpPr>
        <p:spPr>
          <a:xfrm>
            <a:off x="69715" y="652808"/>
            <a:ext cx="9983154" cy="580038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a:solidFill>
                <a:schemeClr val="tx1">
                  <a:lumMod val="85000"/>
                  <a:lumOff val="15000"/>
                </a:schemeClr>
              </a:solidFill>
              <a:latin typeface="나눔바른고딕OTF" panose="02020603020101020101" pitchFamily="18" charset="-127"/>
              <a:ea typeface="나눔바른고딕OTF" panose="02020603020101020101" pitchFamily="18" charset="-127"/>
            </a:endParaRPr>
          </a:p>
        </p:txBody>
      </p:sp>
      <p:graphicFrame>
        <p:nvGraphicFramePr>
          <p:cNvPr id="18" name="Group 56"/>
          <p:cNvGraphicFramePr>
            <a:graphicFrameLocks noGrp="1"/>
          </p:cNvGraphicFramePr>
          <p:nvPr userDrawn="1"/>
        </p:nvGraphicFramePr>
        <p:xfrm>
          <a:off x="79679" y="65857"/>
          <a:ext cx="12830427" cy="491932"/>
        </p:xfrm>
        <a:graphic>
          <a:graphicData uri="http://schemas.openxmlformats.org/drawingml/2006/table">
            <a:tbl>
              <a:tblPr/>
              <a:tblGrid>
                <a:gridCol w="1288722">
                  <a:extLst>
                    <a:ext uri="{9D8B030D-6E8A-4147-A177-3AD203B41FA5}">
                      <a16:colId xmlns:a16="http://schemas.microsoft.com/office/drawing/2014/main" val="20000"/>
                    </a:ext>
                  </a:extLst>
                </a:gridCol>
                <a:gridCol w="5832648">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2160240">
                  <a:extLst>
                    <a:ext uri="{9D8B030D-6E8A-4147-A177-3AD203B41FA5}">
                      <a16:colId xmlns:a16="http://schemas.microsoft.com/office/drawing/2014/main" val="20003"/>
                    </a:ext>
                  </a:extLst>
                </a:gridCol>
                <a:gridCol w="720080">
                  <a:extLst>
                    <a:ext uri="{9D8B030D-6E8A-4147-A177-3AD203B41FA5}">
                      <a16:colId xmlns:a16="http://schemas.microsoft.com/office/drawing/2014/main" val="20004"/>
                    </a:ext>
                  </a:extLst>
                </a:gridCol>
                <a:gridCol w="2108657">
                  <a:extLst>
                    <a:ext uri="{9D8B030D-6E8A-4147-A177-3AD203B41FA5}">
                      <a16:colId xmlns:a16="http://schemas.microsoft.com/office/drawing/2014/main" val="20005"/>
                    </a:ext>
                  </a:extLst>
                </a:gridCol>
              </a:tblGrid>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명</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a:t>
                      </a:r>
                      <a:r>
                        <a:rPr kumimoji="1" lang="en-US" altLang="ko-KR" sz="1000" b="1" i="0" u="none" strike="noStrike" cap="none" normalizeH="0" baseline="0" dirty="0">
                          <a:ln>
                            <a:noFill/>
                          </a:ln>
                          <a:solidFill>
                            <a:schemeClr val="tx1"/>
                          </a:solidFill>
                          <a:effectLst/>
                          <a:latin typeface="+mn-ea"/>
                          <a:ea typeface="+mn-ea"/>
                        </a:rPr>
                        <a:t>ID</a:t>
                      </a:r>
                      <a:endParaRPr kumimoji="1" lang="ko-KR" altLang="en-US" sz="1000" b="1"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작성일</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2139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1000" b="1" i="0" u="none" strike="noStrike" cap="none" normalizeH="0" baseline="0" dirty="0">
                          <a:ln>
                            <a:noFill/>
                          </a:ln>
                          <a:solidFill>
                            <a:schemeClr val="tx1"/>
                          </a:solidFill>
                          <a:effectLst/>
                          <a:latin typeface="+mn-ea"/>
                          <a:ea typeface="+mn-ea"/>
                        </a:rPr>
                        <a:t>UI </a:t>
                      </a:r>
                      <a:r>
                        <a:rPr kumimoji="1" lang="ko-KR" altLang="en-US" sz="1000" b="1" i="0" u="none" strike="noStrike" cap="none" normalizeH="0" baseline="0" dirty="0">
                          <a:ln>
                            <a:noFill/>
                          </a:ln>
                          <a:solidFill>
                            <a:schemeClr val="tx1"/>
                          </a:solidFill>
                          <a:effectLst/>
                          <a:latin typeface="+mn-ea"/>
                          <a:ea typeface="+mn-ea"/>
                        </a:rPr>
                        <a:t>경로</a:t>
                      </a:r>
                      <a:endParaRPr kumimoji="1" lang="en-US" altLang="ko-KR" sz="1000" b="1" i="0" u="none" strike="noStrike" cap="none" normalizeH="0" baseline="0" dirty="0">
                        <a:ln>
                          <a:noFill/>
                        </a:ln>
                        <a:solidFill>
                          <a:schemeClr val="tx1"/>
                        </a:solidFill>
                        <a:effectLst/>
                        <a:latin typeface="+mn-ea"/>
                        <a:ea typeface="+mn-ea"/>
                      </a:endParaRPr>
                    </a:p>
                  </a:txBody>
                  <a:tcPr marL="90000" marR="90000" marT="46783" marB="46783" anchor="ctr" anchorCtr="1"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1000" b="1" i="0" u="none" strike="noStrike" cap="none" normalizeH="0" baseline="0" dirty="0">
                          <a:ln>
                            <a:noFill/>
                          </a:ln>
                          <a:solidFill>
                            <a:schemeClr val="tx1"/>
                          </a:solidFill>
                          <a:effectLst/>
                          <a:latin typeface="+mn-ea"/>
                          <a:ea typeface="+mn-ea"/>
                        </a:rPr>
                        <a:t>UI</a:t>
                      </a:r>
                      <a:r>
                        <a:rPr kumimoji="1" lang="ko-KR" altLang="en-US" sz="1000" b="1" i="0" u="none" strike="noStrike" cap="none" normalizeH="0" baseline="0" dirty="0">
                          <a:ln>
                            <a:noFill/>
                          </a:ln>
                          <a:solidFill>
                            <a:schemeClr val="tx1"/>
                          </a:solidFill>
                          <a:effectLst/>
                          <a:latin typeface="+mn-ea"/>
                          <a:ea typeface="+mn-ea"/>
                        </a:rPr>
                        <a:t> 유형</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D9D9D9"/>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defRPr/>
                      </a:pPr>
                      <a:r>
                        <a:rPr kumimoji="1" lang="en-US" altLang="ko-KR" sz="1000" b="0" i="0" u="none" strike="noStrike" cap="none" normalizeH="0" baseline="0" dirty="0">
                          <a:ln>
                            <a:noFill/>
                          </a:ln>
                          <a:solidFill>
                            <a:schemeClr val="tx1"/>
                          </a:solidFill>
                          <a:effectLst/>
                          <a:latin typeface="+mn-ea"/>
                          <a:ea typeface="+mn-ea"/>
                        </a:rPr>
                        <a:t>■</a:t>
                      </a:r>
                      <a:r>
                        <a:rPr kumimoji="1" lang="ko-KR" altLang="en-US" sz="1000" b="0" i="0" u="none" strike="noStrike" cap="none" normalizeH="0" baseline="0" dirty="0">
                          <a:ln>
                            <a:noFill/>
                          </a:ln>
                          <a:solidFill>
                            <a:schemeClr val="tx1"/>
                          </a:solidFill>
                          <a:effectLst/>
                          <a:latin typeface="+mn-ea"/>
                          <a:ea typeface="+mn-ea"/>
                        </a:rPr>
                        <a:t>화면  □팝업</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1000" b="1" i="0" u="none" strike="noStrike" cap="none" normalizeH="0" baseline="0" dirty="0">
                          <a:ln>
                            <a:noFill/>
                          </a:ln>
                          <a:solidFill>
                            <a:schemeClr val="tx1"/>
                          </a:solidFill>
                          <a:effectLst/>
                          <a:latin typeface="+mn-ea"/>
                          <a:ea typeface="+mn-ea"/>
                        </a:rPr>
                        <a:t>작성자</a:t>
                      </a: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en-US" sz="1000" b="0" i="0" u="none" strike="noStrike" cap="none" normalizeH="0" baseline="0" dirty="0">
                        <a:ln>
                          <a:noFill/>
                        </a:ln>
                        <a:solidFill>
                          <a:schemeClr val="tx1"/>
                        </a:solidFill>
                        <a:effectLst/>
                        <a:latin typeface="+mn-ea"/>
                        <a:ea typeface="+mn-ea"/>
                      </a:endParaRPr>
                    </a:p>
                  </a:txBody>
                  <a:tcPr marL="90000" marR="90000" marT="46783" marB="46783"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247278"/>
                  </a:ext>
                </a:extLst>
              </a:tr>
            </a:tbl>
          </a:graphicData>
        </a:graphic>
      </p:graphicFrame>
      <p:sp>
        <p:nvSpPr>
          <p:cNvPr id="46" name="직사각형 45">
            <a:extLst>
              <a:ext uri="{FF2B5EF4-FFF2-40B4-BE49-F238E27FC236}">
                <a16:creationId xmlns:a16="http://schemas.microsoft.com/office/drawing/2014/main" id="{26726F93-3F69-5265-B97D-561F16160AC8}"/>
              </a:ext>
            </a:extLst>
          </p:cNvPr>
          <p:cNvSpPr/>
          <p:nvPr userDrawn="1"/>
        </p:nvSpPr>
        <p:spPr>
          <a:xfrm>
            <a:off x="156400" y="683964"/>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순서도: 천공 테이프 46">
            <a:extLst>
              <a:ext uri="{FF2B5EF4-FFF2-40B4-BE49-F238E27FC236}">
                <a16:creationId xmlns:a16="http://schemas.microsoft.com/office/drawing/2014/main" id="{E7A76D64-047B-2361-6031-57BC28AEBAA6}"/>
              </a:ext>
            </a:extLst>
          </p:cNvPr>
          <p:cNvSpPr/>
          <p:nvPr userDrawn="1"/>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3" name="직사각형 2">
            <a:extLst>
              <a:ext uri="{FF2B5EF4-FFF2-40B4-BE49-F238E27FC236}">
                <a16:creationId xmlns:a16="http://schemas.microsoft.com/office/drawing/2014/main" id="{69D24C7C-E123-54D2-C23D-1E17D1B6A8AF}"/>
              </a:ext>
            </a:extLst>
          </p:cNvPr>
          <p:cNvSpPr/>
          <p:nvPr userDrawn="1"/>
        </p:nvSpPr>
        <p:spPr>
          <a:xfrm>
            <a:off x="3960689" y="652808"/>
            <a:ext cx="3444249" cy="6156573"/>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 name="순서도: 천공 테이프 5">
            <a:extLst>
              <a:ext uri="{FF2B5EF4-FFF2-40B4-BE49-F238E27FC236}">
                <a16:creationId xmlns:a16="http://schemas.microsoft.com/office/drawing/2014/main" id="{049AB28A-6AD6-4A37-119A-9EC0EAE43ACE}"/>
              </a:ext>
            </a:extLst>
          </p:cNvPr>
          <p:cNvSpPr/>
          <p:nvPr userDrawn="1"/>
        </p:nvSpPr>
        <p:spPr>
          <a:xfrm>
            <a:off x="156399" y="663920"/>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이전 슬라이드 화면 이어서 ▼</a:t>
            </a:r>
          </a:p>
        </p:txBody>
      </p:sp>
    </p:spTree>
    <p:extLst>
      <p:ext uri="{BB962C8B-B14F-4D97-AF65-F5344CB8AC3E}">
        <p14:creationId xmlns:p14="http://schemas.microsoft.com/office/powerpoint/2010/main" val="1553991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648097" y="273940"/>
            <a:ext cx="11665745" cy="1140090"/>
          </a:xfrm>
          <a:prstGeom prst="rect">
            <a:avLst/>
          </a:prstGeom>
        </p:spPr>
        <p:txBody>
          <a:bodyPr vert="horz" lIns="119640" tIns="59820" rIns="119640" bIns="598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648097" y="1596127"/>
            <a:ext cx="11665745" cy="4514439"/>
          </a:xfrm>
          <a:prstGeom prst="rect">
            <a:avLst/>
          </a:prstGeom>
        </p:spPr>
        <p:txBody>
          <a:bodyPr vert="horz" lIns="119640" tIns="59820" rIns="119640" bIns="598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648097" y="6340166"/>
            <a:ext cx="3024453" cy="364196"/>
          </a:xfrm>
          <a:prstGeom prst="rect">
            <a:avLst/>
          </a:prstGeom>
        </p:spPr>
        <p:txBody>
          <a:bodyPr vert="horz" lIns="119640" tIns="59820" rIns="119640" bIns="59820" rtlCol="0" anchor="ctr"/>
          <a:lstStyle>
            <a:lvl1pPr algn="l">
              <a:defRPr sz="1600">
                <a:solidFill>
                  <a:schemeClr val="tx1">
                    <a:tint val="75000"/>
                  </a:schemeClr>
                </a:solidFill>
                <a:latin typeface="나눔바른고딕OTF" panose="02020603020101020101" pitchFamily="18" charset="-127"/>
                <a:ea typeface="나눔바른고딕OTF" panose="02020603020101020101" pitchFamily="18" charset="-127"/>
              </a:defRPr>
            </a:lvl1pPr>
          </a:lstStyle>
          <a:p>
            <a:fld id="{3060C5D1-7B09-411C-8CF0-9B89373D44EF}" type="datetimeFigureOut">
              <a:rPr lang="ko-KR" altLang="en-US" smtClean="0"/>
              <a:pPr/>
              <a:t>2026-07-22</a:t>
            </a:fld>
            <a:endParaRPr lang="ko-KR" altLang="en-US"/>
          </a:p>
        </p:txBody>
      </p:sp>
      <p:sp>
        <p:nvSpPr>
          <p:cNvPr id="5" name="바닥글 개체 틀 4"/>
          <p:cNvSpPr>
            <a:spLocks noGrp="1"/>
          </p:cNvSpPr>
          <p:nvPr>
            <p:ph type="ftr" sz="quarter" idx="3"/>
          </p:nvPr>
        </p:nvSpPr>
        <p:spPr>
          <a:xfrm>
            <a:off x="4428664" y="6340166"/>
            <a:ext cx="4104614" cy="364196"/>
          </a:xfrm>
          <a:prstGeom prst="rect">
            <a:avLst/>
          </a:prstGeom>
        </p:spPr>
        <p:txBody>
          <a:bodyPr vert="horz" lIns="119640" tIns="59820" rIns="119640" bIns="59820" rtlCol="0" anchor="ctr"/>
          <a:lstStyle>
            <a:lvl1pPr algn="ctr">
              <a:defRPr sz="1600">
                <a:solidFill>
                  <a:schemeClr val="tx1">
                    <a:tint val="75000"/>
                  </a:schemeClr>
                </a:solidFill>
                <a:latin typeface="나눔바른고딕OTF" panose="02020603020101020101" pitchFamily="18" charset="-127"/>
                <a:ea typeface="나눔바른고딕OTF" panose="02020603020101020101" pitchFamily="18" charset="-127"/>
              </a:defRPr>
            </a:lvl1pPr>
          </a:lstStyle>
          <a:p>
            <a:endParaRPr lang="ko-KR" altLang="en-US"/>
          </a:p>
        </p:txBody>
      </p:sp>
      <p:sp>
        <p:nvSpPr>
          <p:cNvPr id="6" name="슬라이드 번호 개체 틀 5"/>
          <p:cNvSpPr>
            <a:spLocks noGrp="1"/>
          </p:cNvSpPr>
          <p:nvPr>
            <p:ph type="sldNum" sz="quarter" idx="4"/>
          </p:nvPr>
        </p:nvSpPr>
        <p:spPr>
          <a:xfrm>
            <a:off x="9289389" y="6340166"/>
            <a:ext cx="3024453" cy="364196"/>
          </a:xfrm>
          <a:prstGeom prst="rect">
            <a:avLst/>
          </a:prstGeom>
        </p:spPr>
        <p:txBody>
          <a:bodyPr vert="horz" lIns="119640" tIns="59820" rIns="119640" bIns="59820" rtlCol="0" anchor="ctr"/>
          <a:lstStyle>
            <a:lvl1pPr algn="r">
              <a:defRPr sz="1600">
                <a:solidFill>
                  <a:schemeClr val="tx1">
                    <a:tint val="75000"/>
                  </a:schemeClr>
                </a:solidFill>
                <a:latin typeface="나눔바른고딕OTF" panose="02020603020101020101" pitchFamily="18" charset="-127"/>
                <a:ea typeface="나눔바른고딕OTF" panose="02020603020101020101" pitchFamily="18" charset="-127"/>
              </a:defRPr>
            </a:lvl1pPr>
          </a:lstStyle>
          <a:p>
            <a:fld id="{CB5ACB83-5835-4531-BD23-0222CD1EFBA9}" type="slidenum">
              <a:rPr lang="ko-KR" altLang="en-US" smtClean="0"/>
              <a:pPr/>
              <a:t>‹#›</a:t>
            </a:fld>
            <a:endParaRPr lang="ko-KR" altLang="en-US"/>
          </a:p>
        </p:txBody>
      </p:sp>
    </p:spTree>
    <p:extLst>
      <p:ext uri="{BB962C8B-B14F-4D97-AF65-F5344CB8AC3E}">
        <p14:creationId xmlns:p14="http://schemas.microsoft.com/office/powerpoint/2010/main" val="984248989"/>
      </p:ext>
    </p:extLst>
  </p:cSld>
  <p:clrMap bg1="lt1" tx1="dk1" bg2="lt2" tx2="dk2" accent1="accent1" accent2="accent2" accent3="accent3" accent4="accent4" accent5="accent5" accent6="accent6" hlink="hlink" folHlink="folHlink"/>
  <p:sldLayoutIdLst>
    <p:sldLayoutId id="2147483660" r:id="rId1"/>
    <p:sldLayoutId id="2147483650" r:id="rId2"/>
    <p:sldLayoutId id="2147483665" r:id="rId3"/>
    <p:sldLayoutId id="2147483663" r:id="rId4"/>
    <p:sldLayoutId id="2147483662" r:id="rId5"/>
    <p:sldLayoutId id="2147483654" r:id="rId6"/>
    <p:sldLayoutId id="2147483664" r:id="rId7"/>
    <p:sldLayoutId id="2147483671" r:id="rId8"/>
    <p:sldLayoutId id="2147483672" r:id="rId9"/>
    <p:sldLayoutId id="2147483666" r:id="rId10"/>
    <p:sldLayoutId id="2147483667" r:id="rId11"/>
    <p:sldLayoutId id="2147483668" r:id="rId12"/>
    <p:sldLayoutId id="2147483669" r:id="rId13"/>
    <p:sldLayoutId id="2147483670" r:id="rId14"/>
  </p:sldLayoutIdLst>
  <p:txStyles>
    <p:titleStyle>
      <a:lvl1pPr algn="ctr" defTabSz="1196401" rtl="0" eaLnBrk="1" latinLnBrk="1" hangingPunct="1">
        <a:spcBef>
          <a:spcPct val="0"/>
        </a:spcBef>
        <a:buNone/>
        <a:defRPr sz="5800" kern="1200">
          <a:solidFill>
            <a:schemeClr val="tx1"/>
          </a:solidFill>
          <a:latin typeface="나눔바른고딕OTF" panose="02020603020101020101" pitchFamily="18" charset="-127"/>
          <a:ea typeface="나눔바른고딕OTF" panose="02020603020101020101" pitchFamily="18" charset="-127"/>
          <a:cs typeface="+mj-cs"/>
        </a:defRPr>
      </a:lvl1pPr>
    </p:titleStyle>
    <p:bodyStyle>
      <a:lvl1pPr marL="448650" indent="-448650" algn="l" defTabSz="1196401" rtl="0" eaLnBrk="1" latinLnBrk="1" hangingPunct="1">
        <a:spcBef>
          <a:spcPct val="20000"/>
        </a:spcBef>
        <a:buFont typeface="Arial" panose="020B0604020202020204" pitchFamily="34" charset="0"/>
        <a:buChar char="•"/>
        <a:defRPr sz="4200" kern="1200">
          <a:solidFill>
            <a:schemeClr val="tx1"/>
          </a:solidFill>
          <a:latin typeface="나눔바른고딕OTF" panose="02020603020101020101" pitchFamily="18" charset="-127"/>
          <a:ea typeface="나눔바른고딕OTF" panose="02020603020101020101" pitchFamily="18" charset="-127"/>
          <a:cs typeface="+mn-cs"/>
        </a:defRPr>
      </a:lvl1pPr>
      <a:lvl2pPr marL="972076" indent="-373875" algn="l" defTabSz="1196401" rtl="0" eaLnBrk="1" latinLnBrk="1" hangingPunct="1">
        <a:spcBef>
          <a:spcPct val="20000"/>
        </a:spcBef>
        <a:buFont typeface="Arial" panose="020B0604020202020204" pitchFamily="34" charset="0"/>
        <a:buChar char="–"/>
        <a:defRPr sz="3700" kern="1200">
          <a:solidFill>
            <a:schemeClr val="tx1"/>
          </a:solidFill>
          <a:latin typeface="나눔바른고딕OTF" panose="02020603020101020101" pitchFamily="18" charset="-127"/>
          <a:ea typeface="나눔바른고딕OTF" panose="02020603020101020101" pitchFamily="18" charset="-127"/>
          <a:cs typeface="+mn-cs"/>
        </a:defRPr>
      </a:lvl2pPr>
      <a:lvl3pPr marL="1495501" indent="-299100" algn="l" defTabSz="1196401" rtl="0" eaLnBrk="1" latinLnBrk="1" hangingPunct="1">
        <a:spcBef>
          <a:spcPct val="20000"/>
        </a:spcBef>
        <a:buFont typeface="Arial" panose="020B0604020202020204" pitchFamily="34" charset="0"/>
        <a:buChar char="•"/>
        <a:defRPr sz="3100" kern="1200">
          <a:solidFill>
            <a:schemeClr val="tx1"/>
          </a:solidFill>
          <a:latin typeface="나눔바른고딕OTF" panose="02020603020101020101" pitchFamily="18" charset="-127"/>
          <a:ea typeface="나눔바른고딕OTF" panose="02020603020101020101" pitchFamily="18" charset="-127"/>
          <a:cs typeface="+mn-cs"/>
        </a:defRPr>
      </a:lvl3pPr>
      <a:lvl4pPr marL="2093702" indent="-299100" algn="l" defTabSz="1196401" rtl="0" eaLnBrk="1" latinLnBrk="1" hangingPunct="1">
        <a:spcBef>
          <a:spcPct val="20000"/>
        </a:spcBef>
        <a:buFont typeface="Arial" panose="020B0604020202020204" pitchFamily="34" charset="0"/>
        <a:buChar char="–"/>
        <a:defRPr sz="2600" kern="1200">
          <a:solidFill>
            <a:schemeClr val="tx1"/>
          </a:solidFill>
          <a:latin typeface="나눔바른고딕OTF" panose="02020603020101020101" pitchFamily="18" charset="-127"/>
          <a:ea typeface="나눔바른고딕OTF" panose="02020603020101020101" pitchFamily="18" charset="-127"/>
          <a:cs typeface="+mn-cs"/>
        </a:defRPr>
      </a:lvl4pPr>
      <a:lvl5pPr marL="2691902" indent="-299100" algn="l" defTabSz="1196401" rtl="0" eaLnBrk="1" latinLnBrk="1" hangingPunct="1">
        <a:spcBef>
          <a:spcPct val="20000"/>
        </a:spcBef>
        <a:buFont typeface="Arial" panose="020B0604020202020204" pitchFamily="34" charset="0"/>
        <a:buChar char="»"/>
        <a:defRPr sz="2600" kern="1200">
          <a:solidFill>
            <a:schemeClr val="tx1"/>
          </a:solidFill>
          <a:latin typeface="나눔바른고딕OTF" panose="02020603020101020101" pitchFamily="18" charset="-127"/>
          <a:ea typeface="나눔바른고딕OTF" panose="02020603020101020101" pitchFamily="18" charset="-127"/>
          <a:cs typeface="+mn-cs"/>
        </a:defRPr>
      </a:lvl5pPr>
      <a:lvl6pPr marL="3290103"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6pPr>
      <a:lvl7pPr marL="3888303"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7pPr>
      <a:lvl8pPr marL="4486504"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8pPr>
      <a:lvl9pPr marL="5084704" indent="-299100" algn="l" defTabSz="1196401" rtl="0" eaLnBrk="1" latinLnBrk="1" hangingPunct="1">
        <a:spcBef>
          <a:spcPct val="20000"/>
        </a:spcBef>
        <a:buFont typeface="Arial" panose="020B0604020202020204" pitchFamily="34" charset="0"/>
        <a:buChar char="•"/>
        <a:defRPr sz="2600" kern="1200">
          <a:solidFill>
            <a:schemeClr val="tx1"/>
          </a:solidFill>
          <a:latin typeface="+mn-lt"/>
          <a:ea typeface="+mn-ea"/>
          <a:cs typeface="+mn-cs"/>
        </a:defRPr>
      </a:lvl9pPr>
    </p:bodyStyle>
    <p:otherStyle>
      <a:defPPr>
        <a:defRPr lang="ko-KR"/>
      </a:defPPr>
      <a:lvl1pPr marL="0" algn="l" defTabSz="1196401" rtl="0" eaLnBrk="1" latinLnBrk="1" hangingPunct="1">
        <a:defRPr sz="2400" kern="1200">
          <a:solidFill>
            <a:schemeClr val="tx1"/>
          </a:solidFill>
          <a:latin typeface="+mn-lt"/>
          <a:ea typeface="+mn-ea"/>
          <a:cs typeface="+mn-cs"/>
        </a:defRPr>
      </a:lvl1pPr>
      <a:lvl2pPr marL="598200" algn="l" defTabSz="1196401" rtl="0" eaLnBrk="1" latinLnBrk="1" hangingPunct="1">
        <a:defRPr sz="2400" kern="1200">
          <a:solidFill>
            <a:schemeClr val="tx1"/>
          </a:solidFill>
          <a:latin typeface="+mn-lt"/>
          <a:ea typeface="+mn-ea"/>
          <a:cs typeface="+mn-cs"/>
        </a:defRPr>
      </a:lvl2pPr>
      <a:lvl3pPr marL="1196401" algn="l" defTabSz="1196401" rtl="0" eaLnBrk="1" latinLnBrk="1" hangingPunct="1">
        <a:defRPr sz="2400" kern="1200">
          <a:solidFill>
            <a:schemeClr val="tx1"/>
          </a:solidFill>
          <a:latin typeface="+mn-lt"/>
          <a:ea typeface="+mn-ea"/>
          <a:cs typeface="+mn-cs"/>
        </a:defRPr>
      </a:lvl3pPr>
      <a:lvl4pPr marL="1794601" algn="l" defTabSz="1196401" rtl="0" eaLnBrk="1" latinLnBrk="1" hangingPunct="1">
        <a:defRPr sz="2400" kern="1200">
          <a:solidFill>
            <a:schemeClr val="tx1"/>
          </a:solidFill>
          <a:latin typeface="+mn-lt"/>
          <a:ea typeface="+mn-ea"/>
          <a:cs typeface="+mn-cs"/>
        </a:defRPr>
      </a:lvl4pPr>
      <a:lvl5pPr marL="2392802" algn="l" defTabSz="1196401" rtl="0" eaLnBrk="1" latinLnBrk="1" hangingPunct="1">
        <a:defRPr sz="2400" kern="1200">
          <a:solidFill>
            <a:schemeClr val="tx1"/>
          </a:solidFill>
          <a:latin typeface="+mn-lt"/>
          <a:ea typeface="+mn-ea"/>
          <a:cs typeface="+mn-cs"/>
        </a:defRPr>
      </a:lvl5pPr>
      <a:lvl6pPr marL="2991002" algn="l" defTabSz="1196401" rtl="0" eaLnBrk="1" latinLnBrk="1" hangingPunct="1">
        <a:defRPr sz="2400" kern="1200">
          <a:solidFill>
            <a:schemeClr val="tx1"/>
          </a:solidFill>
          <a:latin typeface="+mn-lt"/>
          <a:ea typeface="+mn-ea"/>
          <a:cs typeface="+mn-cs"/>
        </a:defRPr>
      </a:lvl6pPr>
      <a:lvl7pPr marL="3589203" algn="l" defTabSz="1196401" rtl="0" eaLnBrk="1" latinLnBrk="1" hangingPunct="1">
        <a:defRPr sz="2400" kern="1200">
          <a:solidFill>
            <a:schemeClr val="tx1"/>
          </a:solidFill>
          <a:latin typeface="+mn-lt"/>
          <a:ea typeface="+mn-ea"/>
          <a:cs typeface="+mn-cs"/>
        </a:defRPr>
      </a:lvl7pPr>
      <a:lvl8pPr marL="4187403" algn="l" defTabSz="1196401" rtl="0" eaLnBrk="1" latinLnBrk="1" hangingPunct="1">
        <a:defRPr sz="2400" kern="1200">
          <a:solidFill>
            <a:schemeClr val="tx1"/>
          </a:solidFill>
          <a:latin typeface="+mn-lt"/>
          <a:ea typeface="+mn-ea"/>
          <a:cs typeface="+mn-cs"/>
        </a:defRPr>
      </a:lvl8pPr>
      <a:lvl9pPr marL="4785604" algn="l" defTabSz="1196401"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3.xml"/><Relationship Id="rId7" Type="http://schemas.openxmlformats.org/officeDocument/2006/relationships/slideLayout" Target="../slideLayouts/slideLayout9.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3.png"/><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media/image1.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9.xml"/><Relationship Id="rId7" Type="http://schemas.openxmlformats.org/officeDocument/2006/relationships/slideLayout" Target="../slideLayouts/slideLayout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3.png"/><Relationship Id="rId5" Type="http://schemas.openxmlformats.org/officeDocument/2006/relationships/tags" Target="../tags/tag11.xml"/><Relationship Id="rId10" Type="http://schemas.openxmlformats.org/officeDocument/2006/relationships/image" Target="../media/image2.png"/><Relationship Id="rId4" Type="http://schemas.openxmlformats.org/officeDocument/2006/relationships/tags" Target="../tags/tag10.xml"/><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15.xml"/><Relationship Id="rId7" Type="http://schemas.openxmlformats.org/officeDocument/2006/relationships/slideLayout" Target="../slideLayouts/slideLayout9.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image" Target="../media/image3.png"/><Relationship Id="rId5" Type="http://schemas.openxmlformats.org/officeDocument/2006/relationships/tags" Target="../tags/tag17.xml"/><Relationship Id="rId10" Type="http://schemas.openxmlformats.org/officeDocument/2006/relationships/image" Target="../media/image2.png"/><Relationship Id="rId4" Type="http://schemas.openxmlformats.org/officeDocument/2006/relationships/tags" Target="../tags/tag16.xml"/><Relationship Id="rId9"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21.xml"/><Relationship Id="rId7" Type="http://schemas.openxmlformats.org/officeDocument/2006/relationships/slideLayout" Target="../slideLayouts/slideLayout9.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3.png"/><Relationship Id="rId5" Type="http://schemas.openxmlformats.org/officeDocument/2006/relationships/tags" Target="../tags/tag23.xml"/><Relationship Id="rId10" Type="http://schemas.openxmlformats.org/officeDocument/2006/relationships/image" Target="../media/image2.png"/><Relationship Id="rId4" Type="http://schemas.openxmlformats.org/officeDocument/2006/relationships/tags" Target="../tags/tag22.xml"/><Relationship Id="rId9" Type="http://schemas.openxmlformats.org/officeDocument/2006/relationships/image" Target="../media/image1.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27.xml"/><Relationship Id="rId7" Type="http://schemas.openxmlformats.org/officeDocument/2006/relationships/slideLayout" Target="../slideLayouts/slideLayout9.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3.png"/><Relationship Id="rId5" Type="http://schemas.openxmlformats.org/officeDocument/2006/relationships/tags" Target="../tags/tag29.xml"/><Relationship Id="rId10" Type="http://schemas.openxmlformats.org/officeDocument/2006/relationships/image" Target="../media/image2.png"/><Relationship Id="rId4" Type="http://schemas.openxmlformats.org/officeDocument/2006/relationships/tags" Target="../tags/tag28.xml"/><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33.xml"/><Relationship Id="rId7" Type="http://schemas.openxmlformats.org/officeDocument/2006/relationships/slideLayout" Target="../slideLayouts/slideLayout9.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media/image3.png"/><Relationship Id="rId5" Type="http://schemas.openxmlformats.org/officeDocument/2006/relationships/tags" Target="../tags/tag35.xml"/><Relationship Id="rId10" Type="http://schemas.openxmlformats.org/officeDocument/2006/relationships/image" Target="../media/image2.png"/><Relationship Id="rId4" Type="http://schemas.openxmlformats.org/officeDocument/2006/relationships/tags" Target="../tags/tag34.xml"/><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9.xml"/><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39.xml"/><Relationship Id="rId7" Type="http://schemas.openxmlformats.org/officeDocument/2006/relationships/slideLayout" Target="../slideLayouts/slideLayout4.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ChangeArrowheads="1"/>
          </p:cNvSpPr>
          <p:nvPr/>
        </p:nvSpPr>
        <p:spPr bwMode="auto">
          <a:xfrm>
            <a:off x="5186363" y="2784475"/>
            <a:ext cx="85725" cy="19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6348"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1" name="Rectangle 17"/>
          <p:cNvSpPr>
            <a:spLocks noChangeArrowheads="1"/>
          </p:cNvSpPr>
          <p:nvPr/>
        </p:nvSpPr>
        <p:spPr bwMode="auto">
          <a:xfrm>
            <a:off x="5137150" y="2757488"/>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2" name="Rectangle 18" descr="C:\Documents and Settings\문미영\Local Settings\Temp\hunclip1\02\huntemp.files\img0001.bmp"/>
          <p:cNvSpPr>
            <a:spLocks noChangeArrowheads="1"/>
          </p:cNvSpPr>
          <p:nvPr/>
        </p:nvSpPr>
        <p:spPr bwMode="auto">
          <a:xfrm>
            <a:off x="4248721" y="2322513"/>
            <a:ext cx="43973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ctr"/>
            <a:r>
              <a:rPr lang="en-US" altLang="ko-KR" sz="3000" b="1" dirty="0">
                <a:latin typeface="맑은 고딕" pitchFamily="50" charset="-127"/>
                <a:ea typeface="맑은 고딕" pitchFamily="50" charset="-127"/>
              </a:rPr>
              <a:t>UI</a:t>
            </a:r>
            <a:r>
              <a:rPr lang="ko-KR" altLang="en-US" sz="3000" b="1" dirty="0">
                <a:latin typeface="맑은 고딕" pitchFamily="50" charset="-127"/>
                <a:ea typeface="맑은 고딕" pitchFamily="50" charset="-127"/>
              </a:rPr>
              <a:t>레이아웃</a:t>
            </a:r>
            <a:endParaRPr lang="en-US" altLang="ko-KR" sz="3000" b="1" dirty="0">
              <a:latin typeface="맑은 고딕" pitchFamily="50" charset="-127"/>
              <a:ea typeface="맑은 고딕" pitchFamily="50" charset="-127"/>
            </a:endParaRPr>
          </a:p>
          <a:p>
            <a:pPr algn="ctr"/>
            <a:r>
              <a:rPr lang="en-US" altLang="ko-KR" sz="1800" b="1" dirty="0">
                <a:latin typeface="맑은 고딕" pitchFamily="50" charset="-127"/>
                <a:ea typeface="맑은 고딕" pitchFamily="50" charset="-127"/>
              </a:rPr>
              <a:t>- </a:t>
            </a:r>
            <a:r>
              <a:rPr lang="ko-KR" altLang="en-US" sz="1800" b="1" dirty="0">
                <a:latin typeface="맑은 고딕" pitchFamily="50" charset="-127"/>
                <a:ea typeface="맑은 고딕" pitchFamily="50" charset="-127"/>
              </a:rPr>
              <a:t>장바구니 </a:t>
            </a:r>
            <a:r>
              <a:rPr lang="en-US" altLang="ko-KR" sz="1800" b="1" dirty="0">
                <a:latin typeface="맑은 고딕" pitchFamily="50" charset="-127"/>
                <a:ea typeface="맑은 고딕" pitchFamily="50" charset="-127"/>
              </a:rPr>
              <a:t>-</a:t>
            </a:r>
            <a:endParaRPr lang="ko-KR" altLang="en-US" sz="1800" b="1" dirty="0">
              <a:latin typeface="맑은 고딕" pitchFamily="50" charset="-127"/>
              <a:ea typeface="맑은 고딕" pitchFamily="50" charset="-127"/>
            </a:endParaRPr>
          </a:p>
        </p:txBody>
      </p:sp>
      <p:sp>
        <p:nvSpPr>
          <p:cNvPr id="13" name="Rectangle 19"/>
          <p:cNvSpPr>
            <a:spLocks noChangeArrowheads="1"/>
          </p:cNvSpPr>
          <p:nvPr/>
        </p:nvSpPr>
        <p:spPr bwMode="auto">
          <a:xfrm>
            <a:off x="5137150" y="2686050"/>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5" name="Rectangle 29"/>
          <p:cNvSpPr>
            <a:spLocks noChangeArrowheads="1"/>
          </p:cNvSpPr>
          <p:nvPr/>
        </p:nvSpPr>
        <p:spPr bwMode="auto">
          <a:xfrm>
            <a:off x="5137150" y="1928813"/>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6" name="Rectangle 33"/>
          <p:cNvSpPr>
            <a:spLocks noChangeArrowheads="1"/>
          </p:cNvSpPr>
          <p:nvPr/>
        </p:nvSpPr>
        <p:spPr bwMode="auto">
          <a:xfrm>
            <a:off x="5184775" y="2667000"/>
            <a:ext cx="87313"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48" tIns="130134"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sp>
        <p:nvSpPr>
          <p:cNvPr id="17" name="Rectangle 52"/>
          <p:cNvSpPr>
            <a:spLocks noChangeArrowheads="1"/>
          </p:cNvSpPr>
          <p:nvPr/>
        </p:nvSpPr>
        <p:spPr bwMode="auto">
          <a:xfrm>
            <a:off x="5137150" y="2708275"/>
            <a:ext cx="1841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eaLnBrk="1" hangingPunct="1"/>
            <a:endParaRPr lang="ko-KR" altLang="en-US">
              <a:solidFill>
                <a:srgbClr val="000000"/>
              </a:solidFill>
              <a:latin typeface="맑은 고딕" pitchFamily="50" charset="-127"/>
              <a:ea typeface="맑은 고딕" pitchFamily="50" charset="-127"/>
            </a:endParaRPr>
          </a:p>
        </p:txBody>
      </p:sp>
      <p:cxnSp>
        <p:nvCxnSpPr>
          <p:cNvPr id="20" name="직선 연결선 4"/>
          <p:cNvCxnSpPr>
            <a:cxnSpLocks noChangeShapeType="1"/>
          </p:cNvCxnSpPr>
          <p:nvPr/>
        </p:nvCxnSpPr>
        <p:spPr bwMode="auto">
          <a:xfrm>
            <a:off x="1541463" y="20367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cxnSp>
        <p:nvCxnSpPr>
          <p:cNvPr id="21" name="직선 연결선 20"/>
          <p:cNvCxnSpPr>
            <a:cxnSpLocks noChangeShapeType="1"/>
          </p:cNvCxnSpPr>
          <p:nvPr/>
        </p:nvCxnSpPr>
        <p:spPr bwMode="auto">
          <a:xfrm>
            <a:off x="1565274" y="3344863"/>
            <a:ext cx="9900000" cy="0"/>
          </a:xfrm>
          <a:prstGeom prst="line">
            <a:avLst/>
          </a:prstGeom>
          <a:noFill/>
          <a:ln w="25400" cmpd="dbl"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22" name="표 21"/>
          <p:cNvGraphicFramePr>
            <a:graphicFrameLocks noGrp="1"/>
          </p:cNvGraphicFramePr>
          <p:nvPr>
            <p:extLst>
              <p:ext uri="{D42A27DB-BD31-4B8C-83A1-F6EECF244321}">
                <p14:modId xmlns:p14="http://schemas.microsoft.com/office/powerpoint/2010/main" val="2770202063"/>
              </p:ext>
            </p:extLst>
          </p:nvPr>
        </p:nvGraphicFramePr>
        <p:xfrm>
          <a:off x="7522046" y="4019550"/>
          <a:ext cx="3927475" cy="876300"/>
        </p:xfrm>
        <a:graphic>
          <a:graphicData uri="http://schemas.openxmlformats.org/drawingml/2006/table">
            <a:tbl>
              <a:tblPr/>
              <a:tblGrid>
                <a:gridCol w="1406508">
                  <a:extLst>
                    <a:ext uri="{9D8B030D-6E8A-4147-A177-3AD203B41FA5}">
                      <a16:colId xmlns:a16="http://schemas.microsoft.com/office/drawing/2014/main" val="20000"/>
                    </a:ext>
                  </a:extLst>
                </a:gridCol>
                <a:gridCol w="2520967">
                  <a:extLst>
                    <a:ext uri="{9D8B030D-6E8A-4147-A177-3AD203B41FA5}">
                      <a16:colId xmlns:a16="http://schemas.microsoft.com/office/drawing/2014/main" val="20001"/>
                    </a:ext>
                  </a:extLst>
                </a:gridCol>
              </a:tblGrid>
              <a:tr h="292100">
                <a:tc>
                  <a:txBody>
                    <a:bodyPr/>
                    <a:lstStyle/>
                    <a:p>
                      <a:pPr marL="0" marR="0" indent="0" algn="ctr" fontAlgn="base" latinLnBrk="0">
                        <a:lnSpc>
                          <a:spcPct val="120000"/>
                        </a:lnSpc>
                        <a:spcBef>
                          <a:spcPts val="0"/>
                        </a:spcBef>
                        <a:spcAft>
                          <a:spcPts val="0"/>
                        </a:spcAft>
                      </a:pPr>
                      <a:r>
                        <a:rPr lang="ko-KR" altLang="en-US" sz="1400" b="1" kern="0" spc="0" dirty="0">
                          <a:solidFill>
                            <a:srgbClr val="000000"/>
                          </a:solidFill>
                          <a:effectLst/>
                          <a:ea typeface="맑은 고딕"/>
                        </a:rPr>
                        <a:t>문서 번호</a:t>
                      </a:r>
                      <a:endParaRPr lang="ko-KR" alt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D1E8FF"/>
                    </a:solidFill>
                  </a:tcPr>
                </a:tc>
                <a:tc>
                  <a:txBody>
                    <a:bodyPr/>
                    <a:lstStyle/>
                    <a:p>
                      <a:pPr marL="0" marR="0" indent="0" algn="ctr" fontAlgn="base" latinLnBrk="0">
                        <a:lnSpc>
                          <a:spcPct val="120000"/>
                        </a:lnSpc>
                        <a:spcBef>
                          <a:spcPts val="0"/>
                        </a:spcBef>
                        <a:spcAft>
                          <a:spcPts val="0"/>
                        </a:spcAft>
                      </a:pPr>
                      <a:endParaRPr lang="en-US" sz="13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2100">
                <a:tc>
                  <a:txBody>
                    <a:bodyPr/>
                    <a:lstStyle/>
                    <a:p>
                      <a:pPr marL="0" marR="0" indent="0" algn="ctr" fontAlgn="base" latinLnBrk="0">
                        <a:lnSpc>
                          <a:spcPct val="120000"/>
                        </a:lnSpc>
                        <a:spcBef>
                          <a:spcPts val="0"/>
                        </a:spcBef>
                        <a:spcAft>
                          <a:spcPts val="0"/>
                        </a:spcAft>
                      </a:pPr>
                      <a:r>
                        <a:rPr lang="ko-KR" altLang="en-US" sz="1400" b="1" kern="0" spc="0" dirty="0">
                          <a:solidFill>
                            <a:srgbClr val="000000"/>
                          </a:solidFill>
                          <a:effectLst/>
                          <a:ea typeface="맑은 고딕"/>
                        </a:rPr>
                        <a:t>버전</a:t>
                      </a:r>
                      <a:endParaRPr lang="ko-KR" alt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D1E8FF"/>
                    </a:solidFill>
                  </a:tcPr>
                </a:tc>
                <a:tc>
                  <a:txBody>
                    <a:bodyPr/>
                    <a:lstStyle/>
                    <a:p>
                      <a:pPr marL="0" marR="0" indent="0" algn="ctr" fontAlgn="base" latinLnBrk="0">
                        <a:lnSpc>
                          <a:spcPct val="120000"/>
                        </a:lnSpc>
                        <a:spcBef>
                          <a:spcPts val="0"/>
                        </a:spcBef>
                        <a:spcAft>
                          <a:spcPts val="0"/>
                        </a:spcAft>
                      </a:pPr>
                      <a:r>
                        <a:rPr lang="en-US" sz="1400" kern="0" spc="0" dirty="0">
                          <a:solidFill>
                            <a:srgbClr val="000000"/>
                          </a:solidFill>
                          <a:effectLst/>
                          <a:latin typeface="맑은 고딕"/>
                        </a:rPr>
                        <a:t>0.03</a:t>
                      </a:r>
                      <a:endParaRPr 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92100">
                <a:tc>
                  <a:txBody>
                    <a:bodyPr/>
                    <a:lstStyle/>
                    <a:p>
                      <a:pPr marL="0" marR="0" indent="0" algn="ctr" fontAlgn="base" latinLnBrk="0">
                        <a:lnSpc>
                          <a:spcPct val="120000"/>
                        </a:lnSpc>
                        <a:spcBef>
                          <a:spcPts val="0"/>
                        </a:spcBef>
                        <a:spcAft>
                          <a:spcPts val="0"/>
                        </a:spcAft>
                      </a:pPr>
                      <a:r>
                        <a:rPr lang="ko-KR" altLang="en-US" sz="1400" b="1" kern="0" spc="0" dirty="0">
                          <a:solidFill>
                            <a:srgbClr val="000000"/>
                          </a:solidFill>
                          <a:effectLst/>
                          <a:ea typeface="맑은 고딕"/>
                        </a:rPr>
                        <a:t>제</a:t>
                      </a:r>
                      <a:r>
                        <a:rPr lang="en-US" altLang="ko-KR" sz="1400" b="1" kern="0" spc="0" dirty="0">
                          <a:solidFill>
                            <a:srgbClr val="000000"/>
                          </a:solidFill>
                          <a:effectLst/>
                          <a:latin typeface="맑은 고딕"/>
                        </a:rPr>
                        <a:t>·</a:t>
                      </a:r>
                      <a:r>
                        <a:rPr lang="ko-KR" altLang="en-US" sz="1400" b="1" kern="0" spc="0" dirty="0">
                          <a:solidFill>
                            <a:srgbClr val="000000"/>
                          </a:solidFill>
                          <a:effectLst/>
                          <a:ea typeface="맑은 고딕"/>
                        </a:rPr>
                        <a:t>개정일자</a:t>
                      </a:r>
                      <a:endParaRPr lang="ko-KR" alt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solidFill>
                      <a:srgbClr val="D1E8FF"/>
                    </a:solidFill>
                  </a:tcPr>
                </a:tc>
                <a:tc>
                  <a:txBody>
                    <a:bodyPr/>
                    <a:lstStyle/>
                    <a:p>
                      <a:pPr marL="0" marR="0" indent="0" algn="ctr" fontAlgn="base" latinLnBrk="0">
                        <a:lnSpc>
                          <a:spcPct val="120000"/>
                        </a:lnSpc>
                        <a:spcBef>
                          <a:spcPts val="0"/>
                        </a:spcBef>
                        <a:spcAft>
                          <a:spcPts val="0"/>
                        </a:spcAft>
                      </a:pPr>
                      <a:r>
                        <a:rPr lang="en-US" sz="1400" kern="0" spc="0" dirty="0">
                          <a:solidFill>
                            <a:srgbClr val="000000"/>
                          </a:solidFill>
                          <a:effectLst/>
                          <a:latin typeface="맑은 고딕"/>
                        </a:rPr>
                        <a:t>2026-07-03</a:t>
                      </a:r>
                      <a:endParaRPr lang="en-US" sz="1200" kern="0" spc="0" dirty="0">
                        <a:solidFill>
                          <a:srgbClr val="000000"/>
                        </a:solidFill>
                        <a:effectLst/>
                      </a:endParaRPr>
                    </a:p>
                  </a:txBody>
                  <a:tcPr marL="17912" marR="17912" marT="17923" marB="17923" anchor="ct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31880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48"/>
          <p:cNvSpPr txBox="1">
            <a:spLocks noChangeArrowheads="1"/>
          </p:cNvSpPr>
          <p:nvPr/>
        </p:nvSpPr>
        <p:spPr bwMode="auto">
          <a:xfrm>
            <a:off x="5164137" y="827981"/>
            <a:ext cx="26336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4" tIns="45711" rIns="91424" bIns="45711">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ctr"/>
            <a:r>
              <a:rPr kumimoji="0" lang="ko-KR" altLang="en-US" sz="1400" b="1" u="sng" dirty="0">
                <a:latin typeface="맑은 고딕" pitchFamily="50" charset="-127"/>
                <a:ea typeface="맑은 고딕" pitchFamily="50" charset="-127"/>
              </a:rPr>
              <a:t>개 정 이 </a:t>
            </a:r>
            <a:r>
              <a:rPr kumimoji="0" lang="ko-KR" altLang="en-US" sz="1400" b="1" u="sng" dirty="0" err="1">
                <a:latin typeface="맑은 고딕" pitchFamily="50" charset="-127"/>
                <a:ea typeface="맑은 고딕" pitchFamily="50" charset="-127"/>
              </a:rPr>
              <a:t>력</a:t>
            </a:r>
            <a:endParaRPr kumimoji="0" lang="ko-KR" altLang="en-US" sz="1400" b="1" u="sng" dirty="0">
              <a:latin typeface="맑은 고딕" pitchFamily="50" charset="-127"/>
              <a:ea typeface="맑은 고딕" pitchFamily="50" charset="-127"/>
            </a:endParaRPr>
          </a:p>
        </p:txBody>
      </p:sp>
      <p:graphicFrame>
        <p:nvGraphicFramePr>
          <p:cNvPr id="6" name="Group 428"/>
          <p:cNvGraphicFramePr>
            <a:graphicFrameLocks noGrp="1"/>
          </p:cNvGraphicFramePr>
          <p:nvPr>
            <p:extLst>
              <p:ext uri="{D42A27DB-BD31-4B8C-83A1-F6EECF244321}">
                <p14:modId xmlns:p14="http://schemas.microsoft.com/office/powerpoint/2010/main" val="41571555"/>
              </p:ext>
            </p:extLst>
          </p:nvPr>
        </p:nvGraphicFramePr>
        <p:xfrm>
          <a:off x="360289" y="1293813"/>
          <a:ext cx="12241360" cy="3755646"/>
        </p:xfrm>
        <a:graphic>
          <a:graphicData uri="http://schemas.openxmlformats.org/drawingml/2006/table">
            <a:tbl>
              <a:tblPr/>
              <a:tblGrid>
                <a:gridCol w="1036582">
                  <a:extLst>
                    <a:ext uri="{9D8B030D-6E8A-4147-A177-3AD203B41FA5}">
                      <a16:colId xmlns:a16="http://schemas.microsoft.com/office/drawing/2014/main" val="20000"/>
                    </a:ext>
                  </a:extLst>
                </a:gridCol>
                <a:gridCol w="1698429">
                  <a:extLst>
                    <a:ext uri="{9D8B030D-6E8A-4147-A177-3AD203B41FA5}">
                      <a16:colId xmlns:a16="http://schemas.microsoft.com/office/drawing/2014/main" val="20001"/>
                    </a:ext>
                  </a:extLst>
                </a:gridCol>
                <a:gridCol w="1150623">
                  <a:extLst>
                    <a:ext uri="{9D8B030D-6E8A-4147-A177-3AD203B41FA5}">
                      <a16:colId xmlns:a16="http://schemas.microsoft.com/office/drawing/2014/main" val="20002"/>
                    </a:ext>
                  </a:extLst>
                </a:gridCol>
                <a:gridCol w="4198214">
                  <a:extLst>
                    <a:ext uri="{9D8B030D-6E8A-4147-A177-3AD203B41FA5}">
                      <a16:colId xmlns:a16="http://schemas.microsoft.com/office/drawing/2014/main" val="20003"/>
                    </a:ext>
                  </a:extLst>
                </a:gridCol>
                <a:gridCol w="1249117">
                  <a:extLst>
                    <a:ext uri="{9D8B030D-6E8A-4147-A177-3AD203B41FA5}">
                      <a16:colId xmlns:a16="http://schemas.microsoft.com/office/drawing/2014/main" val="20004"/>
                    </a:ext>
                  </a:extLst>
                </a:gridCol>
                <a:gridCol w="1249117">
                  <a:extLst>
                    <a:ext uri="{9D8B030D-6E8A-4147-A177-3AD203B41FA5}">
                      <a16:colId xmlns:a16="http://schemas.microsoft.com/office/drawing/2014/main" val="20005"/>
                    </a:ext>
                  </a:extLst>
                </a:gridCol>
                <a:gridCol w="1659278">
                  <a:extLst>
                    <a:ext uri="{9D8B030D-6E8A-4147-A177-3AD203B41FA5}">
                      <a16:colId xmlns:a16="http://schemas.microsoft.com/office/drawing/2014/main" val="20006"/>
                    </a:ext>
                  </a:extLst>
                </a:gridCol>
              </a:tblGrid>
              <a:tr h="287338">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개정번호</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rPr>
                        <a:t>변경일</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구분</a:t>
                      </a:r>
                      <a:r>
                        <a:rPr kumimoji="1" lang="en-US" altLang="ko-KR" sz="1000" b="1"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rPr>
                        <a:t>1</a:t>
                      </a: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a:t>
                      </a:r>
                      <a:endParaRPr kumimoji="1" lang="en-US" altLang="ko-KR"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개정 내역</a:t>
                      </a:r>
                      <a:r>
                        <a:rPr kumimoji="1" lang="en-US" altLang="ko-KR" sz="1000" b="1"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rPr>
                        <a:t>2</a:t>
                      </a:r>
                      <a:endParaRPr kumimoji="1" lang="ko-KR" altLang="en-US" sz="1000" b="1" i="0" u="none" strike="noStrike" cap="none" normalizeH="0" baseline="3000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작성자</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승인자</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비 고</a:t>
                      </a: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0"/>
                  </a:ext>
                </a:extLst>
              </a:tr>
              <a:tr h="300038">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0.01</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2026-06-26</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최초작성</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제정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10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300038">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0.02</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2026-07-02</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수정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7/1 1</a:t>
                      </a:r>
                      <a:r>
                        <a:rPr kumimoji="1" lang="ko-KR" altLang="en-US"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차 화면설계 </a:t>
                      </a:r>
                      <a:r>
                        <a:rPr kumimoji="1" lang="ko-KR" altLang="en-US" sz="900" b="1" i="0" u="none" strike="noStrike" cap="none" spc="-150" normalizeH="0" baseline="0" dirty="0" err="1">
                          <a:ln>
                            <a:noFill/>
                          </a:ln>
                          <a:solidFill>
                            <a:schemeClr val="tx1"/>
                          </a:solidFill>
                          <a:effectLst/>
                          <a:latin typeface="맑은 고딕" panose="020B0503020000020004" pitchFamily="50" charset="-127"/>
                          <a:ea typeface="맑은 고딕" panose="020B0503020000020004" pitchFamily="50" charset="-127"/>
                        </a:rPr>
                        <a:t>컨펌</a:t>
                      </a:r>
                      <a:r>
                        <a:rPr kumimoji="1" lang="ko-KR" altLang="en-US"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 요청 후 피드백 반영</a:t>
                      </a:r>
                      <a:r>
                        <a:rPr kumimoji="1" lang="en-US" altLang="ko-KR"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1" i="0" u="none" strike="noStrike" cap="none" spc="-150" normalizeH="0" baseline="0">
                          <a:ln>
                            <a:noFill/>
                          </a:ln>
                          <a:solidFill>
                            <a:schemeClr val="tx1"/>
                          </a:solidFill>
                          <a:effectLst/>
                          <a:latin typeface="맑은 고딕" panose="020B0503020000020004" pitchFamily="50" charset="-127"/>
                          <a:ea typeface="맑은 고딕" panose="020B0503020000020004" pitchFamily="50" charset="-127"/>
                        </a:rPr>
                        <a:t>결제하기 콘텐츠 순서 수정</a:t>
                      </a:r>
                      <a:endParaRPr kumimoji="1" lang="en-US" altLang="ko-KR" sz="900" b="1"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endParaRPr>
                    </a:p>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defRPr/>
                      </a:pPr>
                      <a:r>
                        <a:rPr kumimoji="1" lang="en-US" altLang="ko-KR" sz="900" b="0" i="0" u="none" strike="noStrike" kern="1200" cap="none" spc="-150" normalizeH="0" baseline="0" dirty="0">
                          <a:ln>
                            <a:noFill/>
                          </a:ln>
                          <a:solidFill>
                            <a:schemeClr val="tx1"/>
                          </a:solidFill>
                          <a:effectLst/>
                          <a:latin typeface="맑은 고딕" panose="020B0503020000020004" pitchFamily="50" charset="-127"/>
                          <a:ea typeface="맑은 고딕" panose="020B0503020000020004" pitchFamily="50" charset="-127"/>
                        </a:rPr>
                        <a:t>CH-U-CA-02-01 </a:t>
                      </a:r>
                      <a:r>
                        <a:rPr kumimoji="1" lang="ko-KR" altLang="en-US"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상품별로 각각 바우처 선택 가능하도록 수정 요청</a:t>
                      </a:r>
                      <a:r>
                        <a:rPr kumimoji="1" lang="en-US" altLang="ko-KR"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권용현</a:t>
                      </a:r>
                      <a:r>
                        <a:rPr kumimoji="1" lang="en-US" altLang="ko-KR" sz="900" b="0" i="0" u="none" strike="noStrike" cap="none" spc="-150" normalizeH="0" baseline="0" dirty="0">
                          <a:ln>
                            <a:noFill/>
                          </a:ln>
                          <a:solidFill>
                            <a:schemeClr val="tx1"/>
                          </a:solidFill>
                          <a:effectLst/>
                          <a:latin typeface="맑은 고딕" panose="020B0503020000020004" pitchFamily="50" charset="-127"/>
                          <a:ea typeface="맑은 고딕" panose="020B0503020000020004" pitchFamily="50" charset="-127"/>
                        </a:rPr>
                        <a:t>C)</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10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706308891"/>
                  </a:ext>
                </a:extLst>
              </a:tr>
              <a:tr h="311150">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0.03</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2026-07-03</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수정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메시지 정의</a:t>
                      </a: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및</a:t>
                      </a: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각 페이지 </a:t>
                      </a:r>
                      <a:r>
                        <a:rPr kumimoji="1" lang="ko-KR" altLang="en-US" sz="900" b="0" i="0" u="none" strike="noStrike" cap="none" normalizeH="0" baseline="0" dirty="0" err="1">
                          <a:ln>
                            <a:noFill/>
                          </a:ln>
                          <a:solidFill>
                            <a:schemeClr val="tx1"/>
                          </a:solidFill>
                          <a:effectLst/>
                          <a:latin typeface="맑은 고딕" panose="020B0503020000020004" pitchFamily="50" charset="-127"/>
                          <a:ea typeface="맑은 고딕" panose="020B0503020000020004" pitchFamily="50" charset="-127"/>
                        </a:rPr>
                        <a:t>디스크립션</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수정</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lvl1pPr marL="0" algn="l" defTabSz="914400" rtl="0" eaLnBrk="0" latinLnBrk="1" hangingPunct="0">
                        <a:spcBef>
                          <a:spcPct val="20000"/>
                        </a:spcBef>
                        <a:defRPr kumimoji="1" sz="2800" kern="1200">
                          <a:solidFill>
                            <a:schemeClr val="tx1"/>
                          </a:solidFill>
                          <a:latin typeface="굴림" charset="-127"/>
                          <a:ea typeface="굴림" charset="-127"/>
                          <a:cs typeface=""/>
                        </a:defRPr>
                      </a:lvl1pPr>
                      <a:lvl2pPr marL="530225" indent="-176213" algn="l" defTabSz="914400" rtl="0" eaLnBrk="0" latinLnBrk="1" hangingPunct="0">
                        <a:spcBef>
                          <a:spcPct val="20000"/>
                        </a:spcBef>
                        <a:defRPr kumimoji="1" sz="2400" kern="1200">
                          <a:solidFill>
                            <a:schemeClr val="tx1"/>
                          </a:solidFill>
                          <a:latin typeface="굴림" charset="-127"/>
                          <a:ea typeface="굴림" charset="-127"/>
                          <a:cs typeface=""/>
                        </a:defRPr>
                      </a:lvl2pPr>
                      <a:lvl3pPr marL="900113" indent="-177800" algn="l" defTabSz="914400" rtl="0" eaLnBrk="0" latinLnBrk="1" hangingPunct="0">
                        <a:spcBef>
                          <a:spcPct val="20000"/>
                        </a:spcBef>
                        <a:defRPr kumimoji="1" sz="2000" kern="1200">
                          <a:solidFill>
                            <a:schemeClr val="tx1"/>
                          </a:solidFill>
                          <a:latin typeface="굴림" charset="-127"/>
                          <a:ea typeface="굴림" charset="-127"/>
                          <a:cs typeface=""/>
                        </a:defRPr>
                      </a:lvl3pPr>
                      <a:lvl4pPr marL="1600200" indent="-228600" algn="l" defTabSz="914400" rtl="0" eaLnBrk="0" latinLnBrk="1" hangingPunct="0">
                        <a:spcBef>
                          <a:spcPct val="20000"/>
                        </a:spcBef>
                        <a:defRPr kumimoji="1" sz="1800" kern="1200">
                          <a:solidFill>
                            <a:schemeClr val="tx1"/>
                          </a:solidFill>
                          <a:latin typeface="굴림" charset="-127"/>
                          <a:ea typeface="굴림" charset="-127"/>
                          <a:cs typeface=""/>
                        </a:defRPr>
                      </a:lvl4pPr>
                      <a:lvl5pPr marL="2057400" indent="-228600" algn="l" defTabSz="914400" rtl="0" eaLnBrk="0" latinLnBrk="1" hangingPunct="0">
                        <a:spcBef>
                          <a:spcPct val="20000"/>
                        </a:spcBef>
                        <a:defRPr kumimoji="1" sz="1800" kern="1200">
                          <a:solidFill>
                            <a:schemeClr val="tx1"/>
                          </a:solidFill>
                          <a:latin typeface="굴림" charset="-127"/>
                          <a:ea typeface="굴림" charset="-127"/>
                          <a:cs typeface=""/>
                        </a:defRPr>
                      </a:lvl5pPr>
                      <a:lvl6pPr marL="25146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6pPr>
                      <a:lvl7pPr marL="29718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7pPr>
                      <a:lvl8pPr marL="34290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8pPr>
                      <a:lvl9pPr marL="3886200" indent="-228600" algn="l" defTabSz="914400" rtl="0" eaLnBrk="0" fontAlgn="base" latinLnBrk="1" hangingPunct="0">
                        <a:spcBef>
                          <a:spcPct val="20000"/>
                        </a:spcBef>
                        <a:spcAft>
                          <a:spcPct val="0"/>
                        </a:spcAft>
                        <a:defRPr kumimoji="1" sz="1800" kern="1200">
                          <a:solidFill>
                            <a:schemeClr val="tx1"/>
                          </a:solidFill>
                          <a:latin typeface="굴림" charset="-127"/>
                          <a:ea typeface="굴림" charset="-127"/>
                          <a:cs typeface=""/>
                        </a:defRPr>
                      </a:lvl9p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149886979"/>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1.01</a:t>
                      </a: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2026-07-22</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추가</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r>
                        <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PC</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버전 </a:t>
                      </a:r>
                      <a:r>
                        <a:rPr kumimoji="1" lang="ko-KR" altLang="en-US" sz="900" b="0" i="0" u="none" strike="noStrike" cap="none" normalizeH="0" baseline="0" dirty="0" err="1">
                          <a:ln>
                            <a:noFill/>
                          </a:ln>
                          <a:solidFill>
                            <a:schemeClr val="tx1"/>
                          </a:solidFill>
                          <a:effectLst/>
                          <a:latin typeface="맑은 고딕" panose="020B0503020000020004" pitchFamily="50" charset="-127"/>
                          <a:ea typeface="맑은 고딕" panose="020B0503020000020004" pitchFamily="50" charset="-127"/>
                        </a:rPr>
                        <a:t>레이어팝업</a:t>
                      </a:r>
                      <a:r>
                        <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rPr>
                        <a:t> 화면설계 추가</a:t>
                      </a:r>
                      <a:r>
                        <a:rPr kumimoji="1" lang="en-US" altLang="ko-KR" sz="900" b="0" i="0" u="none" strike="noStrike" cap="none" normalizeH="0" baseline="0">
                          <a:ln>
                            <a:noFill/>
                          </a:ln>
                          <a:solidFill>
                            <a:schemeClr val="tx1"/>
                          </a:solidFill>
                          <a:effectLst/>
                          <a:latin typeface="맑은 고딕" panose="020B0503020000020004" pitchFamily="50" charset="-127"/>
                          <a:ea typeface="맑은 고딕" panose="020B0503020000020004" pitchFamily="50" charset="-127"/>
                        </a:rPr>
                        <a:t>(27,31p)</a:t>
                      </a: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r>
                        <a:rPr kumimoji="1" lang="ko-KR" altLang="en-US" sz="900" b="0" i="0" u="none" strike="noStrike" cap="none" normalizeH="0" baseline="0" dirty="0">
                          <a:ln>
                            <a:noFill/>
                          </a:ln>
                          <a:solidFill>
                            <a:schemeClr val="tx1"/>
                          </a:solidFill>
                          <a:effectLst/>
                          <a:latin typeface="맑은 고딕" panose="020B0503020000020004" pitchFamily="50" charset="-127"/>
                          <a:ea typeface="+mn-ea"/>
                        </a:rPr>
                        <a:t>조한나</a:t>
                      </a: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648580438"/>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en-US" altLang="ko-KR"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344617426"/>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Arial" panose="020B0604020202020204" pitchFamily="34" charset="0"/>
                        <a:buNone/>
                        <a:tabLst/>
                        <a:defRPr/>
                      </a:pPr>
                      <a:endParaRPr kumimoji="1" lang="en-US" altLang="ko-KR" sz="8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43930380"/>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541039823"/>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727613851"/>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2334431368"/>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4214878757"/>
                  </a:ext>
                </a:extLst>
              </a:tr>
              <a:tr h="311150">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a:noFill/>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en-US" altLang="ko-KR"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defRPr/>
                      </a:pPr>
                      <a:endParaRPr kumimoji="1" lang="ko-KR" altLang="en-US" sz="900" b="0" i="0" u="none" strike="noStrike" cap="none" normalizeH="0" baseline="0" dirty="0">
                        <a:ln>
                          <a:noFill/>
                        </a:ln>
                        <a:solidFill>
                          <a:schemeClr val="tx1"/>
                        </a:solidFill>
                        <a:effectLst/>
                        <a:latin typeface="맑은 고딕" panose="020B0503020000020004" pitchFamily="50" charset="-127"/>
                        <a:ea typeface="+mn-ea"/>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900" b="0"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w="6350" cap="flat" cmpd="sng" algn="ctr">
                      <a:solidFill>
                        <a:srgbClr val="7F7F7F"/>
                      </a:solidFill>
                      <a:prstDash val="dash"/>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1" hangingPunct="1">
                        <a:lnSpc>
                          <a:spcPct val="100000"/>
                        </a:lnSpc>
                        <a:spcBef>
                          <a:spcPct val="0"/>
                        </a:spcBef>
                        <a:spcAft>
                          <a:spcPct val="0"/>
                        </a:spcAft>
                        <a:buClr>
                          <a:schemeClr val="tx1"/>
                        </a:buClr>
                        <a:buSzTx/>
                        <a:buFont typeface="Wingdings" pitchFamily="2" charset="2"/>
                        <a:buNone/>
                        <a:tabLst/>
                      </a:pPr>
                      <a:endParaRPr kumimoji="1" lang="ko-KR" altLang="en-US" sz="1000" b="1" i="0" u="none" strike="noStrike" cap="none" normalizeH="0" baseline="0" dirty="0">
                        <a:ln>
                          <a:noFill/>
                        </a:ln>
                        <a:solidFill>
                          <a:schemeClr val="tx1"/>
                        </a:solidFill>
                        <a:effectLst/>
                        <a:latin typeface="맑은 고딕" panose="020B0503020000020004" pitchFamily="50" charset="-127"/>
                        <a:ea typeface="맑은 고딕" panose="020B0503020000020004" pitchFamily="50" charset="-127"/>
                      </a:endParaRPr>
                    </a:p>
                  </a:txBody>
                  <a:tcPr marL="72000" marR="72000" marT="46800" marB="46800" anchor="ctr" horzOverflow="overflow">
                    <a:lnL w="6350" cap="flat" cmpd="sng" algn="ctr">
                      <a:solidFill>
                        <a:srgbClr val="7F7F7F"/>
                      </a:solidFill>
                      <a:prstDash val="dash"/>
                      <a:round/>
                      <a:headEnd type="none" w="med" len="med"/>
                      <a:tailEnd type="none" w="med" len="med"/>
                    </a:lnL>
                    <a:lnR>
                      <a:noFill/>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3800301607"/>
                  </a:ext>
                </a:extLst>
              </a:tr>
            </a:tbl>
          </a:graphicData>
        </a:graphic>
      </p:graphicFrame>
      <p:sp>
        <p:nvSpPr>
          <p:cNvPr id="7" name="Text Box 549"/>
          <p:cNvSpPr txBox="1">
            <a:spLocks noChangeArrowheads="1"/>
          </p:cNvSpPr>
          <p:nvPr/>
        </p:nvSpPr>
        <p:spPr bwMode="auto">
          <a:xfrm>
            <a:off x="256365" y="5868541"/>
            <a:ext cx="49343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eaLnBrk="0" hangingPunct="0">
              <a:defRPr kumimoji="1" sz="1000">
                <a:solidFill>
                  <a:schemeClr val="tx1"/>
                </a:solidFill>
                <a:latin typeface="Arial" charset="0"/>
                <a:ea typeface="바탕체" pitchFamily="17" charset="-127"/>
              </a:defRPr>
            </a:lvl1pPr>
            <a:lvl2pPr marL="742950" indent="-285750" eaLnBrk="0" hangingPunct="0">
              <a:defRPr kumimoji="1" sz="1000">
                <a:solidFill>
                  <a:schemeClr val="tx1"/>
                </a:solidFill>
                <a:latin typeface="Arial" charset="0"/>
                <a:ea typeface="바탕체" pitchFamily="17" charset="-127"/>
              </a:defRPr>
            </a:lvl2pPr>
            <a:lvl3pPr marL="1143000" indent="-228600" eaLnBrk="0" hangingPunct="0">
              <a:defRPr kumimoji="1" sz="1000">
                <a:solidFill>
                  <a:schemeClr val="tx1"/>
                </a:solidFill>
                <a:latin typeface="Arial" charset="0"/>
                <a:ea typeface="바탕체" pitchFamily="17" charset="-127"/>
              </a:defRPr>
            </a:lvl3pPr>
            <a:lvl4pPr marL="1600200" indent="-228600" eaLnBrk="0" hangingPunct="0">
              <a:defRPr kumimoji="1" sz="1000">
                <a:solidFill>
                  <a:schemeClr val="tx1"/>
                </a:solidFill>
                <a:latin typeface="Arial" charset="0"/>
                <a:ea typeface="바탕체" pitchFamily="17" charset="-127"/>
              </a:defRPr>
            </a:lvl4pPr>
            <a:lvl5pPr marL="2057400" indent="-228600" eaLnBrk="0" hangingPunct="0">
              <a:defRPr kumimoji="1" sz="1000">
                <a:solidFill>
                  <a:schemeClr val="tx1"/>
                </a:solidFill>
                <a:latin typeface="Arial" charset="0"/>
                <a:ea typeface="바탕체" pitchFamily="17" charset="-127"/>
              </a:defRPr>
            </a:lvl5pPr>
            <a:lvl6pPr marL="2514600" indent="-228600" algn="ctr" eaLnBrk="0" fontAlgn="base" hangingPunct="0">
              <a:spcBef>
                <a:spcPct val="0"/>
              </a:spcBef>
              <a:spcAft>
                <a:spcPct val="0"/>
              </a:spcAft>
              <a:defRPr kumimoji="1" sz="1000">
                <a:solidFill>
                  <a:schemeClr val="tx1"/>
                </a:solidFill>
                <a:latin typeface="Arial" charset="0"/>
                <a:ea typeface="바탕체" pitchFamily="17" charset="-127"/>
              </a:defRPr>
            </a:lvl6pPr>
            <a:lvl7pPr marL="2971800" indent="-228600" algn="ctr" eaLnBrk="0" fontAlgn="base" hangingPunct="0">
              <a:spcBef>
                <a:spcPct val="0"/>
              </a:spcBef>
              <a:spcAft>
                <a:spcPct val="0"/>
              </a:spcAft>
              <a:defRPr kumimoji="1" sz="1000">
                <a:solidFill>
                  <a:schemeClr val="tx1"/>
                </a:solidFill>
                <a:latin typeface="Arial" charset="0"/>
                <a:ea typeface="바탕체" pitchFamily="17" charset="-127"/>
              </a:defRPr>
            </a:lvl7pPr>
            <a:lvl8pPr marL="3429000" indent="-228600" algn="ctr" eaLnBrk="0" fontAlgn="base" hangingPunct="0">
              <a:spcBef>
                <a:spcPct val="0"/>
              </a:spcBef>
              <a:spcAft>
                <a:spcPct val="0"/>
              </a:spcAft>
              <a:defRPr kumimoji="1" sz="1000">
                <a:solidFill>
                  <a:schemeClr val="tx1"/>
                </a:solidFill>
                <a:latin typeface="Arial" charset="0"/>
                <a:ea typeface="바탕체" pitchFamily="17" charset="-127"/>
              </a:defRPr>
            </a:lvl8pPr>
            <a:lvl9pPr marL="3886200" indent="-228600" algn="ctr" eaLnBrk="0" fontAlgn="base" hangingPunct="0">
              <a:spcBef>
                <a:spcPct val="0"/>
              </a:spcBef>
              <a:spcAft>
                <a:spcPct val="0"/>
              </a:spcAft>
              <a:defRPr kumimoji="1" sz="1000">
                <a:solidFill>
                  <a:schemeClr val="tx1"/>
                </a:solidFill>
                <a:latin typeface="Arial" charset="0"/>
                <a:ea typeface="바탕체" pitchFamily="17" charset="-127"/>
              </a:defRPr>
            </a:lvl9pPr>
          </a:lstStyle>
          <a:p>
            <a:pPr algn="l" eaLnBrk="1" hangingPunct="1"/>
            <a:r>
              <a:rPr lang="en-US" altLang="ko-KR" baseline="30000" dirty="0">
                <a:latin typeface="맑은 고딕" pitchFamily="50" charset="-127"/>
                <a:ea typeface="맑은 고딕" pitchFamily="50" charset="-127"/>
              </a:rPr>
              <a:t>1</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구분 </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변경 내용이 이전 문서에 대해 최초작성</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승인</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추가</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수정</a:t>
            </a:r>
            <a:r>
              <a:rPr lang="en-US" altLang="ko-KR" dirty="0">
                <a:latin typeface="맑은 고딕" pitchFamily="50" charset="-127"/>
                <a:ea typeface="맑은 고딕" pitchFamily="50" charset="-127"/>
              </a:rPr>
              <a:t>/</a:t>
            </a:r>
            <a:r>
              <a:rPr lang="ko-KR" altLang="en-US" dirty="0">
                <a:latin typeface="맑은 고딕" pitchFamily="50" charset="-127"/>
                <a:ea typeface="맑은 고딕" pitchFamily="50" charset="-127"/>
              </a:rPr>
              <a:t>삭제 중 선택 기입</a:t>
            </a:r>
          </a:p>
          <a:p>
            <a:pPr algn="l" eaLnBrk="1" hangingPunct="1"/>
            <a:r>
              <a:rPr lang="en-US" altLang="ko-KR" baseline="30000" dirty="0">
                <a:latin typeface="맑은 고딕" pitchFamily="50" charset="-127"/>
                <a:ea typeface="맑은 고딕" pitchFamily="50" charset="-127"/>
              </a:rPr>
              <a:t>2</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개정 내역</a:t>
            </a:r>
            <a:r>
              <a:rPr lang="en-US" altLang="ko-KR" dirty="0">
                <a:latin typeface="맑은 고딕" pitchFamily="50" charset="-127"/>
                <a:ea typeface="맑은 고딕" pitchFamily="50" charset="-127"/>
              </a:rPr>
              <a:t>: </a:t>
            </a:r>
            <a:r>
              <a:rPr lang="ko-KR" altLang="en-US" dirty="0">
                <a:latin typeface="맑은 고딕" pitchFamily="50" charset="-127"/>
                <a:ea typeface="맑은 고딕" pitchFamily="50" charset="-127"/>
              </a:rPr>
              <a:t>변경이 발생되는 위치와 변경 내용을 자세히 기록</a:t>
            </a:r>
            <a:endParaRPr lang="en-US" altLang="ko-KR" dirty="0">
              <a:latin typeface="맑은 고딕" pitchFamily="50" charset="-127"/>
              <a:ea typeface="맑은 고딕" pitchFamily="50" charset="-127"/>
            </a:endParaRPr>
          </a:p>
        </p:txBody>
      </p:sp>
    </p:spTree>
    <p:extLst>
      <p:ext uri="{BB962C8B-B14F-4D97-AF65-F5344CB8AC3E}">
        <p14:creationId xmlns:p14="http://schemas.microsoft.com/office/powerpoint/2010/main" val="86950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80FDE3-F39E-1359-049F-0F15996FFD17}"/>
              </a:ext>
            </a:extLst>
          </p:cNvPr>
          <p:cNvSpPr txBox="1"/>
          <p:nvPr/>
        </p:nvSpPr>
        <p:spPr>
          <a:xfrm>
            <a:off x="5785913" y="2700189"/>
            <a:ext cx="1390125" cy="477054"/>
          </a:xfrm>
          <a:prstGeom prst="rect">
            <a:avLst/>
          </a:prstGeom>
          <a:noFill/>
        </p:spPr>
        <p:txBody>
          <a:bodyPr wrap="none" rtlCol="0">
            <a:spAutoFit/>
          </a:bodyPr>
          <a:lstStyle/>
          <a:p>
            <a:pPr algn="ctr"/>
            <a:r>
              <a:rPr lang="ko-KR" altLang="en-US" sz="2500" i="1" u="sng" spc="-150" dirty="0">
                <a:latin typeface="맑은 고딕" panose="020B0503020000020004" pitchFamily="50" charset="-127"/>
              </a:rPr>
              <a:t>장바구니</a:t>
            </a:r>
            <a:endParaRPr lang="en-US" altLang="ko-KR" sz="2500" i="1" u="sng" spc="-150" dirty="0">
              <a:latin typeface="맑은 고딕" panose="020B0503020000020004" pitchFamily="50" charset="-127"/>
            </a:endParaRPr>
          </a:p>
        </p:txBody>
      </p:sp>
      <p:graphicFrame>
        <p:nvGraphicFramePr>
          <p:cNvPr id="6" name="표 5">
            <a:extLst>
              <a:ext uri="{FF2B5EF4-FFF2-40B4-BE49-F238E27FC236}">
                <a16:creationId xmlns:a16="http://schemas.microsoft.com/office/drawing/2014/main" id="{9F464C77-6E6B-ABE3-7113-FE09A1F5BB45}"/>
              </a:ext>
            </a:extLst>
          </p:cNvPr>
          <p:cNvGraphicFramePr>
            <a:graphicFrameLocks noGrp="1"/>
          </p:cNvGraphicFramePr>
          <p:nvPr>
            <p:extLst>
              <p:ext uri="{D42A27DB-BD31-4B8C-83A1-F6EECF244321}">
                <p14:modId xmlns:p14="http://schemas.microsoft.com/office/powerpoint/2010/main" val="2927250669"/>
              </p:ext>
            </p:extLst>
          </p:nvPr>
        </p:nvGraphicFramePr>
        <p:xfrm>
          <a:off x="720329" y="3708301"/>
          <a:ext cx="11521280" cy="1200150"/>
        </p:xfrm>
        <a:graphic>
          <a:graphicData uri="http://schemas.openxmlformats.org/drawingml/2006/table">
            <a:tbl>
              <a:tblPr>
                <a:tableStyleId>{793D81CF-94F2-401A-BA57-92F5A7B2D0C5}</a:tableStyleId>
              </a:tblPr>
              <a:tblGrid>
                <a:gridCol w="1402430">
                  <a:extLst>
                    <a:ext uri="{9D8B030D-6E8A-4147-A177-3AD203B41FA5}">
                      <a16:colId xmlns:a16="http://schemas.microsoft.com/office/drawing/2014/main" val="2931824213"/>
                    </a:ext>
                  </a:extLst>
                </a:gridCol>
                <a:gridCol w="1442921">
                  <a:extLst>
                    <a:ext uri="{9D8B030D-6E8A-4147-A177-3AD203B41FA5}">
                      <a16:colId xmlns:a16="http://schemas.microsoft.com/office/drawing/2014/main" val="112716740"/>
                    </a:ext>
                  </a:extLst>
                </a:gridCol>
                <a:gridCol w="1575434">
                  <a:extLst>
                    <a:ext uri="{9D8B030D-6E8A-4147-A177-3AD203B41FA5}">
                      <a16:colId xmlns:a16="http://schemas.microsoft.com/office/drawing/2014/main" val="3578309589"/>
                    </a:ext>
                  </a:extLst>
                </a:gridCol>
                <a:gridCol w="1280960">
                  <a:extLst>
                    <a:ext uri="{9D8B030D-6E8A-4147-A177-3AD203B41FA5}">
                      <a16:colId xmlns:a16="http://schemas.microsoft.com/office/drawing/2014/main" val="3106844441"/>
                    </a:ext>
                  </a:extLst>
                </a:gridCol>
                <a:gridCol w="3047801">
                  <a:extLst>
                    <a:ext uri="{9D8B030D-6E8A-4147-A177-3AD203B41FA5}">
                      <a16:colId xmlns:a16="http://schemas.microsoft.com/office/drawing/2014/main" val="2270234462"/>
                    </a:ext>
                  </a:extLst>
                </a:gridCol>
                <a:gridCol w="1446602">
                  <a:extLst>
                    <a:ext uri="{9D8B030D-6E8A-4147-A177-3AD203B41FA5}">
                      <a16:colId xmlns:a16="http://schemas.microsoft.com/office/drawing/2014/main" val="1899491010"/>
                    </a:ext>
                  </a:extLst>
                </a:gridCol>
                <a:gridCol w="1325132">
                  <a:extLst>
                    <a:ext uri="{9D8B030D-6E8A-4147-A177-3AD203B41FA5}">
                      <a16:colId xmlns:a16="http://schemas.microsoft.com/office/drawing/2014/main" val="3071907306"/>
                    </a:ext>
                  </a:extLst>
                </a:gridCol>
              </a:tblGrid>
              <a:tr h="171450">
                <a:tc>
                  <a:txBody>
                    <a:bodyPr/>
                    <a:lstStyle/>
                    <a:p>
                      <a:pPr algn="l" fontAlgn="ctr">
                        <a:buNone/>
                      </a:pPr>
                      <a:r>
                        <a:rPr lang="ko-KR" altLang="en-US" sz="1000" u="none" strike="noStrike" spc="-150" dirty="0">
                          <a:effectLst/>
                        </a:rPr>
                        <a:t>장바구니</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dirty="0" err="1">
                          <a:effectLst/>
                        </a:rPr>
                        <a:t>Page</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u="none" strike="noStrike" spc="-150" dirty="0">
                          <a:effectLst/>
                        </a:rPr>
                        <a:t>장바구니</a:t>
                      </a:r>
                      <a:r>
                        <a:rPr lang="ko-KR" sz="1000" u="none" strike="noStrike" spc="-150" dirty="0">
                          <a:effectLst/>
                        </a:rPr>
                        <a:t> 화면</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a:effectLst/>
                        </a:rPr>
                        <a:t>개선</a:t>
                      </a:r>
                      <a:endParaRPr lang="ko-KR" sz="1000" b="0"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ko-KR" sz="800" u="none" strike="noStrike" kern="1200" spc="-150" dirty="0">
                          <a:solidFill>
                            <a:schemeClr val="dk1"/>
                          </a:solidFill>
                          <a:effectLst/>
                          <a:latin typeface="+mn-lt"/>
                          <a:ea typeface="+mn-ea"/>
                          <a:cs typeface="+mn-cs"/>
                        </a:rPr>
                        <a:t>CH-U-CA-01-01</a:t>
                      </a:r>
                      <a:endParaRPr lang="ko-KR" altLang="en-US" sz="800" u="none" strike="noStrike" kern="1200" spc="-150" dirty="0">
                        <a:solidFill>
                          <a:schemeClr val="dk1"/>
                        </a:solidFill>
                        <a:effectLst/>
                        <a:latin typeface="+mn-lt"/>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8018370"/>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Pop</a:t>
                      </a: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 </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옵션변경</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 </a:t>
                      </a: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팝업</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 </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개선</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r>
                        <a:rPr lang="en-US" altLang="ko-KR" sz="800" u="none" strike="noStrike" kern="1200" spc="-150" dirty="0">
                          <a:solidFill>
                            <a:schemeClr val="dk1"/>
                          </a:solidFill>
                          <a:effectLst/>
                          <a:latin typeface="+mn-lt"/>
                          <a:ea typeface="+mn-ea"/>
                          <a:cs typeface="+mn-cs"/>
                        </a:rPr>
                        <a:t>CH-U-CA-01-01-01p</a:t>
                      </a:r>
                      <a:endParaRPr lang="ko-KR" altLang="en-US" sz="800" u="none" strike="noStrike" kern="1200" spc="-150" dirty="0">
                        <a:solidFill>
                          <a:schemeClr val="dk1"/>
                        </a:solidFill>
                        <a:effectLst/>
                        <a:latin typeface="+mn-lt"/>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1900375"/>
                  </a:ext>
                </a:extLst>
              </a:tr>
              <a:tr h="171450">
                <a:tc>
                  <a:txBody>
                    <a:bodyPr/>
                    <a:lstStyle/>
                    <a:p>
                      <a:pPr algn="l" fontAlgn="ctr">
                        <a:buNone/>
                      </a:pPr>
                      <a:r>
                        <a:rPr lang="ko-KR" altLang="en-US" sz="1000" u="none" strike="noStrike" spc="-150" dirty="0">
                          <a:effectLst/>
                        </a:rPr>
                        <a:t>결제하기</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dirty="0">
                          <a:effectLst/>
                        </a:rPr>
                        <a:t>　</a:t>
                      </a:r>
                      <a:endParaRPr lang="ko-KR" sz="1000" b="1"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ko-KR" sz="1000" u="none" strike="noStrike" spc="-150" dirty="0" err="1">
                          <a:effectLst/>
                        </a:rPr>
                        <a:t>Page</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결제하기 화면</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개선</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rgbClr val="000000"/>
                          </a:solidFill>
                          <a:effectLst/>
                          <a:latin typeface="맑은 고딕" panose="020B0503020000020004" pitchFamily="50" charset="-127"/>
                          <a:ea typeface="+mn-ea"/>
                        </a:rPr>
                        <a:t>CH-U-CA-02-01</a:t>
                      </a:r>
                      <a:endParaRPr lang="ko-KR" sz="8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354379"/>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Pop 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배송지 목록 팝업</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유지</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rgbClr val="000000"/>
                          </a:solidFill>
                          <a:effectLst/>
                          <a:latin typeface="맑은 고딕" panose="020B0503020000020004" pitchFamily="50" charset="-127"/>
                          <a:ea typeface="+mn-ea"/>
                        </a:rPr>
                        <a:t>CH-U-CA-02-02-01p</a:t>
                      </a:r>
                      <a:endParaRPr lang="ko-KR" sz="8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3426240"/>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mn-ea"/>
                        </a:rPr>
                        <a:t>Pop 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카드추가 팝업</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유지</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rgbClr val="000000"/>
                          </a:solidFill>
                          <a:effectLst/>
                          <a:latin typeface="맑은 고딕" panose="020B0503020000020004" pitchFamily="50" charset="-127"/>
                          <a:ea typeface="+mn-ea"/>
                        </a:rPr>
                        <a:t>CH-U-CA-02-03-01p</a:t>
                      </a:r>
                      <a:endParaRPr lang="ko-KR" sz="8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4711466"/>
                  </a:ext>
                </a:extLst>
              </a:tr>
              <a:tr h="171450">
                <a:tc>
                  <a:txBody>
                    <a:bodyPr/>
                    <a:lstStyle/>
                    <a:p>
                      <a:pPr algn="l" fontAlgn="ctr">
                        <a:buNone/>
                      </a:pP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mn-ea"/>
                        </a:rPr>
                        <a:t>Pop up</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약관 보기 팝업</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유지</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b="0" i="0" u="none" strike="noStrike" spc="-150" dirty="0">
                          <a:solidFill>
                            <a:srgbClr val="000000"/>
                          </a:solidFill>
                          <a:effectLst/>
                          <a:latin typeface="맑은 고딕" panose="020B0503020000020004" pitchFamily="50" charset="-127"/>
                          <a:ea typeface="+mn-ea"/>
                        </a:rPr>
                        <a:t>CH-U-CA-02-03-02p~CH-U-CA-02-03-07p</a:t>
                      </a:r>
                      <a:endParaRPr lang="ko-KR" altLang="ko-KR" sz="800" b="0" i="0" u="none" strike="noStrike" spc="-150" dirty="0">
                        <a:solidFill>
                          <a:srgbClr val="000000"/>
                        </a:solidFill>
                        <a:effectLst/>
                        <a:latin typeface="맑은 고딕" panose="020B0503020000020004" pitchFamily="50" charset="-127"/>
                        <a:ea typeface="+mn-ea"/>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820968"/>
                  </a:ext>
                </a:extLst>
              </a:tr>
              <a:tr h="171450">
                <a:tc>
                  <a:txBody>
                    <a:bodyPr/>
                    <a:lstStyle/>
                    <a:p>
                      <a:pPr algn="l" fontAlgn="ctr">
                        <a:buNone/>
                      </a:pPr>
                      <a:r>
                        <a:rPr lang="ko-KR" altLang="en-US" sz="1000" u="none" strike="noStrike" spc="-150" dirty="0">
                          <a:effectLst/>
                        </a:rPr>
                        <a:t>결제완료</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sz="1000" u="none" strike="noStrike" spc="-150">
                          <a:effectLst/>
                        </a:rPr>
                        <a:t>　</a:t>
                      </a:r>
                      <a:endParaRPr lang="ko-KR" sz="1000" b="1" i="0" u="none" strike="noStrike" spc="-15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Page</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결제완료</a:t>
                      </a:r>
                      <a:r>
                        <a:rPr lang="en-US" altLang="ko-KR" sz="1000" b="0" i="0" u="none" strike="noStrike" spc="-150" dirty="0">
                          <a:solidFill>
                            <a:srgbClr val="000000"/>
                          </a:solidFill>
                          <a:effectLst/>
                          <a:latin typeface="맑은 고딕" panose="020B0503020000020004" pitchFamily="50" charset="-127"/>
                          <a:ea typeface="맑은 고딕" panose="020B0503020000020004" pitchFamily="50" charset="-127"/>
                        </a:rPr>
                        <a:t> </a:t>
                      </a: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화면</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ctr" fontAlgn="ctr">
                        <a:buNone/>
                      </a:pPr>
                      <a:r>
                        <a:rPr lang="ko-KR" altLang="en-US" sz="1000" b="0" i="0" u="none" strike="noStrike" spc="-150" dirty="0">
                          <a:solidFill>
                            <a:srgbClr val="000000"/>
                          </a:solidFill>
                          <a:effectLst/>
                          <a:latin typeface="맑은 고딕" panose="020B0503020000020004" pitchFamily="50" charset="-127"/>
                          <a:ea typeface="맑은 고딕" panose="020B0503020000020004" pitchFamily="50" charset="-127"/>
                        </a:rPr>
                        <a:t>개선</a:t>
                      </a:r>
                      <a:endParaRPr lang="ko-KR" sz="1000" b="0" i="0" u="none" strike="noStrike" spc="-150" dirty="0">
                        <a:solidFill>
                          <a:srgbClr val="000000"/>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algn="l" fontAlgn="ctr">
                        <a:buNone/>
                      </a:pPr>
                      <a:r>
                        <a:rPr lang="en-US" altLang="ko-KR" sz="800" b="0" i="0" u="none" strike="noStrike" spc="-150" dirty="0">
                          <a:solidFill>
                            <a:schemeClr val="tx1"/>
                          </a:solidFill>
                          <a:effectLst/>
                          <a:latin typeface="맑은 고딕" panose="020B0503020000020004" pitchFamily="50" charset="-127"/>
                          <a:ea typeface="+mn-ea"/>
                        </a:rPr>
                        <a:t>CH-U-CA-02-04</a:t>
                      </a:r>
                      <a:endParaRPr lang="ko-KR" sz="800" b="0" i="0" u="none" strike="noStrike" spc="-150" dirty="0">
                        <a:solidFill>
                          <a:schemeClr val="tx1"/>
                        </a:solidFill>
                        <a:effectLst/>
                        <a:latin typeface="맑은 고딕" panose="020B0503020000020004" pitchFamily="50" charset="-127"/>
                        <a:ea typeface="맑은 고딕" panose="020B0503020000020004" pitchFamily="50"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2176737"/>
                  </a:ext>
                </a:extLst>
              </a:tr>
            </a:tbl>
          </a:graphicData>
        </a:graphic>
      </p:graphicFrame>
    </p:spTree>
    <p:extLst>
      <p:ext uri="{BB962C8B-B14F-4D97-AF65-F5344CB8AC3E}">
        <p14:creationId xmlns:p14="http://schemas.microsoft.com/office/powerpoint/2010/main" val="7126989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2CBBA-875A-2BF3-12B2-8EF6BA00294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9BB2380-848C-E8A2-C9A5-E69D6FCCDFA4}"/>
              </a:ext>
            </a:extLst>
          </p:cNvPr>
          <p:cNvSpPr txBox="1"/>
          <p:nvPr/>
        </p:nvSpPr>
        <p:spPr>
          <a:xfrm>
            <a:off x="288281" y="190942"/>
            <a:ext cx="1710725" cy="276999"/>
          </a:xfrm>
          <a:prstGeom prst="rect">
            <a:avLst/>
          </a:prstGeom>
          <a:noFill/>
        </p:spPr>
        <p:txBody>
          <a:bodyPr wrap="none" rtlCol="0">
            <a:spAutoFit/>
          </a:bodyPr>
          <a:lstStyle/>
          <a:p>
            <a:pPr marL="171450" indent="-171450">
              <a:buFont typeface="Wingdings" panose="05000000000000000000" pitchFamily="2" charset="2"/>
              <a:buChar char="u"/>
            </a:pPr>
            <a:r>
              <a:rPr lang="ko-KR" altLang="en-US" sz="1200" b="1" spc="-150" dirty="0">
                <a:solidFill>
                  <a:srgbClr val="0070C0"/>
                </a:solidFill>
                <a:latin typeface="맑은 고딕" panose="020B0503020000020004" pitchFamily="50" charset="-127"/>
                <a:ea typeface="맑은 고딕" panose="020B0503020000020004" pitchFamily="50" charset="-127"/>
              </a:rPr>
              <a:t>디바이스 별 영역 정의</a:t>
            </a:r>
            <a:endParaRPr lang="en-US" altLang="ko-KR" sz="1200" b="1" spc="-150" dirty="0">
              <a:solidFill>
                <a:srgbClr val="0070C0"/>
              </a:solidFill>
              <a:latin typeface="맑은 고딕" panose="020B0503020000020004" pitchFamily="50" charset="-127"/>
              <a:ea typeface="맑은 고딕" panose="020B0503020000020004" pitchFamily="50" charset="-127"/>
            </a:endParaRPr>
          </a:p>
        </p:txBody>
      </p:sp>
      <p:sp>
        <p:nvSpPr>
          <p:cNvPr id="6" name="직사각형 5">
            <a:extLst>
              <a:ext uri="{FF2B5EF4-FFF2-40B4-BE49-F238E27FC236}">
                <a16:creationId xmlns:a16="http://schemas.microsoft.com/office/drawing/2014/main" id="{D1B4CA0D-0E1B-5075-8121-4379A7FEF147}"/>
              </a:ext>
            </a:extLst>
          </p:cNvPr>
          <p:cNvSpPr/>
          <p:nvPr/>
        </p:nvSpPr>
        <p:spPr>
          <a:xfrm>
            <a:off x="7129041" y="755973"/>
            <a:ext cx="4536504" cy="5580509"/>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직사각형 7">
            <a:extLst>
              <a:ext uri="{FF2B5EF4-FFF2-40B4-BE49-F238E27FC236}">
                <a16:creationId xmlns:a16="http://schemas.microsoft.com/office/drawing/2014/main" id="{9BBF37BD-60D0-7C94-F3BD-B42795F27B20}"/>
              </a:ext>
            </a:extLst>
          </p:cNvPr>
          <p:cNvSpPr/>
          <p:nvPr/>
        </p:nvSpPr>
        <p:spPr>
          <a:xfrm>
            <a:off x="3842723" y="755972"/>
            <a:ext cx="3043412" cy="5074618"/>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 name="직사각형 9">
            <a:extLst>
              <a:ext uri="{FF2B5EF4-FFF2-40B4-BE49-F238E27FC236}">
                <a16:creationId xmlns:a16="http://schemas.microsoft.com/office/drawing/2014/main" id="{F3BE94E7-3EC8-1CAF-2550-FEC5E09735DA}"/>
              </a:ext>
            </a:extLst>
          </p:cNvPr>
          <p:cNvSpPr/>
          <p:nvPr/>
        </p:nvSpPr>
        <p:spPr>
          <a:xfrm>
            <a:off x="1585895" y="768933"/>
            <a:ext cx="2029612" cy="5112568"/>
          </a:xfrm>
          <a:prstGeom prst="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 name="직사각형 10">
            <a:extLst>
              <a:ext uri="{FF2B5EF4-FFF2-40B4-BE49-F238E27FC236}">
                <a16:creationId xmlns:a16="http://schemas.microsoft.com/office/drawing/2014/main" id="{53058C59-A3C8-903B-2CF3-461F09C62FA8}"/>
              </a:ext>
            </a:extLst>
          </p:cNvPr>
          <p:cNvSpPr/>
          <p:nvPr/>
        </p:nvSpPr>
        <p:spPr>
          <a:xfrm>
            <a:off x="7129041" y="755974"/>
            <a:ext cx="4536504" cy="156975"/>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tx1"/>
                </a:solidFill>
                <a:latin typeface="+mn-ea"/>
              </a:rPr>
              <a:t>GNB</a:t>
            </a:r>
            <a:endParaRPr lang="ko-KR" altLang="en-US" sz="1000" dirty="0">
              <a:solidFill>
                <a:schemeClr val="tx1"/>
              </a:solidFill>
              <a:latin typeface="+mn-ea"/>
            </a:endParaRPr>
          </a:p>
        </p:txBody>
      </p:sp>
      <p:sp>
        <p:nvSpPr>
          <p:cNvPr id="100" name="직사각형 99">
            <a:extLst>
              <a:ext uri="{FF2B5EF4-FFF2-40B4-BE49-F238E27FC236}">
                <a16:creationId xmlns:a16="http://schemas.microsoft.com/office/drawing/2014/main" id="{3E35138E-F716-0EAD-327A-5AC9C73C148A}"/>
              </a:ext>
            </a:extLst>
          </p:cNvPr>
          <p:cNvSpPr/>
          <p:nvPr/>
        </p:nvSpPr>
        <p:spPr>
          <a:xfrm>
            <a:off x="3842723" y="755973"/>
            <a:ext cx="3043412" cy="142182"/>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solidFill>
                <a:latin typeface="+mn-ea"/>
              </a:rPr>
              <a:t>GNB</a:t>
            </a:r>
            <a:endParaRPr lang="ko-KR" altLang="en-US" sz="900" dirty="0">
              <a:solidFill>
                <a:schemeClr val="tx1"/>
              </a:solidFill>
              <a:latin typeface="+mn-ea"/>
            </a:endParaRPr>
          </a:p>
        </p:txBody>
      </p:sp>
      <p:sp>
        <p:nvSpPr>
          <p:cNvPr id="170" name="직사각형 169">
            <a:extLst>
              <a:ext uri="{FF2B5EF4-FFF2-40B4-BE49-F238E27FC236}">
                <a16:creationId xmlns:a16="http://schemas.microsoft.com/office/drawing/2014/main" id="{50472136-1B35-0C1F-BA78-2B8B536FCE3E}"/>
              </a:ext>
            </a:extLst>
          </p:cNvPr>
          <p:cNvSpPr/>
          <p:nvPr/>
        </p:nvSpPr>
        <p:spPr>
          <a:xfrm>
            <a:off x="1585894" y="768933"/>
            <a:ext cx="2022578" cy="144016"/>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solidFill>
                <a:latin typeface="+mn-ea"/>
              </a:rPr>
              <a:t>GNB</a:t>
            </a:r>
            <a:endParaRPr lang="ko-KR" altLang="en-US" sz="900" dirty="0">
              <a:solidFill>
                <a:schemeClr val="tx1"/>
              </a:solidFill>
              <a:latin typeface="+mn-ea"/>
            </a:endParaRPr>
          </a:p>
        </p:txBody>
      </p:sp>
      <p:sp>
        <p:nvSpPr>
          <p:cNvPr id="216" name="직사각형 215">
            <a:extLst>
              <a:ext uri="{FF2B5EF4-FFF2-40B4-BE49-F238E27FC236}">
                <a16:creationId xmlns:a16="http://schemas.microsoft.com/office/drawing/2014/main" id="{1D70F215-CDE1-8596-7B6D-999049808ADE}"/>
              </a:ext>
            </a:extLst>
          </p:cNvPr>
          <p:cNvSpPr/>
          <p:nvPr/>
        </p:nvSpPr>
        <p:spPr>
          <a:xfrm>
            <a:off x="1585894" y="5555383"/>
            <a:ext cx="2029612" cy="144016"/>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800" dirty="0">
                <a:solidFill>
                  <a:schemeClr val="tx1"/>
                </a:solidFill>
                <a:latin typeface="+mn-ea"/>
              </a:rPr>
              <a:t>Footer</a:t>
            </a:r>
            <a:endParaRPr lang="ko-KR" altLang="en-US" sz="800" dirty="0">
              <a:solidFill>
                <a:schemeClr val="tx1"/>
              </a:solidFill>
              <a:latin typeface="+mn-ea"/>
            </a:endParaRPr>
          </a:p>
        </p:txBody>
      </p:sp>
      <p:sp>
        <p:nvSpPr>
          <p:cNvPr id="240" name="직사각형 239">
            <a:extLst>
              <a:ext uri="{FF2B5EF4-FFF2-40B4-BE49-F238E27FC236}">
                <a16:creationId xmlns:a16="http://schemas.microsoft.com/office/drawing/2014/main" id="{A4D0E9FD-C79D-5B86-8275-FE43FDDF1846}"/>
              </a:ext>
            </a:extLst>
          </p:cNvPr>
          <p:cNvSpPr/>
          <p:nvPr/>
        </p:nvSpPr>
        <p:spPr>
          <a:xfrm>
            <a:off x="1581075" y="5715437"/>
            <a:ext cx="2029612" cy="144016"/>
          </a:xfrm>
          <a:prstGeom prst="rect">
            <a:avLst/>
          </a:prstGeom>
          <a:solidFill>
            <a:schemeClr val="tx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bg1"/>
                </a:solidFill>
                <a:latin typeface="+mn-ea"/>
              </a:rPr>
              <a:t>하단 고정 탭 바 영역</a:t>
            </a:r>
          </a:p>
        </p:txBody>
      </p:sp>
      <p:sp>
        <p:nvSpPr>
          <p:cNvPr id="2" name="TextBox 1">
            <a:extLst>
              <a:ext uri="{FF2B5EF4-FFF2-40B4-BE49-F238E27FC236}">
                <a16:creationId xmlns:a16="http://schemas.microsoft.com/office/drawing/2014/main" id="{AEFF6DB8-1423-E007-DB84-1DB472325B83}"/>
              </a:ext>
            </a:extLst>
          </p:cNvPr>
          <p:cNvSpPr txBox="1"/>
          <p:nvPr/>
        </p:nvSpPr>
        <p:spPr>
          <a:xfrm>
            <a:off x="7057654" y="546041"/>
            <a:ext cx="344966" cy="246221"/>
          </a:xfrm>
          <a:prstGeom prst="rect">
            <a:avLst/>
          </a:prstGeom>
          <a:noFill/>
        </p:spPr>
        <p:txBody>
          <a:bodyPr wrap="none" rtlCol="0">
            <a:spAutoFit/>
          </a:bodyPr>
          <a:lstStyle/>
          <a:p>
            <a:r>
              <a:rPr lang="en-US" altLang="ko-KR" sz="1000" b="1" i="1" dirty="0">
                <a:solidFill>
                  <a:schemeClr val="tx1">
                    <a:lumMod val="75000"/>
                    <a:lumOff val="25000"/>
                  </a:schemeClr>
                </a:solidFill>
                <a:latin typeface="맑은 고딕" panose="020B0503020000020004" pitchFamily="50" charset="-127"/>
                <a:ea typeface="맑은 고딕" panose="020B0503020000020004" pitchFamily="50" charset="-127"/>
              </a:rPr>
              <a:t>PC</a:t>
            </a:r>
            <a:endParaRPr lang="ko-KR" altLang="en-US" sz="1000" b="1" i="1"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9" name="TextBox 8">
            <a:extLst>
              <a:ext uri="{FF2B5EF4-FFF2-40B4-BE49-F238E27FC236}">
                <a16:creationId xmlns:a16="http://schemas.microsoft.com/office/drawing/2014/main" id="{79C6F53E-D426-ADCF-5568-7ACC5E29AD05}"/>
              </a:ext>
            </a:extLst>
          </p:cNvPr>
          <p:cNvSpPr txBox="1"/>
          <p:nvPr/>
        </p:nvSpPr>
        <p:spPr>
          <a:xfrm>
            <a:off x="3786930" y="548608"/>
            <a:ext cx="569387" cy="246221"/>
          </a:xfrm>
          <a:prstGeom prst="rect">
            <a:avLst/>
          </a:prstGeom>
          <a:noFill/>
        </p:spPr>
        <p:txBody>
          <a:bodyPr wrap="none" rtlCol="0">
            <a:spAutoFit/>
          </a:bodyPr>
          <a:lstStyle/>
          <a:p>
            <a:r>
              <a:rPr lang="ko-KR" altLang="en-US" sz="1000" b="1" i="1" dirty="0">
                <a:solidFill>
                  <a:schemeClr val="tx1">
                    <a:lumMod val="75000"/>
                    <a:lumOff val="25000"/>
                  </a:schemeClr>
                </a:solidFill>
                <a:latin typeface="맑은 고딕" panose="020B0503020000020004" pitchFamily="50" charset="-127"/>
                <a:ea typeface="맑은 고딕" panose="020B0503020000020004" pitchFamily="50" charset="-127"/>
              </a:rPr>
              <a:t>태블릿</a:t>
            </a:r>
          </a:p>
        </p:txBody>
      </p:sp>
      <p:sp>
        <p:nvSpPr>
          <p:cNvPr id="17" name="TextBox 16">
            <a:extLst>
              <a:ext uri="{FF2B5EF4-FFF2-40B4-BE49-F238E27FC236}">
                <a16:creationId xmlns:a16="http://schemas.microsoft.com/office/drawing/2014/main" id="{D4DA7F25-86BD-A44F-FBE6-D118B256C3B2}"/>
              </a:ext>
            </a:extLst>
          </p:cNvPr>
          <p:cNvSpPr txBox="1"/>
          <p:nvPr/>
        </p:nvSpPr>
        <p:spPr>
          <a:xfrm>
            <a:off x="1480754" y="551763"/>
            <a:ext cx="569387" cy="246221"/>
          </a:xfrm>
          <a:prstGeom prst="rect">
            <a:avLst/>
          </a:prstGeom>
          <a:noFill/>
        </p:spPr>
        <p:txBody>
          <a:bodyPr wrap="none" rtlCol="0">
            <a:spAutoFit/>
          </a:bodyPr>
          <a:lstStyle/>
          <a:p>
            <a:r>
              <a:rPr lang="ko-KR" altLang="en-US" sz="1000" b="1" i="1" dirty="0">
                <a:solidFill>
                  <a:schemeClr val="tx1">
                    <a:lumMod val="75000"/>
                    <a:lumOff val="25000"/>
                  </a:schemeClr>
                </a:solidFill>
                <a:latin typeface="맑은 고딕" panose="020B0503020000020004" pitchFamily="50" charset="-127"/>
                <a:ea typeface="맑은 고딕" panose="020B0503020000020004" pitchFamily="50" charset="-127"/>
              </a:rPr>
              <a:t>모바일</a:t>
            </a:r>
          </a:p>
        </p:txBody>
      </p:sp>
      <p:sp>
        <p:nvSpPr>
          <p:cNvPr id="14" name="직사각형 13">
            <a:extLst>
              <a:ext uri="{FF2B5EF4-FFF2-40B4-BE49-F238E27FC236}">
                <a16:creationId xmlns:a16="http://schemas.microsoft.com/office/drawing/2014/main" id="{7EF0EE55-D6FC-479D-E190-6753BA95D624}"/>
              </a:ext>
            </a:extLst>
          </p:cNvPr>
          <p:cNvSpPr/>
          <p:nvPr/>
        </p:nvSpPr>
        <p:spPr>
          <a:xfrm>
            <a:off x="7124222" y="6162949"/>
            <a:ext cx="4536504" cy="156975"/>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tx1"/>
                </a:solidFill>
                <a:latin typeface="+mn-ea"/>
              </a:rPr>
              <a:t>Footer</a:t>
            </a:r>
            <a:endParaRPr lang="ko-KR" altLang="en-US" sz="1000" dirty="0">
              <a:solidFill>
                <a:schemeClr val="tx1"/>
              </a:solidFill>
              <a:latin typeface="+mn-ea"/>
            </a:endParaRPr>
          </a:p>
        </p:txBody>
      </p:sp>
      <p:sp>
        <p:nvSpPr>
          <p:cNvPr id="24" name="직사각형 23">
            <a:extLst>
              <a:ext uri="{FF2B5EF4-FFF2-40B4-BE49-F238E27FC236}">
                <a16:creationId xmlns:a16="http://schemas.microsoft.com/office/drawing/2014/main" id="{A83E63C7-6FAF-0D6F-AC72-8F0F15A625BF}"/>
              </a:ext>
            </a:extLst>
          </p:cNvPr>
          <p:cNvSpPr/>
          <p:nvPr/>
        </p:nvSpPr>
        <p:spPr>
          <a:xfrm>
            <a:off x="3847735" y="5677873"/>
            <a:ext cx="3038399" cy="136159"/>
          </a:xfrm>
          <a:prstGeom prst="rect">
            <a:avLst/>
          </a:prstGeom>
          <a:solidFill>
            <a:schemeClr val="bg1">
              <a:lumMod val="8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800" dirty="0">
                <a:solidFill>
                  <a:schemeClr val="tx1"/>
                </a:solidFill>
                <a:latin typeface="+mn-ea"/>
              </a:rPr>
              <a:t>Footer</a:t>
            </a:r>
            <a:endParaRPr lang="ko-KR" altLang="en-US" sz="800" dirty="0">
              <a:solidFill>
                <a:schemeClr val="tx1"/>
              </a:solidFill>
              <a:latin typeface="+mn-ea"/>
            </a:endParaRPr>
          </a:p>
        </p:txBody>
      </p:sp>
      <p:sp>
        <p:nvSpPr>
          <p:cNvPr id="3" name="직사각형 2">
            <a:extLst>
              <a:ext uri="{FF2B5EF4-FFF2-40B4-BE49-F238E27FC236}">
                <a16:creationId xmlns:a16="http://schemas.microsoft.com/office/drawing/2014/main" id="{DCA74C2F-339E-7B72-7DF6-73D3F99FC9B3}"/>
              </a:ext>
            </a:extLst>
          </p:cNvPr>
          <p:cNvSpPr/>
          <p:nvPr/>
        </p:nvSpPr>
        <p:spPr>
          <a:xfrm>
            <a:off x="7525445" y="928987"/>
            <a:ext cx="3636044" cy="5217404"/>
          </a:xfrm>
          <a:prstGeom prst="rect">
            <a:avLst/>
          </a:prstGeom>
          <a:solidFill>
            <a:schemeClr val="tx1">
              <a:alpha val="30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000" b="1" dirty="0">
                <a:solidFill>
                  <a:schemeClr val="bg1"/>
                </a:solidFill>
              </a:rPr>
              <a:t>콘텐츠 영역</a:t>
            </a:r>
          </a:p>
        </p:txBody>
      </p:sp>
      <p:sp>
        <p:nvSpPr>
          <p:cNvPr id="5" name="직사각형 4">
            <a:extLst>
              <a:ext uri="{FF2B5EF4-FFF2-40B4-BE49-F238E27FC236}">
                <a16:creationId xmlns:a16="http://schemas.microsoft.com/office/drawing/2014/main" id="{5801D781-5FE3-CAD0-C1E2-5AB459A12413}"/>
              </a:ext>
            </a:extLst>
          </p:cNvPr>
          <p:cNvSpPr/>
          <p:nvPr/>
        </p:nvSpPr>
        <p:spPr>
          <a:xfrm>
            <a:off x="3842724" y="916565"/>
            <a:ext cx="3043410" cy="4744749"/>
          </a:xfrm>
          <a:prstGeom prst="rect">
            <a:avLst/>
          </a:prstGeom>
          <a:solidFill>
            <a:schemeClr val="tx1">
              <a:alpha val="30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000" b="1" dirty="0">
                <a:solidFill>
                  <a:schemeClr val="bg1"/>
                </a:solidFill>
              </a:rPr>
              <a:t>콘텐츠 영역</a:t>
            </a:r>
          </a:p>
        </p:txBody>
      </p:sp>
      <p:sp>
        <p:nvSpPr>
          <p:cNvPr id="7" name="직사각형 6">
            <a:extLst>
              <a:ext uri="{FF2B5EF4-FFF2-40B4-BE49-F238E27FC236}">
                <a16:creationId xmlns:a16="http://schemas.microsoft.com/office/drawing/2014/main" id="{FE847D22-12A6-5123-E42A-7D0923C2B23A}"/>
              </a:ext>
            </a:extLst>
          </p:cNvPr>
          <p:cNvSpPr/>
          <p:nvPr/>
        </p:nvSpPr>
        <p:spPr>
          <a:xfrm>
            <a:off x="1592248" y="928987"/>
            <a:ext cx="2016224" cy="4604348"/>
          </a:xfrm>
          <a:prstGeom prst="rect">
            <a:avLst/>
          </a:prstGeom>
          <a:solidFill>
            <a:schemeClr val="tx1">
              <a:alpha val="30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000" b="1" dirty="0">
                <a:solidFill>
                  <a:schemeClr val="bg1"/>
                </a:solidFill>
              </a:rPr>
              <a:t>콘텐츠 영역</a:t>
            </a:r>
          </a:p>
        </p:txBody>
      </p:sp>
    </p:spTree>
    <p:extLst>
      <p:ext uri="{BB962C8B-B14F-4D97-AF65-F5344CB8AC3E}">
        <p14:creationId xmlns:p14="http://schemas.microsoft.com/office/powerpoint/2010/main" val="1882529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ACC3A9-710C-4565-9418-38424886268D}"/>
              </a:ext>
            </a:extLst>
          </p:cNvPr>
          <p:cNvSpPr txBox="1"/>
          <p:nvPr/>
        </p:nvSpPr>
        <p:spPr>
          <a:xfrm>
            <a:off x="288281" y="190942"/>
            <a:ext cx="998991"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메시지 정의 </a:t>
            </a:r>
            <a:r>
              <a:rPr lang="en-US" altLang="ko-KR" sz="1200" b="1" spc="-150" dirty="0">
                <a:solidFill>
                  <a:schemeClr val="tx1">
                    <a:lumMod val="75000"/>
                    <a:lumOff val="25000"/>
                  </a:schemeClr>
                </a:solidFill>
                <a:latin typeface="맑은 고딕" panose="020B0503020000020004" pitchFamily="50" charset="-127"/>
                <a:ea typeface="맑은 고딕" panose="020B0503020000020004" pitchFamily="50" charset="-127"/>
              </a:rPr>
              <a:t>1</a:t>
            </a:r>
            <a:endParaRPr lang="en-US" altLang="ko-KR" sz="1200" b="1" spc="-150" dirty="0">
              <a:solidFill>
                <a:srgbClr val="342F94"/>
              </a:solidFill>
              <a:latin typeface="맑은 고딕" panose="020B0503020000020004" pitchFamily="50" charset="-127"/>
              <a:ea typeface="맑은 고딕" panose="020B0503020000020004" pitchFamily="50" charset="-127"/>
            </a:endParaRPr>
          </a:p>
        </p:txBody>
      </p:sp>
      <p:graphicFrame>
        <p:nvGraphicFramePr>
          <p:cNvPr id="6" name="표 50">
            <a:extLst>
              <a:ext uri="{FF2B5EF4-FFF2-40B4-BE49-F238E27FC236}">
                <a16:creationId xmlns:a16="http://schemas.microsoft.com/office/drawing/2014/main" id="{450A4719-7E1B-4454-5CA4-8A68DDF9E0EC}"/>
              </a:ext>
            </a:extLst>
          </p:cNvPr>
          <p:cNvGraphicFramePr>
            <a:graphicFrameLocks noGrp="1"/>
          </p:cNvGraphicFramePr>
          <p:nvPr>
            <p:extLst>
              <p:ext uri="{D42A27DB-BD31-4B8C-83A1-F6EECF244321}">
                <p14:modId xmlns:p14="http://schemas.microsoft.com/office/powerpoint/2010/main" val="1277533847"/>
              </p:ext>
            </p:extLst>
          </p:nvPr>
        </p:nvGraphicFramePr>
        <p:xfrm>
          <a:off x="432297" y="611957"/>
          <a:ext cx="12241358" cy="5468833"/>
        </p:xfrm>
        <a:graphic>
          <a:graphicData uri="http://schemas.openxmlformats.org/drawingml/2006/table">
            <a:tbl>
              <a:tblPr firstRow="1" bandRow="1">
                <a:tableStyleId>{5C22544A-7EE6-4342-B048-85BDC9FD1C3A}</a:tableStyleId>
              </a:tblPr>
              <a:tblGrid>
                <a:gridCol w="1334727">
                  <a:extLst>
                    <a:ext uri="{9D8B030D-6E8A-4147-A177-3AD203B41FA5}">
                      <a16:colId xmlns:a16="http://schemas.microsoft.com/office/drawing/2014/main" val="4232753918"/>
                    </a:ext>
                  </a:extLst>
                </a:gridCol>
                <a:gridCol w="848971">
                  <a:extLst>
                    <a:ext uri="{9D8B030D-6E8A-4147-A177-3AD203B41FA5}">
                      <a16:colId xmlns:a16="http://schemas.microsoft.com/office/drawing/2014/main" val="3018287434"/>
                    </a:ext>
                  </a:extLst>
                </a:gridCol>
                <a:gridCol w="2641151">
                  <a:extLst>
                    <a:ext uri="{9D8B030D-6E8A-4147-A177-3AD203B41FA5}">
                      <a16:colId xmlns:a16="http://schemas.microsoft.com/office/drawing/2014/main" val="1024583826"/>
                    </a:ext>
                  </a:extLst>
                </a:gridCol>
                <a:gridCol w="1132258">
                  <a:extLst>
                    <a:ext uri="{9D8B030D-6E8A-4147-A177-3AD203B41FA5}">
                      <a16:colId xmlns:a16="http://schemas.microsoft.com/office/drawing/2014/main" val="2630283918"/>
                    </a:ext>
                  </a:extLst>
                </a:gridCol>
                <a:gridCol w="616067">
                  <a:extLst>
                    <a:ext uri="{9D8B030D-6E8A-4147-A177-3AD203B41FA5}">
                      <a16:colId xmlns:a16="http://schemas.microsoft.com/office/drawing/2014/main" val="363714043"/>
                    </a:ext>
                  </a:extLst>
                </a:gridCol>
                <a:gridCol w="2321318">
                  <a:extLst>
                    <a:ext uri="{9D8B030D-6E8A-4147-A177-3AD203B41FA5}">
                      <a16:colId xmlns:a16="http://schemas.microsoft.com/office/drawing/2014/main" val="3704753181"/>
                    </a:ext>
                  </a:extLst>
                </a:gridCol>
                <a:gridCol w="682007">
                  <a:extLst>
                    <a:ext uri="{9D8B030D-6E8A-4147-A177-3AD203B41FA5}">
                      <a16:colId xmlns:a16="http://schemas.microsoft.com/office/drawing/2014/main" val="2491921244"/>
                    </a:ext>
                  </a:extLst>
                </a:gridCol>
                <a:gridCol w="2664859">
                  <a:extLst>
                    <a:ext uri="{9D8B030D-6E8A-4147-A177-3AD203B41FA5}">
                      <a16:colId xmlns:a16="http://schemas.microsoft.com/office/drawing/2014/main" val="1733115995"/>
                    </a:ext>
                  </a:extLst>
                </a:gridCol>
              </a:tblGrid>
              <a:tr h="316886">
                <a:tc>
                  <a:txBody>
                    <a:bodyPr/>
                    <a:lstStyle/>
                    <a:p>
                      <a:pPr algn="ctr" latinLnBrk="1"/>
                      <a:r>
                        <a:rPr lang="ko-KR" altLang="en-US" sz="900" spc="-150" dirty="0">
                          <a:solidFill>
                            <a:schemeClr val="tx1"/>
                          </a:solidFill>
                          <a:latin typeface="+mn-ea"/>
                          <a:ea typeface="+mn-ea"/>
                        </a:rPr>
                        <a:t>화면</a:t>
                      </a:r>
                      <a:r>
                        <a:rPr lang="en-US" altLang="ko-KR" sz="900" spc="-150" dirty="0">
                          <a:solidFill>
                            <a:schemeClr val="tx1"/>
                          </a:solidFill>
                          <a:latin typeface="+mn-ea"/>
                          <a:ea typeface="+mn-ea"/>
                        </a:rPr>
                        <a:t>1</a:t>
                      </a:r>
                      <a:endParaRPr lang="ko-KR" altLang="en-US" sz="900" spc="-150" dirty="0">
                        <a:solidFill>
                          <a:schemeClr val="tx1"/>
                        </a:solidFill>
                        <a:latin typeface="+mn-ea"/>
                        <a:ea typeface="+mn-ea"/>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화면</a:t>
                      </a:r>
                      <a:r>
                        <a:rPr lang="en-US" altLang="ko-KR" sz="900" spc="-150" dirty="0">
                          <a:solidFill>
                            <a:schemeClr val="tx1"/>
                          </a:solidFill>
                          <a:latin typeface="+mn-ea"/>
                          <a:ea typeface="+mn-ea"/>
                        </a:rPr>
                        <a:t>ID</a:t>
                      </a:r>
                      <a:endParaRPr lang="ko-KR" altLang="en-US" sz="900" spc="-150" dirty="0">
                        <a:solidFill>
                          <a:schemeClr val="tx1"/>
                        </a:solidFill>
                        <a:latin typeface="+mn-ea"/>
                        <a:ea typeface="+mn-ea"/>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케이스</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체크 시점</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spc="-150" dirty="0">
                          <a:solidFill>
                            <a:schemeClr val="tx1"/>
                          </a:solidFill>
                          <a:latin typeface="+mn-ea"/>
                          <a:ea typeface="+mn-ea"/>
                        </a:rPr>
                        <a:t>UI</a:t>
                      </a:r>
                      <a:endParaRPr lang="ko-KR" altLang="en-US" sz="900" spc="-150" dirty="0">
                        <a:solidFill>
                          <a:schemeClr val="tx1"/>
                        </a:solidFill>
                        <a:latin typeface="+mn-ea"/>
                        <a:ea typeface="+mn-ea"/>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메시지</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버튼</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spc="-150" dirty="0">
                          <a:solidFill>
                            <a:schemeClr val="tx1"/>
                          </a:solidFill>
                          <a:latin typeface="+mn-ea"/>
                          <a:ea typeface="+mn-ea"/>
                        </a:rPr>
                        <a:t>버튼 선택 시</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26381393"/>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주문상품 </a:t>
                      </a:r>
                      <a:r>
                        <a:rPr lang="ko-KR" altLang="en-US" sz="800" kern="1200" spc="-150" dirty="0" err="1">
                          <a:solidFill>
                            <a:schemeClr val="tx1"/>
                          </a:solidFill>
                          <a:latin typeface="+mn-ea"/>
                          <a:ea typeface="+mn-ea"/>
                          <a:cs typeface="+mn-cs"/>
                        </a:rPr>
                        <a:t>미선택</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주문하기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err="1">
                          <a:solidFill>
                            <a:schemeClr val="tx1"/>
                          </a:solidFill>
                          <a:latin typeface="+mn-ea"/>
                          <a:ea typeface="+mn-ea"/>
                          <a:cs typeface="+mn-cs"/>
                        </a:rPr>
                        <a:t>alert</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주문할 상품을 선택해주세요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027727500"/>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품절상품 주문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주문하기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품절된 상품은 주문이 불가합니다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장바구니에서 삭제 후 다시 시도해 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62711094"/>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상품 삭제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선택삭제</a:t>
                      </a:r>
                      <a:r>
                        <a:rPr lang="en-US" altLang="ko-KR" sz="800" kern="1200" spc="-150">
                          <a:solidFill>
                            <a:schemeClr val="tx1"/>
                          </a:solidFill>
                          <a:latin typeface="+mn-ea"/>
                          <a:ea typeface="+mn-ea"/>
                          <a:cs typeface="+mn-cs"/>
                        </a:rPr>
                        <a:t>/[X] </a:t>
                      </a:r>
                      <a:r>
                        <a:rPr lang="ko-KR" altLang="en-US" sz="800" kern="1200" spc="-150">
                          <a:solidFill>
                            <a:schemeClr val="tx1"/>
                          </a:solidFill>
                          <a:latin typeface="+mn-ea"/>
                          <a:ea typeface="+mn-ea"/>
                          <a:cs typeface="+mn-cs"/>
                        </a:rPr>
                        <a:t>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err="1">
                          <a:solidFill>
                            <a:schemeClr val="tx1"/>
                          </a:solidFill>
                          <a:latin typeface="+mn-ea"/>
                          <a:ea typeface="+mn-ea"/>
                          <a:cs typeface="+mn-cs"/>
                        </a:rPr>
                        <a:t>confirm</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선택한 상품을 </a:t>
                      </a:r>
                      <a:r>
                        <a:rPr lang="ko-KR" altLang="en-US" sz="800" kern="1200" spc="-150" dirty="0" err="1">
                          <a:solidFill>
                            <a:schemeClr val="tx1"/>
                          </a:solidFill>
                          <a:latin typeface="+mn-ea"/>
                          <a:ea typeface="+mn-ea"/>
                          <a:cs typeface="+mn-cs"/>
                        </a:rPr>
                        <a:t>삭제하시겠습니까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42023650"/>
                  </a:ext>
                </a:extLst>
              </a:tr>
              <a:tr h="32574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수량 재고 초과</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수량 증가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재고가 부족합니다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현재 재고 </a:t>
                      </a:r>
                      <a:r>
                        <a:rPr lang="en-US" altLang="ko-KR" sz="800" kern="1200" spc="-150" dirty="0">
                          <a:solidFill>
                            <a:schemeClr val="tx1"/>
                          </a:solidFill>
                          <a:latin typeface="+mn-ea"/>
                          <a:ea typeface="+mn-ea"/>
                          <a:cs typeface="+mn-cs"/>
                        </a:rPr>
                        <a:t>n</a:t>
                      </a:r>
                      <a:r>
                        <a:rPr lang="ko-KR" altLang="en-US" sz="800" kern="1200" spc="-150" dirty="0">
                          <a:solidFill>
                            <a:schemeClr val="tx1"/>
                          </a:solidFill>
                          <a:latin typeface="+mn-ea"/>
                          <a:ea typeface="+mn-ea"/>
                          <a:cs typeface="+mn-cs"/>
                        </a:rPr>
                        <a:t>개</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51132186"/>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품절 상품 담기 시도</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담기</a:t>
                      </a:r>
                      <a:r>
                        <a:rPr lang="en-US" altLang="ko-KR" sz="800" kern="1200" spc="-150">
                          <a:solidFill>
                            <a:schemeClr val="tx1"/>
                          </a:solidFill>
                          <a:latin typeface="+mn-ea"/>
                          <a:ea typeface="+mn-ea"/>
                          <a:cs typeface="+mn-cs"/>
                        </a:rPr>
                        <a:t>/</a:t>
                      </a:r>
                      <a:r>
                        <a:rPr lang="ko-KR" altLang="en-US" sz="800" kern="1200" spc="-150">
                          <a:solidFill>
                            <a:schemeClr val="tx1"/>
                          </a:solidFill>
                          <a:latin typeface="+mn-ea"/>
                          <a:ea typeface="+mn-ea"/>
                          <a:cs typeface="+mn-cs"/>
                        </a:rPr>
                        <a:t>주문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a:solidFill>
                            <a:schemeClr val="tx1"/>
                          </a:solidFill>
                          <a:latin typeface="+mn-ea"/>
                          <a:ea typeface="+mn-ea"/>
                          <a:cs typeface="+mn-cs"/>
                        </a:rPr>
                        <a:t>품절된 상품입니다</a:t>
                      </a:r>
                      <a:r>
                        <a:rPr lang="en-US" altLang="ko-KR" sz="800" kern="1200" spc="-15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145837436"/>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CH-U-CA-01-01</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a:t>
                      </a:r>
                      <a:r>
                        <a:rPr lang="en-US" altLang="ko-KR" sz="800" kern="1200" spc="-150" dirty="0">
                          <a:solidFill>
                            <a:schemeClr val="tx1"/>
                          </a:solidFill>
                          <a:latin typeface="+mn-ea"/>
                          <a:ea typeface="+mn-ea"/>
                          <a:cs typeface="+mn-cs"/>
                        </a:rPr>
                        <a:t>1</a:t>
                      </a:r>
                      <a:r>
                        <a:rPr lang="ko-KR" altLang="en-US" sz="800" kern="1200" spc="-150" dirty="0">
                          <a:solidFill>
                            <a:schemeClr val="tx1"/>
                          </a:solidFill>
                          <a:latin typeface="+mn-ea"/>
                          <a:ea typeface="+mn-ea"/>
                          <a:cs typeface="+mn-cs"/>
                        </a:rPr>
                        <a:t>개만 남았을 때 삭제 시도</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삭제</a:t>
                      </a:r>
                      <a:r>
                        <a:rPr lang="en-US" altLang="ko-KR" sz="800" kern="1200" spc="-150" dirty="0">
                          <a:solidFill>
                            <a:schemeClr val="tx1"/>
                          </a:solidFill>
                          <a:latin typeface="+mn-ea"/>
                          <a:ea typeface="+mn-ea"/>
                          <a:cs typeface="+mn-cs"/>
                        </a:rPr>
                        <a:t>[X] </a:t>
                      </a:r>
                      <a:r>
                        <a:rPr lang="ko-KR" altLang="en-US" sz="800" kern="1200" spc="-150" dirty="0">
                          <a:solidFill>
                            <a:schemeClr val="tx1"/>
                          </a:solidFill>
                          <a:latin typeface="+mn-ea"/>
                          <a:ea typeface="+mn-ea"/>
                          <a:cs typeface="+mn-cs"/>
                        </a:rPr>
                        <a:t>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옵션은</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최소 </a:t>
                      </a:r>
                      <a:r>
                        <a:rPr lang="en-US" altLang="ko-KR" sz="800" kern="1200" spc="-150" dirty="0">
                          <a:solidFill>
                            <a:schemeClr val="tx1"/>
                          </a:solidFill>
                          <a:latin typeface="+mn-ea"/>
                          <a:ea typeface="+mn-ea"/>
                          <a:cs typeface="+mn-cs"/>
                        </a:rPr>
                        <a:t>1</a:t>
                      </a:r>
                      <a:r>
                        <a:rPr lang="ko-KR" altLang="en-US" sz="800" kern="1200" spc="-150" dirty="0">
                          <a:solidFill>
                            <a:schemeClr val="tx1"/>
                          </a:solidFill>
                          <a:latin typeface="+mn-ea"/>
                          <a:ea typeface="+mn-ea"/>
                          <a:cs typeface="+mn-cs"/>
                        </a:rPr>
                        <a:t>개 이상 선택되어 있어야 합니다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ko-KR"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1965300"/>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 </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 </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옵션변경 </a:t>
                      </a:r>
                      <a:r>
                        <a:rPr kumimoji="0" lang="ko-KR" altLang="en-US" sz="800" b="0" i="0" u="none" strike="noStrike" kern="1200" cap="none" spc="-150" normalizeH="0" baseline="0" noProof="0" dirty="0" err="1">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레이어팝업</a:t>
                      </a: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CH-U-CA-01-02-01p</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동일 옵션 추가</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기존과 동일 옵션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기존에 선택된 옵션입니다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수량을 </a:t>
                      </a:r>
                      <a:r>
                        <a:rPr lang="ko-KR" altLang="en-US" sz="800" kern="1200" spc="-150" dirty="0" err="1">
                          <a:solidFill>
                            <a:schemeClr val="tx1"/>
                          </a:solidFill>
                          <a:latin typeface="+mn-ea"/>
                          <a:ea typeface="+mn-ea"/>
                          <a:cs typeface="+mn-cs"/>
                        </a:rPr>
                        <a:t>추가하시겠습니까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80293475"/>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 </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 </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옵션변경 </a:t>
                      </a:r>
                      <a:r>
                        <a:rPr kumimoji="0" lang="ko-KR" altLang="en-US" sz="800" b="0" i="0" u="none" strike="noStrike" kern="1200" cap="none" spc="-150" normalizeH="0" baseline="0" noProof="0" dirty="0" err="1">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레이어팝업</a:t>
                      </a: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CH-U-CA-01-02-01p</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변경 후 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옵션변경 </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변경을 </a:t>
                      </a:r>
                      <a:r>
                        <a:rPr lang="ko-KR" altLang="en-US" sz="800" kern="1200" spc="-150" dirty="0" err="1">
                          <a:solidFill>
                            <a:schemeClr val="tx1"/>
                          </a:solidFill>
                          <a:latin typeface="+mn-ea"/>
                          <a:ea typeface="+mn-ea"/>
                          <a:cs typeface="+mn-cs"/>
                        </a:rPr>
                        <a:t>취소하시겠습니까</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변경 내용은 저장되지 않습니다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91218079"/>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장바구니 </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 </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옵션변경 </a:t>
                      </a:r>
                      <a:r>
                        <a:rPr kumimoji="0" lang="ko-KR" altLang="en-US" sz="800" b="0" i="0" u="none" strike="noStrike" kern="1200" cap="none" spc="-150" normalizeH="0" baseline="0" noProof="0" dirty="0" err="1">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레이어팝업</a:t>
                      </a: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ctr"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CH-U-CA-01-02-01p</a:t>
                      </a:r>
                      <a:endParaRPr lang="ko-KR" altLang="en-US"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 변경 후 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옵션변경 </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toast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옵션이 변경되었습니다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endParaRPr lang="ko-KR" altLang="en-US" sz="800" kern="1200" spc="-150" dirty="0">
                        <a:solidFill>
                          <a:schemeClr val="tx1"/>
                        </a:solidFill>
                        <a:latin typeface="+mn-ea"/>
                        <a:ea typeface="+mn-ea"/>
                        <a:cs typeface="+mn-cs"/>
                      </a:endParaRP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369369637"/>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CH-U-CA-02-01</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결제수단 변경</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결제수단 변경</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결제수단을 변경하면 바우처 적용이 불가합니다</a:t>
                      </a:r>
                      <a:r>
                        <a:rPr lang="en-US" altLang="ko-KR" sz="800" kern="1200" spc="-150" dirty="0">
                          <a:solidFill>
                            <a:schemeClr val="tx1"/>
                          </a:solidFill>
                          <a:latin typeface="+mn-ea"/>
                          <a:ea typeface="+mn-ea"/>
                          <a:cs typeface="+mn-cs"/>
                        </a:rPr>
                        <a:t>. </a:t>
                      </a:r>
                      <a:r>
                        <a:rPr lang="ko-KR" altLang="en-US" sz="800" kern="1200" spc="-150" dirty="0" err="1">
                          <a:solidFill>
                            <a:schemeClr val="tx1"/>
                          </a:solidFill>
                          <a:latin typeface="+mn-ea"/>
                          <a:ea typeface="+mn-ea"/>
                          <a:cs typeface="+mn-cs"/>
                        </a:rPr>
                        <a:t>계속하시겠습니까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68100015"/>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CH-U-CA-02-01</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바우처 변경</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바우처 선택 </a:t>
                      </a:r>
                      <a:r>
                        <a:rPr lang="ko-KR" altLang="en-US" sz="800" kern="1200" spc="-150" dirty="0" err="1">
                          <a:solidFill>
                            <a:schemeClr val="tx1"/>
                          </a:solidFill>
                          <a:latin typeface="+mn-ea"/>
                          <a:ea typeface="+mn-ea"/>
                          <a:cs typeface="+mn-cs"/>
                        </a:rPr>
                        <a:t>변경시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 바우처가 변경되었습니다</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결제 금액을 다시 확인해주세요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0915637"/>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CH-U-CA-02-01</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필수약관 미동의</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결제하기 선택 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alert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필수 약관에 동의해주세요</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alert </a:t>
                      </a:r>
                      <a:r>
                        <a:rPr lang="ko-KR" altLang="en-US" sz="800" kern="1200" spc="-150" dirty="0">
                          <a:solidFill>
                            <a:schemeClr val="tx1"/>
                          </a:solidFill>
                          <a:latin typeface="+mn-ea"/>
                          <a:ea typeface="+mn-ea"/>
                          <a:cs typeface="+mn-cs"/>
                        </a:rPr>
                        <a:t>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869019998"/>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배송지 목록</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CH-U-CA-02-02-01p</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등록</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수정</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저장 </a:t>
                      </a:r>
                      <a:r>
                        <a:rPr lang="ko-KR" altLang="en-US" sz="800" kern="1200" spc="-150" dirty="0" err="1">
                          <a:solidFill>
                            <a:schemeClr val="tx1"/>
                          </a:solidFill>
                          <a:latin typeface="+mn-ea"/>
                          <a:ea typeface="+mn-ea"/>
                          <a:cs typeface="+mn-cs"/>
                        </a:rPr>
                        <a:t>완료시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toast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배송지가 저장되었습니다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en-US" altLang="ko-KR"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761861867"/>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배송지 목록</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CH-U-CA-02-02-01p</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입력 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입력 중 </a:t>
                      </a:r>
                      <a:r>
                        <a:rPr lang="ko-KR" altLang="en-US" sz="800" kern="1200" spc="-150" dirty="0" err="1">
                          <a:solidFill>
                            <a:schemeClr val="tx1"/>
                          </a:solidFill>
                          <a:latin typeface="+mn-ea"/>
                          <a:ea typeface="+mn-ea"/>
                          <a:cs typeface="+mn-cs"/>
                        </a:rPr>
                        <a:t>취소시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err="1">
                          <a:solidFill>
                            <a:schemeClr val="tx1"/>
                          </a:solidFill>
                          <a:latin typeface="+mn-ea"/>
                          <a:ea typeface="+mn-ea"/>
                          <a:cs typeface="+mn-cs"/>
                        </a:rPr>
                        <a:t>취소하시겠습니까</a:t>
                      </a:r>
                      <a:r>
                        <a:rPr lang="en-US" altLang="ko-KR" sz="800" kern="1200" spc="-150" dirty="0">
                          <a:solidFill>
                            <a:schemeClr val="tx1"/>
                          </a:solidFill>
                          <a:latin typeface="+mn-ea"/>
                          <a:ea typeface="+mn-ea"/>
                          <a:cs typeface="+mn-cs"/>
                        </a:rPr>
                        <a:t>? </a:t>
                      </a:r>
                      <a:r>
                        <a:rPr lang="ko-KR" altLang="en-US" sz="800" kern="1200" spc="-150" dirty="0">
                          <a:solidFill>
                            <a:schemeClr val="tx1"/>
                          </a:solidFill>
                          <a:latin typeface="+mn-ea"/>
                          <a:ea typeface="+mn-ea"/>
                          <a:cs typeface="+mn-cs"/>
                        </a:rPr>
                        <a:t>입력 내용은 저장되지 않습니다</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118380095"/>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결제하기</a:t>
                      </a:r>
                      <a:r>
                        <a:rPr kumimoji="0" lang="en-US" altLang="ko-KR"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&gt;</a:t>
                      </a:r>
                      <a:r>
                        <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rPr>
                        <a:t>배송지 목록</a:t>
                      </a: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kern="1200" spc="-80" dirty="0">
                          <a:solidFill>
                            <a:schemeClr val="dk1"/>
                          </a:solidFill>
                          <a:latin typeface="+mn-lt"/>
                          <a:ea typeface="+mn-ea"/>
                          <a:cs typeface="+mn-cs"/>
                        </a:rPr>
                        <a:t>CH-U-CA-02-02-01p</a:t>
                      </a: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삭제</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배송지 삭제 </a:t>
                      </a:r>
                      <a:r>
                        <a:rPr lang="ko-KR" altLang="en-US" sz="800" kern="1200" spc="-150" dirty="0" err="1">
                          <a:solidFill>
                            <a:schemeClr val="tx1"/>
                          </a:solidFill>
                          <a:latin typeface="+mn-ea"/>
                          <a:ea typeface="+mn-ea"/>
                          <a:cs typeface="+mn-cs"/>
                        </a:rPr>
                        <a:t>선택시</a:t>
                      </a: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en-US" altLang="ko-KR" sz="800" kern="1200" spc="-150" dirty="0">
                          <a:solidFill>
                            <a:schemeClr val="tx1"/>
                          </a:solidFill>
                          <a:latin typeface="+mn-ea"/>
                          <a:ea typeface="+mn-ea"/>
                          <a:cs typeface="+mn-cs"/>
                        </a:rPr>
                        <a:t>confirm</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선택한 배송지를 </a:t>
                      </a:r>
                      <a:r>
                        <a:rPr lang="ko-KR" altLang="en-US" sz="800" kern="1200" spc="-150" dirty="0" err="1">
                          <a:solidFill>
                            <a:schemeClr val="tx1"/>
                          </a:solidFill>
                          <a:latin typeface="+mn-ea"/>
                          <a:ea typeface="+mn-ea"/>
                          <a:cs typeface="+mn-cs"/>
                        </a:rPr>
                        <a:t>삭제하시겠습니까</a:t>
                      </a:r>
                      <a:r>
                        <a:rPr lang="en-US" altLang="ko-KR" sz="800" kern="1200" spc="-150" dirty="0">
                          <a:solidFill>
                            <a:schemeClr val="tx1"/>
                          </a:solidFill>
                          <a:latin typeface="+mn-ea"/>
                          <a:ea typeface="+mn-ea"/>
                          <a:cs typeface="+mn-cs"/>
                        </a:rPr>
                        <a:t>?</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r>
                        <a:rPr lang="ko-KR" altLang="en-US" sz="800" kern="1200" spc="-150" dirty="0">
                          <a:solidFill>
                            <a:schemeClr val="tx1"/>
                          </a:solidFill>
                          <a:latin typeface="+mn-ea"/>
                          <a:ea typeface="+mn-ea"/>
                          <a:cs typeface="+mn-cs"/>
                        </a:rPr>
                        <a:t>확인</a:t>
                      </a:r>
                      <a:r>
                        <a:rPr lang="en-US" altLang="ko-KR" sz="800" kern="1200" spc="-150" dirty="0">
                          <a:solidFill>
                            <a:schemeClr val="tx1"/>
                          </a:solidFill>
                          <a:latin typeface="+mn-ea"/>
                          <a:ea typeface="+mn-ea"/>
                          <a:cs typeface="+mn-cs"/>
                        </a:rPr>
                        <a:t>/</a:t>
                      </a:r>
                      <a:r>
                        <a:rPr lang="ko-KR" altLang="en-US" sz="800" kern="1200" spc="-150" dirty="0">
                          <a:solidFill>
                            <a:schemeClr val="tx1"/>
                          </a:solidFill>
                          <a:latin typeface="+mn-ea"/>
                          <a:ea typeface="+mn-ea"/>
                          <a:cs typeface="+mn-cs"/>
                        </a:rPr>
                        <a:t>취소</a:t>
                      </a: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r>
                        <a:rPr lang="en-US" altLang="ko-KR" sz="800" kern="1200" spc="-150" dirty="0">
                          <a:solidFill>
                            <a:schemeClr val="tx1"/>
                          </a:solidFill>
                          <a:latin typeface="+mn-ea"/>
                          <a:ea typeface="+mn-ea"/>
                          <a:cs typeface="+mn-cs"/>
                        </a:rPr>
                        <a:t>confirm</a:t>
                      </a:r>
                      <a:r>
                        <a:rPr lang="ko-KR" altLang="en-US" sz="800" kern="1200" spc="-150" dirty="0">
                          <a:solidFill>
                            <a:schemeClr val="tx1"/>
                          </a:solidFill>
                          <a:latin typeface="+mn-ea"/>
                          <a:ea typeface="+mn-ea"/>
                          <a:cs typeface="+mn-cs"/>
                        </a:rPr>
                        <a:t> 닫음</a:t>
                      </a: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690319"/>
                  </a:ext>
                </a:extLst>
              </a:tr>
              <a:tr h="3168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150" normalizeH="0" baseline="0" noProof="0" dirty="0">
                        <a:ln>
                          <a:noFill/>
                        </a:ln>
                        <a:solidFill>
                          <a:prstClr val="black">
                            <a:lumMod val="75000"/>
                            <a:lumOff val="25000"/>
                          </a:prstClr>
                        </a:solidFill>
                        <a:effectLst/>
                        <a:uLnTx/>
                        <a:uFillTx/>
                        <a:latin typeface="맑은 고딕" panose="020B0503020000020004" pitchFamily="50" charset="-127"/>
                        <a:ea typeface="맑은 고딕" panose="020B0503020000020004" pitchFamily="50" charset="-127"/>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ko-KR" sz="800" kern="1200" spc="-80" dirty="0">
                        <a:solidFill>
                          <a:schemeClr val="dk1"/>
                        </a:solidFill>
                        <a:latin typeface="+mn-lt"/>
                        <a:ea typeface="+mn-ea"/>
                        <a:cs typeface="+mn-cs"/>
                      </a:endParaRPr>
                    </a:p>
                  </a:txBody>
                  <a:tcPr marL="31851" marR="31851" marT="31851" marB="31851"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en-US" altLang="ko-KR"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en-US" altLang="ko-KR"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a:buNone/>
                      </a:pPr>
                      <a:endParaRPr lang="ko-KR" altLang="en-US" sz="800" kern="1200" spc="-150" dirty="0">
                        <a:solidFill>
                          <a:schemeClr val="tx1"/>
                        </a:solidFill>
                        <a:latin typeface="+mn-ea"/>
                        <a:ea typeface="+mn-ea"/>
                        <a:cs typeface="+mn-cs"/>
                      </a:endParaRPr>
                    </a:p>
                  </a:txBody>
                  <a:tcPr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tc>
                  <a:txBody>
                    <a:bodyPr/>
                    <a:lstStyle/>
                    <a:p>
                      <a:pPr marL="0" marR="0" lvl="0" indent="0" algn="l" defTabSz="1196401" rtl="0" eaLnBrk="1" fontAlgn="auto" latinLnBrk="1" hangingPunct="1">
                        <a:lnSpc>
                          <a:spcPct val="100000"/>
                        </a:lnSpc>
                        <a:spcBef>
                          <a:spcPts val="0"/>
                        </a:spcBef>
                        <a:spcAft>
                          <a:spcPts val="0"/>
                        </a:spcAft>
                        <a:buClrTx/>
                        <a:buSzTx/>
                        <a:buFontTx/>
                        <a:buNone/>
                        <a:tabLst/>
                        <a:defRPr/>
                      </a:pPr>
                      <a:endParaRPr lang="ko-KR" altLang="en-US" sz="800" kern="1200" spc="-150" dirty="0">
                        <a:solidFill>
                          <a:schemeClr val="tx1"/>
                        </a:solidFill>
                        <a:latin typeface="+mn-ea"/>
                        <a:ea typeface="+mn-ea"/>
                        <a:cs typeface="+mn-cs"/>
                      </a:endParaRPr>
                    </a:p>
                  </a:txBody>
                  <a:tcPr marL="33862" marR="33862" marT="33862" marB="33862"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45986087"/>
                  </a:ext>
                </a:extLst>
              </a:tr>
            </a:tbl>
          </a:graphicData>
        </a:graphic>
      </p:graphicFrame>
    </p:spTree>
    <p:extLst>
      <p:ext uri="{BB962C8B-B14F-4D97-AF65-F5344CB8AC3E}">
        <p14:creationId xmlns:p14="http://schemas.microsoft.com/office/powerpoint/2010/main" val="1502338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52650" y="2700189"/>
            <a:ext cx="1678922" cy="646331"/>
          </a:xfrm>
          <a:prstGeom prst="rect">
            <a:avLst/>
          </a:prstGeom>
          <a:noFill/>
        </p:spPr>
        <p:txBody>
          <a:bodyPr wrap="none" rtlCol="0">
            <a:spAutoFit/>
          </a:bodyPr>
          <a:lstStyle/>
          <a:p>
            <a:pPr algn="ctr"/>
            <a:r>
              <a:rPr lang="en-US" altLang="ko-KR" sz="3600" u="sng" spc="-150" dirty="0" err="1">
                <a:latin typeface="맑은 고딕" panose="020B0503020000020004" pitchFamily="50" charset="-127"/>
              </a:rPr>
              <a:t>MO_ver</a:t>
            </a:r>
            <a:endParaRPr lang="en-US" altLang="ko-KR" sz="3600" u="sng" spc="-150" dirty="0">
              <a:latin typeface="맑은 고딕" panose="020B0503020000020004" pitchFamily="50" charset="-127"/>
            </a:endParaRPr>
          </a:p>
        </p:txBody>
      </p:sp>
    </p:spTree>
    <p:extLst>
      <p:ext uri="{BB962C8B-B14F-4D97-AF65-F5344CB8AC3E}">
        <p14:creationId xmlns:p14="http://schemas.microsoft.com/office/powerpoint/2010/main" val="972314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7907" y="78285"/>
            <a:ext cx="88517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X)</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3" name="TextBox 2"/>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421252A2-A094-4A35-8DFE-E06C6C044F47}"/>
              </a:ext>
            </a:extLst>
          </p:cNvPr>
          <p:cNvGraphicFramePr>
            <a:graphicFrameLocks noGrp="1"/>
          </p:cNvGraphicFramePr>
          <p:nvPr>
            <p:extLst>
              <p:ext uri="{D42A27DB-BD31-4B8C-83A1-F6EECF244321}">
                <p14:modId xmlns:p14="http://schemas.microsoft.com/office/powerpoint/2010/main" val="3663006012"/>
              </p:ext>
            </p:extLst>
          </p:nvPr>
        </p:nvGraphicFramePr>
        <p:xfrm>
          <a:off x="10128399" y="623854"/>
          <a:ext cx="2850436" cy="4193733"/>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err="1">
                          <a:solidFill>
                            <a:schemeClr val="tx1"/>
                          </a:solidFill>
                          <a:latin typeface="+mn-ea"/>
                        </a:rPr>
                        <a:t>뒤로가기</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클릭 시 직전 화면으로 이동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 </a:t>
                      </a:r>
                      <a:r>
                        <a:rPr lang="ko-KR" altLang="en-US" sz="800" b="1" u="sng" kern="0" spc="-70" baseline="0" dirty="0">
                          <a:solidFill>
                            <a:schemeClr val="tx1"/>
                          </a:solidFill>
                          <a:latin typeface="+mn-ea"/>
                        </a:rPr>
                        <a:t>안내문구</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장바구니가 비어 있을 때만 화면 가운데에 노출</a:t>
                      </a:r>
                      <a:endParaRPr lang="en-US" altLang="ko-KR" sz="800" b="0" u="none"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클릭 시  직전 상품 목록으로 이동</a:t>
                      </a:r>
                      <a:endParaRPr lang="en-US" altLang="ko-KR" sz="800" b="0" u="none" kern="0" spc="-70" baseline="0" dirty="0">
                        <a:solidFill>
                          <a:schemeClr val="tx1"/>
                        </a:solidFill>
                        <a:latin typeface="+mn-ea"/>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800" b="0" u="none" kern="0" spc="-70" baseline="0" dirty="0">
                        <a:solidFill>
                          <a:schemeClr val="tx1"/>
                        </a:solidFill>
                        <a:latin typeface="+mn-ea"/>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안내문구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비로그인상태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 전일 경우</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 유도하는 문구로 변경</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3-1 </a:t>
                      </a:r>
                      <a:r>
                        <a:rPr lang="ko-KR" altLang="en-US" sz="800" b="1" u="sng" kern="0" spc="-70" baseline="0" dirty="0">
                          <a:solidFill>
                            <a:schemeClr val="tx1"/>
                          </a:solidFill>
                          <a:latin typeface="+mn-ea"/>
                        </a:rPr>
                        <a:t>쇼핑 계속하기 버튼</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장바구니가 비어 있을 때만 화면 가운데에 노출</a:t>
                      </a:r>
                      <a:endParaRPr lang="en-US" altLang="ko-KR" sz="800" b="0" u="none"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클릭 시  직전 상품 목록으로 이동</a:t>
                      </a:r>
                      <a:endParaRPr lang="en-US" altLang="ko-KR" sz="800" b="0" u="none"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en-US" altLang="ko-KR" sz="800" b="0" u="none" kern="0" spc="-70" baseline="0" dirty="0">
                        <a:solidFill>
                          <a:schemeClr val="tx1"/>
                        </a:solidFill>
                        <a:latin typeface="+mn-ea"/>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3-2 </a:t>
                      </a:r>
                      <a:r>
                        <a:rPr lang="ko-KR" altLang="en-US" sz="800" b="1" u="sng" kern="0" spc="-70" baseline="0" dirty="0">
                          <a:solidFill>
                            <a:schemeClr val="tx1"/>
                          </a:solidFill>
                          <a:latin typeface="+mn-ea"/>
                        </a:rPr>
                        <a:t>로그인하기 버튼</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비로그인상태</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 전일 경우</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로그인하기로 연결 </a:t>
                      </a:r>
                      <a:r>
                        <a:rPr kumimoji="0" lang="en-US" altLang="ko-KR" sz="800" b="0" i="0" u="none" strike="noStrike" kern="0" cap="none" spc="-70" normalizeH="0" baseline="0" dirty="0">
                          <a:ln>
                            <a:noFill/>
                          </a:ln>
                          <a:solidFill>
                            <a:srgbClr val="FF0000"/>
                          </a:solidFill>
                          <a:effectLst/>
                          <a:uLnTx/>
                          <a:uFillTx/>
                          <a:latin typeface="+mn-ea"/>
                          <a:ea typeface="+mn-ea"/>
                          <a:cs typeface="+mn-cs"/>
                        </a:rPr>
                        <a:t>CH-U-LO-01-01</a:t>
                      </a:r>
                      <a:endParaRPr kumimoji="0" lang="ko-KR" altLang="en-US" sz="800" b="0" i="0" u="none" strike="noStrike" kern="0" cap="none" spc="-70" normalizeH="0" baseline="0" dirty="0">
                        <a:ln>
                          <a:noFill/>
                        </a:ln>
                        <a:solidFill>
                          <a:srgbClr val="FF0000"/>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결제 요약 바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화면 하단 고정</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0</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개이므로 주문하기 버튼 비활성화 상태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 핸들</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로 상품 금액 상세내용 펼쳐서 확인 가능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담긴 상품이 없어도 상세내용 확인 가능함</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담긴 상품이 없을 경우 총 주문금액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0</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배송비 무료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디폴트값</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적용</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기존 정책과 동일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endParaRPr kumimoji="0" lang="en-US" altLang="ko-KR" sz="800" b="0" i="0" u="none" strike="noStrike" kern="0" cap="none" spc="-70" normalizeH="0" baseline="0" noProof="0" dirty="0">
                        <a:ln>
                          <a:noFill/>
                        </a:ln>
                        <a:solidFill>
                          <a:srgbClr val="FF0000"/>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904108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180957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38" name="모서리가 둥근 직사각형 114">
            <a:extLst>
              <a:ext uri="{FF2B5EF4-FFF2-40B4-BE49-F238E27FC236}">
                <a16:creationId xmlns:a16="http://schemas.microsoft.com/office/drawing/2014/main" id="{8EB40393-9D15-6F0B-B70A-1B180524604C}"/>
              </a:ext>
            </a:extLst>
          </p:cNvPr>
          <p:cNvSpPr/>
          <p:nvPr/>
        </p:nvSpPr>
        <p:spPr>
          <a:xfrm>
            <a:off x="834364" y="277698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sp>
        <p:nvSpPr>
          <p:cNvPr id="14" name="Rectangle 48">
            <a:extLst>
              <a:ext uri="{FF2B5EF4-FFF2-40B4-BE49-F238E27FC236}">
                <a16:creationId xmlns:a16="http://schemas.microsoft.com/office/drawing/2014/main" id="{A56A3FB6-5D12-8BBE-890F-226DDCE35AEF}"/>
              </a:ext>
            </a:extLst>
          </p:cNvPr>
          <p:cNvSpPr/>
          <p:nvPr/>
        </p:nvSpPr>
        <p:spPr>
          <a:xfrm>
            <a:off x="169406" y="5451606"/>
            <a:ext cx="3437628" cy="747371"/>
          </a:xfrm>
          <a:prstGeom prst="rect">
            <a:avLst/>
          </a:prstGeom>
          <a:solidFill>
            <a:srgbClr val="F2F2F2"/>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a:extLst>
              <a:ext uri="{FF2B5EF4-FFF2-40B4-BE49-F238E27FC236}">
                <a16:creationId xmlns:a16="http://schemas.microsoft.com/office/drawing/2014/main" id="{86A1AE57-8E17-7BCD-D959-C769BB40FEFB}"/>
              </a:ext>
            </a:extLst>
          </p:cNvPr>
          <p:cNvSpPr txBox="1"/>
          <p:nvPr/>
        </p:nvSpPr>
        <p:spPr>
          <a:xfrm>
            <a:off x="290783" y="5451607"/>
            <a:ext cx="1097280" cy="420624"/>
          </a:xfrm>
          <a:prstGeom prst="rect">
            <a:avLst/>
          </a:prstGeom>
          <a:noFill/>
        </p:spPr>
        <p:txBody>
          <a:bodyPr wrap="square" lIns="0" tIns="0" rIns="0" bIns="0" anchor="ctr">
            <a:noAutofit/>
          </a:bodyPr>
          <a:lstStyle/>
          <a:p>
            <a:pPr algn="l"/>
            <a:r>
              <a:rPr lang="ko-KR" altLang="en-US" sz="1000" b="1" dirty="0">
                <a:solidFill>
                  <a:srgbClr val="404040"/>
                </a:solidFill>
                <a:latin typeface="맑은 고딕"/>
                <a:ea typeface="맑은 고딕"/>
              </a:rPr>
              <a:t>결제 예정 금액</a:t>
            </a:r>
            <a:endParaRPr sz="1000" b="1" dirty="0">
              <a:solidFill>
                <a:srgbClr val="404040"/>
              </a:solidFill>
              <a:latin typeface="맑은 고딕"/>
              <a:ea typeface="맑은 고딕"/>
            </a:endParaRPr>
          </a:p>
        </p:txBody>
      </p:sp>
      <p:sp>
        <p:nvSpPr>
          <p:cNvPr id="20" name="TextBox 19">
            <a:extLst>
              <a:ext uri="{FF2B5EF4-FFF2-40B4-BE49-F238E27FC236}">
                <a16:creationId xmlns:a16="http://schemas.microsoft.com/office/drawing/2014/main" id="{FC361D86-9508-CE30-CBB7-06E44D552088}"/>
              </a:ext>
            </a:extLst>
          </p:cNvPr>
          <p:cNvSpPr txBox="1"/>
          <p:nvPr/>
        </p:nvSpPr>
        <p:spPr>
          <a:xfrm>
            <a:off x="2359353" y="5451607"/>
            <a:ext cx="1097280" cy="420624"/>
          </a:xfrm>
          <a:prstGeom prst="rect">
            <a:avLst/>
          </a:prstGeom>
          <a:noFill/>
        </p:spPr>
        <p:txBody>
          <a:bodyPr wrap="square" lIns="0" tIns="0" rIns="0" bIns="0" anchor="ctr">
            <a:noAutofit/>
          </a:bodyPr>
          <a:lstStyle/>
          <a:p>
            <a:pPr algn="r"/>
            <a:r>
              <a:rPr lang="en-US" altLang="ko-KR" sz="1000" b="1" dirty="0">
                <a:solidFill>
                  <a:srgbClr val="E8623F"/>
                </a:solidFill>
                <a:latin typeface="맑은 고딕"/>
                <a:ea typeface="맑은 고딕"/>
              </a:rPr>
              <a:t>0</a:t>
            </a:r>
            <a:r>
              <a:rPr lang="ko-KR" altLang="en-US" sz="1000" b="1" dirty="0">
                <a:solidFill>
                  <a:srgbClr val="E8623F"/>
                </a:solidFill>
                <a:latin typeface="맑은 고딕"/>
                <a:ea typeface="맑은 고딕"/>
              </a:rPr>
              <a:t>원</a:t>
            </a:r>
            <a:endParaRPr sz="1000" b="1" dirty="0">
              <a:solidFill>
                <a:srgbClr val="E8623F"/>
              </a:solidFill>
              <a:latin typeface="맑은 고딕"/>
              <a:ea typeface="맑은 고딕"/>
            </a:endParaRPr>
          </a:p>
        </p:txBody>
      </p:sp>
      <p:sp>
        <p:nvSpPr>
          <p:cNvPr id="23" name="Rounded Rectangle 50">
            <a:extLst>
              <a:ext uri="{FF2B5EF4-FFF2-40B4-BE49-F238E27FC236}">
                <a16:creationId xmlns:a16="http://schemas.microsoft.com/office/drawing/2014/main" id="{CE8D8515-F767-70F2-C887-9AC99CDB0F6A}"/>
              </a:ext>
            </a:extLst>
          </p:cNvPr>
          <p:cNvSpPr/>
          <p:nvPr/>
        </p:nvSpPr>
        <p:spPr>
          <a:xfrm>
            <a:off x="293569" y="5823992"/>
            <a:ext cx="3163063" cy="292608"/>
          </a:xfrm>
          <a:prstGeom prst="roundRect">
            <a:avLst>
              <a:gd name="adj" fmla="val 8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주문하기</a:t>
            </a:r>
          </a:p>
        </p:txBody>
      </p:sp>
      <p:sp>
        <p:nvSpPr>
          <p:cNvPr id="29" name="TextBox 28">
            <a:extLst>
              <a:ext uri="{FF2B5EF4-FFF2-40B4-BE49-F238E27FC236}">
                <a16:creationId xmlns:a16="http://schemas.microsoft.com/office/drawing/2014/main" id="{04962F55-8361-2494-B126-CBF2192A3B3E}"/>
              </a:ext>
            </a:extLst>
          </p:cNvPr>
          <p:cNvSpPr txBox="1"/>
          <p:nvPr/>
        </p:nvSpPr>
        <p:spPr>
          <a:xfrm>
            <a:off x="466795" y="1887571"/>
            <a:ext cx="2845822" cy="310896"/>
          </a:xfrm>
          <a:prstGeom prst="rect">
            <a:avLst/>
          </a:prstGeom>
          <a:noFill/>
        </p:spPr>
        <p:txBody>
          <a:bodyPr wrap="square" lIns="0" tIns="0" rIns="0" bIns="0" anchor="ctr">
            <a:noAutofit/>
          </a:bodyPr>
          <a:lstStyle/>
          <a:p>
            <a:pPr algn="ctr"/>
            <a:r>
              <a:rPr sz="1100" b="1" dirty="0" err="1">
                <a:solidFill>
                  <a:srgbClr val="404040"/>
                </a:solidFill>
                <a:latin typeface="맑은 고딕"/>
                <a:ea typeface="맑은 고딕"/>
              </a:rPr>
              <a:t>장바구니에</a:t>
            </a:r>
            <a:r>
              <a:rPr sz="1100" b="1" dirty="0">
                <a:solidFill>
                  <a:srgbClr val="404040"/>
                </a:solidFill>
                <a:latin typeface="맑은 고딕"/>
                <a:ea typeface="맑은 고딕"/>
              </a:rPr>
              <a:t> </a:t>
            </a:r>
            <a:r>
              <a:rPr sz="1100" b="1" dirty="0" err="1">
                <a:solidFill>
                  <a:srgbClr val="404040"/>
                </a:solidFill>
                <a:latin typeface="맑은 고딕"/>
                <a:ea typeface="맑은 고딕"/>
              </a:rPr>
              <a:t>담긴</a:t>
            </a:r>
            <a:r>
              <a:rPr sz="1100" b="1" dirty="0">
                <a:solidFill>
                  <a:srgbClr val="404040"/>
                </a:solidFill>
                <a:latin typeface="맑은 고딕"/>
                <a:ea typeface="맑은 고딕"/>
              </a:rPr>
              <a:t> </a:t>
            </a:r>
            <a:r>
              <a:rPr sz="1100" b="1" dirty="0" err="1">
                <a:solidFill>
                  <a:srgbClr val="404040"/>
                </a:solidFill>
                <a:latin typeface="맑은 고딕"/>
                <a:ea typeface="맑은 고딕"/>
              </a:rPr>
              <a:t>상품이</a:t>
            </a:r>
            <a:r>
              <a:rPr sz="1100" b="1" dirty="0">
                <a:solidFill>
                  <a:srgbClr val="404040"/>
                </a:solidFill>
                <a:latin typeface="맑은 고딕"/>
                <a:ea typeface="맑은 고딕"/>
              </a:rPr>
              <a:t> </a:t>
            </a:r>
            <a:r>
              <a:rPr sz="1100" b="1" dirty="0" err="1">
                <a:solidFill>
                  <a:srgbClr val="404040"/>
                </a:solidFill>
                <a:latin typeface="맑은 고딕"/>
                <a:ea typeface="맑은 고딕"/>
              </a:rPr>
              <a:t>없어요</a:t>
            </a:r>
            <a:r>
              <a:rPr sz="1100" b="1" dirty="0">
                <a:solidFill>
                  <a:srgbClr val="404040"/>
                </a:solidFill>
                <a:latin typeface="맑은 고딕"/>
                <a:ea typeface="맑은 고딕"/>
              </a:rPr>
              <a:t>.</a:t>
            </a:r>
          </a:p>
        </p:txBody>
      </p:sp>
      <p:sp>
        <p:nvSpPr>
          <p:cNvPr id="30" name="TextBox 29">
            <a:extLst>
              <a:ext uri="{FF2B5EF4-FFF2-40B4-BE49-F238E27FC236}">
                <a16:creationId xmlns:a16="http://schemas.microsoft.com/office/drawing/2014/main" id="{3D74C568-C114-62C1-C59C-DEDF46D327B8}"/>
              </a:ext>
            </a:extLst>
          </p:cNvPr>
          <p:cNvSpPr txBox="1"/>
          <p:nvPr/>
        </p:nvSpPr>
        <p:spPr>
          <a:xfrm>
            <a:off x="466795" y="2207611"/>
            <a:ext cx="2845822" cy="256032"/>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관심 있는 상품을 담고 혜택을 확인해 보세요.</a:t>
            </a:r>
          </a:p>
        </p:txBody>
      </p:sp>
      <p:sp>
        <p:nvSpPr>
          <p:cNvPr id="31" name="Rounded Rectangle 35">
            <a:extLst>
              <a:ext uri="{FF2B5EF4-FFF2-40B4-BE49-F238E27FC236}">
                <a16:creationId xmlns:a16="http://schemas.microsoft.com/office/drawing/2014/main" id="{1B42B2BE-B84B-28E2-8C70-8644F8A7CDC5}"/>
              </a:ext>
            </a:extLst>
          </p:cNvPr>
          <p:cNvSpPr/>
          <p:nvPr/>
        </p:nvSpPr>
        <p:spPr>
          <a:xfrm>
            <a:off x="1237934" y="2731900"/>
            <a:ext cx="1303544"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32" name="사각형: 둥근 모서리 31">
            <a:extLst>
              <a:ext uri="{FF2B5EF4-FFF2-40B4-BE49-F238E27FC236}">
                <a16:creationId xmlns:a16="http://schemas.microsoft.com/office/drawing/2014/main" id="{F863D389-A654-C08C-D755-154C94A9B231}"/>
              </a:ext>
            </a:extLst>
          </p:cNvPr>
          <p:cNvSpPr/>
          <p:nvPr/>
        </p:nvSpPr>
        <p:spPr>
          <a:xfrm>
            <a:off x="1599411" y="5341110"/>
            <a:ext cx="576064" cy="246221"/>
          </a:xfrm>
          <a:prstGeom prst="round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bg1">
                    <a:lumMod val="50000"/>
                  </a:schemeClr>
                </a:solidFill>
              </a:rPr>
              <a:t>=</a:t>
            </a:r>
            <a:endParaRPr lang="ko-KR" altLang="en-US" sz="1000" dirty="0">
              <a:solidFill>
                <a:schemeClr val="bg1">
                  <a:lumMod val="50000"/>
                </a:schemeClr>
              </a:solidFill>
            </a:endParaRPr>
          </a:p>
        </p:txBody>
      </p:sp>
      <p:sp>
        <p:nvSpPr>
          <p:cNvPr id="58" name="모서리가 둥근 직사각형 114">
            <a:extLst>
              <a:ext uri="{FF2B5EF4-FFF2-40B4-BE49-F238E27FC236}">
                <a16:creationId xmlns:a16="http://schemas.microsoft.com/office/drawing/2014/main" id="{8A2A0871-669B-26D1-5AC1-0AB392CFE4EE}"/>
              </a:ext>
            </a:extLst>
          </p:cNvPr>
          <p:cNvSpPr/>
          <p:nvPr/>
        </p:nvSpPr>
        <p:spPr>
          <a:xfrm>
            <a:off x="191265" y="536507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7" name="직사각형 6">
            <a:extLst>
              <a:ext uri="{FF2B5EF4-FFF2-40B4-BE49-F238E27FC236}">
                <a16:creationId xmlns:a16="http://schemas.microsoft.com/office/drawing/2014/main" id="{0743B37D-E740-F3D8-B04D-492E59E217A3}"/>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35" name="모서리가 둥근 직사각형 114">
            <a:extLst>
              <a:ext uri="{FF2B5EF4-FFF2-40B4-BE49-F238E27FC236}">
                <a16:creationId xmlns:a16="http://schemas.microsoft.com/office/drawing/2014/main" id="{EDC7C32F-76A0-3F09-A800-DC09FE1C9420}"/>
              </a:ext>
            </a:extLst>
          </p:cNvPr>
          <p:cNvSpPr/>
          <p:nvPr/>
        </p:nvSpPr>
        <p:spPr>
          <a:xfrm>
            <a:off x="231797" y="63915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8" name="TextBox 17">
            <a:extLst>
              <a:ext uri="{FF2B5EF4-FFF2-40B4-BE49-F238E27FC236}">
                <a16:creationId xmlns:a16="http://schemas.microsoft.com/office/drawing/2014/main" id="{853F1B94-7442-DA1A-35DF-CE9A07C85B77}"/>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9" name="TextBox 18">
            <a:extLst>
              <a:ext uri="{FF2B5EF4-FFF2-40B4-BE49-F238E27FC236}">
                <a16:creationId xmlns:a16="http://schemas.microsoft.com/office/drawing/2014/main" id="{4E9EDD91-0B8C-7A4E-EB05-2E4A83802AA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51" name="그룹 50">
            <a:extLst>
              <a:ext uri="{FF2B5EF4-FFF2-40B4-BE49-F238E27FC236}">
                <a16:creationId xmlns:a16="http://schemas.microsoft.com/office/drawing/2014/main" id="{F4F4D9DF-D354-6670-522C-40973631A183}"/>
              </a:ext>
            </a:extLst>
          </p:cNvPr>
          <p:cNvGrpSpPr/>
          <p:nvPr/>
        </p:nvGrpSpPr>
        <p:grpSpPr>
          <a:xfrm>
            <a:off x="2907993" y="703689"/>
            <a:ext cx="613818" cy="222962"/>
            <a:chOff x="2907993" y="703689"/>
            <a:chExt cx="613818" cy="222962"/>
          </a:xfrm>
        </p:grpSpPr>
        <p:pic>
          <p:nvPicPr>
            <p:cNvPr id="13" name="그림 12">
              <a:extLst>
                <a:ext uri="{FF2B5EF4-FFF2-40B4-BE49-F238E27FC236}">
                  <a16:creationId xmlns:a16="http://schemas.microsoft.com/office/drawing/2014/main" id="{DE807633-73E0-31A9-AC56-8E8D9AA8CFC2}"/>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11" name="그림 10">
              <a:extLst>
                <a:ext uri="{FF2B5EF4-FFF2-40B4-BE49-F238E27FC236}">
                  <a16:creationId xmlns:a16="http://schemas.microsoft.com/office/drawing/2014/main" id="{51B69E6F-73B0-55A9-0765-66287D74997A}"/>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50" name="그림 49">
              <a:extLst>
                <a:ext uri="{FF2B5EF4-FFF2-40B4-BE49-F238E27FC236}">
                  <a16:creationId xmlns:a16="http://schemas.microsoft.com/office/drawing/2014/main" id="{158D70C4-5496-C6ED-D5BC-ED9C1E9A7E52}"/>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738CCDAC-1FFD-913A-5295-306BFB7B4537}"/>
              </a:ext>
            </a:extLst>
          </p:cNvPr>
          <p:cNvSpPr txBox="1"/>
          <p:nvPr/>
        </p:nvSpPr>
        <p:spPr>
          <a:xfrm>
            <a:off x="3777842" y="1707085"/>
            <a:ext cx="782587" cy="230832"/>
          </a:xfrm>
          <a:prstGeom prst="rect">
            <a:avLst/>
          </a:prstGeom>
          <a:solidFill>
            <a:srgbClr val="FFFF00"/>
          </a:solid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비로그인 상태</a:t>
            </a:r>
          </a:p>
        </p:txBody>
      </p:sp>
      <p:cxnSp>
        <p:nvCxnSpPr>
          <p:cNvPr id="24" name="직선 화살표 연결선 23">
            <a:extLst>
              <a:ext uri="{FF2B5EF4-FFF2-40B4-BE49-F238E27FC236}">
                <a16:creationId xmlns:a16="http://schemas.microsoft.com/office/drawing/2014/main" id="{AE004C81-CF59-0B4F-0E78-A10FBF0EB122}"/>
              </a:ext>
            </a:extLst>
          </p:cNvPr>
          <p:cNvCxnSpPr>
            <a:cxnSpLocks/>
          </p:cNvCxnSpPr>
          <p:nvPr/>
        </p:nvCxnSpPr>
        <p:spPr>
          <a:xfrm flipV="1">
            <a:off x="2599328" y="2857623"/>
            <a:ext cx="1298608" cy="5385"/>
          </a:xfrm>
          <a:prstGeom prst="straightConnector1">
            <a:avLst/>
          </a:prstGeom>
          <a:ln w="317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25" name="직사각형 24">
            <a:extLst>
              <a:ext uri="{FF2B5EF4-FFF2-40B4-BE49-F238E27FC236}">
                <a16:creationId xmlns:a16="http://schemas.microsoft.com/office/drawing/2014/main" id="{E299C063-C56B-5374-8E06-2BC3D8FFBC61}"/>
              </a:ext>
            </a:extLst>
          </p:cNvPr>
          <p:cNvSpPr/>
          <p:nvPr/>
        </p:nvSpPr>
        <p:spPr>
          <a:xfrm>
            <a:off x="4574783" y="2701230"/>
            <a:ext cx="1374586" cy="289883"/>
          </a:xfrm>
          <a:prstGeom prst="rect">
            <a:avLst/>
          </a:prstGeom>
          <a:solidFill>
            <a:schemeClr val="tx1">
              <a:lumMod val="85000"/>
              <a:lumOff val="1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900" spc="-150" dirty="0">
                <a:solidFill>
                  <a:schemeClr val="bg1"/>
                </a:solidFill>
              </a:rPr>
              <a:t>로그인하기</a:t>
            </a:r>
          </a:p>
        </p:txBody>
      </p:sp>
      <p:sp>
        <p:nvSpPr>
          <p:cNvPr id="28" name="TextBox 27">
            <a:extLst>
              <a:ext uri="{FF2B5EF4-FFF2-40B4-BE49-F238E27FC236}">
                <a16:creationId xmlns:a16="http://schemas.microsoft.com/office/drawing/2014/main" id="{30347E6F-2880-9467-B316-EC699D017C33}"/>
              </a:ext>
            </a:extLst>
          </p:cNvPr>
          <p:cNvSpPr txBox="1"/>
          <p:nvPr/>
        </p:nvSpPr>
        <p:spPr>
          <a:xfrm>
            <a:off x="3874686" y="1980109"/>
            <a:ext cx="2845822" cy="310896"/>
          </a:xfrm>
          <a:prstGeom prst="rect">
            <a:avLst/>
          </a:prstGeom>
          <a:noFill/>
        </p:spPr>
        <p:txBody>
          <a:bodyPr wrap="square" lIns="0" tIns="0" rIns="0" bIns="0" anchor="ctr">
            <a:noAutofit/>
          </a:bodyPr>
          <a:lstStyle/>
          <a:p>
            <a:pPr algn="ctr"/>
            <a:r>
              <a:rPr sz="1100" b="1" dirty="0" err="1">
                <a:solidFill>
                  <a:srgbClr val="404040"/>
                </a:solidFill>
                <a:latin typeface="맑은 고딕"/>
                <a:ea typeface="맑은 고딕"/>
              </a:rPr>
              <a:t>장바구니에</a:t>
            </a:r>
            <a:r>
              <a:rPr sz="1100" b="1" dirty="0">
                <a:solidFill>
                  <a:srgbClr val="404040"/>
                </a:solidFill>
                <a:latin typeface="맑은 고딕"/>
                <a:ea typeface="맑은 고딕"/>
              </a:rPr>
              <a:t> </a:t>
            </a:r>
            <a:r>
              <a:rPr sz="1100" b="1" dirty="0" err="1">
                <a:solidFill>
                  <a:srgbClr val="404040"/>
                </a:solidFill>
                <a:latin typeface="맑은 고딕"/>
                <a:ea typeface="맑은 고딕"/>
              </a:rPr>
              <a:t>담긴</a:t>
            </a:r>
            <a:r>
              <a:rPr sz="1100" b="1" dirty="0">
                <a:solidFill>
                  <a:srgbClr val="404040"/>
                </a:solidFill>
                <a:latin typeface="맑은 고딕"/>
                <a:ea typeface="맑은 고딕"/>
              </a:rPr>
              <a:t> </a:t>
            </a:r>
            <a:r>
              <a:rPr sz="1100" b="1" dirty="0" err="1">
                <a:solidFill>
                  <a:srgbClr val="404040"/>
                </a:solidFill>
                <a:latin typeface="맑은 고딕"/>
                <a:ea typeface="맑은 고딕"/>
              </a:rPr>
              <a:t>상품이</a:t>
            </a:r>
            <a:r>
              <a:rPr sz="1100" b="1" dirty="0">
                <a:solidFill>
                  <a:srgbClr val="404040"/>
                </a:solidFill>
                <a:latin typeface="맑은 고딕"/>
                <a:ea typeface="맑은 고딕"/>
              </a:rPr>
              <a:t> </a:t>
            </a:r>
            <a:r>
              <a:rPr sz="1100" b="1" dirty="0" err="1">
                <a:solidFill>
                  <a:srgbClr val="404040"/>
                </a:solidFill>
                <a:latin typeface="맑은 고딕"/>
                <a:ea typeface="맑은 고딕"/>
              </a:rPr>
              <a:t>없어요</a:t>
            </a:r>
            <a:r>
              <a:rPr sz="1100" b="1" dirty="0">
                <a:solidFill>
                  <a:srgbClr val="404040"/>
                </a:solidFill>
                <a:latin typeface="맑은 고딕"/>
                <a:ea typeface="맑은 고딕"/>
              </a:rPr>
              <a:t>.</a:t>
            </a:r>
          </a:p>
        </p:txBody>
      </p:sp>
      <p:sp>
        <p:nvSpPr>
          <p:cNvPr id="33" name="TextBox 32">
            <a:extLst>
              <a:ext uri="{FF2B5EF4-FFF2-40B4-BE49-F238E27FC236}">
                <a16:creationId xmlns:a16="http://schemas.microsoft.com/office/drawing/2014/main" id="{FBE3B855-D900-12EB-7C78-AE87413BCED0}"/>
              </a:ext>
            </a:extLst>
          </p:cNvPr>
          <p:cNvSpPr txBox="1"/>
          <p:nvPr/>
        </p:nvSpPr>
        <p:spPr>
          <a:xfrm>
            <a:off x="3874686" y="2300149"/>
            <a:ext cx="2845822"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로그인하고 </a:t>
            </a:r>
            <a:r>
              <a:rPr sz="900" b="0" dirty="0" err="1">
                <a:solidFill>
                  <a:srgbClr val="8A8A8A"/>
                </a:solidFill>
                <a:latin typeface="맑은 고딕"/>
                <a:ea typeface="맑은 고딕"/>
              </a:rPr>
              <a:t>관심</a:t>
            </a:r>
            <a:r>
              <a:rPr sz="900" b="0" dirty="0">
                <a:solidFill>
                  <a:srgbClr val="8A8A8A"/>
                </a:solidFill>
                <a:latin typeface="맑은 고딕"/>
                <a:ea typeface="맑은 고딕"/>
              </a:rPr>
              <a:t> </a:t>
            </a:r>
            <a:r>
              <a:rPr sz="900" b="0" dirty="0" err="1">
                <a:solidFill>
                  <a:srgbClr val="8A8A8A"/>
                </a:solidFill>
                <a:latin typeface="맑은 고딕"/>
                <a:ea typeface="맑은 고딕"/>
              </a:rPr>
              <a:t>상품을</a:t>
            </a:r>
            <a:r>
              <a:rPr sz="900" b="0" dirty="0">
                <a:solidFill>
                  <a:srgbClr val="8A8A8A"/>
                </a:solidFill>
                <a:latin typeface="맑은 고딕"/>
                <a:ea typeface="맑은 고딕"/>
              </a:rPr>
              <a:t> </a:t>
            </a:r>
            <a:r>
              <a:rPr lang="ko-KR" altLang="en-US" sz="900" b="0" dirty="0">
                <a:solidFill>
                  <a:srgbClr val="8A8A8A"/>
                </a:solidFill>
                <a:latin typeface="맑은 고딕"/>
                <a:ea typeface="맑은 고딕"/>
              </a:rPr>
              <a:t>장바구니에 담아보세요</a:t>
            </a:r>
            <a:r>
              <a:rPr lang="en-US" altLang="ko-KR" sz="900" b="0" dirty="0">
                <a:solidFill>
                  <a:srgbClr val="8A8A8A"/>
                </a:solidFill>
                <a:latin typeface="맑은 고딕"/>
                <a:ea typeface="맑은 고딕"/>
              </a:rPr>
              <a:t>.</a:t>
            </a:r>
            <a:endParaRPr sz="900" b="0" dirty="0">
              <a:solidFill>
                <a:srgbClr val="8A8A8A"/>
              </a:solidFill>
              <a:latin typeface="맑은 고딕"/>
              <a:ea typeface="맑은 고딕"/>
            </a:endParaRPr>
          </a:p>
        </p:txBody>
      </p:sp>
      <p:sp>
        <p:nvSpPr>
          <p:cNvPr id="34" name="모서리가 둥근 직사각형 114">
            <a:extLst>
              <a:ext uri="{FF2B5EF4-FFF2-40B4-BE49-F238E27FC236}">
                <a16:creationId xmlns:a16="http://schemas.microsoft.com/office/drawing/2014/main" id="{3EA614F9-54A4-64B9-27C7-08A9BD8BFA53}"/>
              </a:ext>
            </a:extLst>
          </p:cNvPr>
          <p:cNvSpPr/>
          <p:nvPr/>
        </p:nvSpPr>
        <p:spPr>
          <a:xfrm>
            <a:off x="3673067" y="235615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35" name="모서리가 둥근 직사각형 114">
            <a:extLst>
              <a:ext uri="{FF2B5EF4-FFF2-40B4-BE49-F238E27FC236}">
                <a16:creationId xmlns:a16="http://schemas.microsoft.com/office/drawing/2014/main" id="{A98EB549-300E-00C7-B9FD-46D154204F99}"/>
              </a:ext>
            </a:extLst>
          </p:cNvPr>
          <p:cNvSpPr/>
          <p:nvPr/>
        </p:nvSpPr>
        <p:spPr>
          <a:xfrm>
            <a:off x="307424" y="225980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36" name="모서리가 둥근 직사각형 114">
            <a:extLst>
              <a:ext uri="{FF2B5EF4-FFF2-40B4-BE49-F238E27FC236}">
                <a16:creationId xmlns:a16="http://schemas.microsoft.com/office/drawing/2014/main" id="{C9135BE8-7972-8742-4CD3-7C65BC599AD9}"/>
              </a:ext>
            </a:extLst>
          </p:cNvPr>
          <p:cNvSpPr/>
          <p:nvPr/>
        </p:nvSpPr>
        <p:spPr>
          <a:xfrm>
            <a:off x="3897936" y="27856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Tree>
    <p:extLst>
      <p:ext uri="{BB962C8B-B14F-4D97-AF65-F5344CB8AC3E}">
        <p14:creationId xmlns:p14="http://schemas.microsoft.com/office/powerpoint/2010/main" val="2301299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FA1B6-876C-1802-ED33-62B3934D676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E06AA3-15FE-A732-BFF3-D9E609B6CBC8}"/>
              </a:ext>
            </a:extLst>
          </p:cNvPr>
          <p:cNvSpPr txBox="1"/>
          <p:nvPr/>
        </p:nvSpPr>
        <p:spPr>
          <a:xfrm>
            <a:off x="1307907" y="78285"/>
            <a:ext cx="90601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O)</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3" name="TextBox 2">
            <a:extLst>
              <a:ext uri="{FF2B5EF4-FFF2-40B4-BE49-F238E27FC236}">
                <a16:creationId xmlns:a16="http://schemas.microsoft.com/office/drawing/2014/main" id="{FF92B592-CACF-62F9-77CE-F952091E12DB}"/>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8A7085F8-03FD-5103-A42F-4F8DA071B04A}"/>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97B953B9-784D-B25D-6AE8-F7E56C8365E5}"/>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A264ED0C-084C-C9D1-58E5-5D4A58D67413}"/>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FE05DD2A-03B4-8DEA-E56B-60A18300C887}"/>
              </a:ext>
            </a:extLst>
          </p:cNvPr>
          <p:cNvGraphicFramePr>
            <a:graphicFrameLocks noGrp="1"/>
          </p:cNvGraphicFramePr>
          <p:nvPr>
            <p:extLst>
              <p:ext uri="{D42A27DB-BD31-4B8C-83A1-F6EECF244321}">
                <p14:modId xmlns:p14="http://schemas.microsoft.com/office/powerpoint/2010/main" val="216543985"/>
              </p:ext>
            </p:extLst>
          </p:nvPr>
        </p:nvGraphicFramePr>
        <p:xfrm>
          <a:off x="10128399" y="623854"/>
          <a:ext cx="2850436" cy="648252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1-1 </a:t>
                      </a:r>
                      <a:r>
                        <a:rPr lang="ko-KR" altLang="en-US" sz="800" b="1" u="sng" kern="0" spc="-70" baseline="0" dirty="0">
                          <a:solidFill>
                            <a:schemeClr val="tx1"/>
                          </a:solidFill>
                          <a:latin typeface="+mn-ea"/>
                        </a:rPr>
                        <a:t>전체선택 체크박스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 화면 진입 시 전체 선택 디폴트</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체크 변경 시 하단 결제금액에 실시간으로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1-2</a:t>
                      </a:r>
                      <a:r>
                        <a:rPr lang="ko-KR" altLang="en-US" sz="800" b="1" u="sng" kern="0" spc="-70" baseline="0" dirty="0">
                          <a:solidFill>
                            <a:schemeClr val="tx1"/>
                          </a:solidFill>
                          <a:latin typeface="+mn-ea"/>
                        </a:rPr>
                        <a:t> 선택삭제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선택된 상품 장바구니에서 삭제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(confirm)</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a:t>
                      </a:r>
                      <a:r>
                        <a:rPr lang="ko-KR" altLang="en-US" sz="800" b="1" u="sng" kern="0" spc="-70" baseline="0" dirty="0">
                          <a:solidFill>
                            <a:schemeClr val="tx1"/>
                          </a:solidFill>
                          <a:latin typeface="+mn-ea"/>
                        </a:rPr>
                        <a:t> 상품카드</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재고 있음</a:t>
                      </a:r>
                      <a:r>
                        <a:rPr lang="en-US" altLang="ko-KR" sz="800" b="1" u="sng" kern="0" spc="-70" baseline="0" dirty="0">
                          <a:solidFill>
                            <a:schemeClr val="tx1"/>
                          </a:solidFill>
                          <a:latin typeface="+mn-ea"/>
                        </a:rPr>
                        <a:t>)</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수량 </a:t>
                      </a:r>
                      <a:r>
                        <a:rPr lang="ko-KR" altLang="en-US" sz="800" b="1" u="sng" kern="0" spc="-70" baseline="0" dirty="0" err="1">
                          <a:solidFill>
                            <a:schemeClr val="tx1"/>
                          </a:solidFill>
                          <a:latin typeface="+mn-ea"/>
                        </a:rPr>
                        <a:t>스테퍼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최소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1,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변경 시 실시간 금액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재고보다 수량 높게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설정시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alert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창 알림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2-3</a:t>
                      </a:r>
                      <a:r>
                        <a:rPr lang="ko-KR" altLang="en-US" sz="800" b="1" u="sng" kern="0" spc="-70" baseline="0" dirty="0">
                          <a:solidFill>
                            <a:schemeClr val="tx1"/>
                          </a:solidFill>
                          <a:latin typeface="+mn-ea"/>
                        </a:rPr>
                        <a:t> 옵션 변경</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팝업 생성</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lang="en-US" altLang="ko-KR" sz="800" dirty="0"/>
                        <a:t>CH-U-CA-01-01-01p</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2-4</a:t>
                      </a:r>
                      <a:r>
                        <a:rPr lang="ko-KR" altLang="en-US" sz="800" b="1" u="sng" kern="0" spc="-70" baseline="0" dirty="0" err="1">
                          <a:solidFill>
                            <a:schemeClr val="tx1"/>
                          </a:solidFill>
                          <a:latin typeface="+mn-ea"/>
                        </a:rPr>
                        <a:t>바로구매</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이 상품 1건만 담아 주문 화면으로 바로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2-5</a:t>
                      </a:r>
                      <a:r>
                        <a:rPr lang="ko-KR" altLang="en-US" sz="800" b="1" u="sng" kern="0" spc="-70" baseline="0" dirty="0">
                          <a:solidFill>
                            <a:schemeClr val="tx1"/>
                          </a:solidFill>
                          <a:latin typeface="+mn-ea"/>
                        </a:rPr>
                        <a:t> 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옵션 품절</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선택한 옵션 재고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소진시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품절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뱃지</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생성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스테퍼</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품절 상태에서 주문하기 클릭 시 주문 불가 안내</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(alert)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옵션변경 버튼 컬러 처리 및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툴팁으로</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옵션 변경 유도</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2-6</a:t>
                      </a:r>
                      <a:r>
                        <a:rPr lang="ko-KR" altLang="en-US" sz="800" b="1" u="sng" kern="0" spc="-70" baseline="0" dirty="0">
                          <a:solidFill>
                            <a:schemeClr val="tx1"/>
                          </a:solidFill>
                          <a:latin typeface="+mn-ea"/>
                        </a:rPr>
                        <a:t> 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전체 품절</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전체 제품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썸네일 품절표시 및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스텝퍼</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하단 버튼 전체 비활성화</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2-7</a:t>
                      </a:r>
                      <a:r>
                        <a:rPr lang="ko-KR" altLang="en-US" sz="800" b="1" u="sng" kern="0" spc="-70" baseline="0" dirty="0">
                          <a:solidFill>
                            <a:schemeClr val="tx1"/>
                          </a:solidFill>
                          <a:latin typeface="+mn-ea"/>
                        </a:rPr>
                        <a:t> 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다중옵션</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여러 개 선택 시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각 옵션 우측 상단에 삭제버튼 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(x)</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 모두 삭제하고 마지막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개만 남았을 때에는 삭제 불가</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(alert)</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2-8 </a:t>
                      </a:r>
                      <a:r>
                        <a:rPr lang="ko-KR" altLang="en-US" sz="800" b="1" u="sng" kern="0" spc="-70" baseline="0" dirty="0">
                          <a:solidFill>
                            <a:schemeClr val="tx1"/>
                          </a:solidFill>
                          <a:latin typeface="+mn-ea"/>
                        </a:rPr>
                        <a:t>상품카드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다중옵션 중 일부 품절</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품절된 옵션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품절뱃지</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노출 및 비활성화 처리</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3-1 </a:t>
                      </a:r>
                      <a:r>
                        <a:rPr lang="ko-KR" altLang="en-US" sz="800" b="1" u="sng" kern="0" spc="-70" baseline="0" dirty="0">
                          <a:solidFill>
                            <a:schemeClr val="tx1"/>
                          </a:solidFill>
                          <a:latin typeface="+mn-ea"/>
                        </a:rPr>
                        <a:t>결제 요약 바</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전체 펼쳐짐</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선택된 상품 금액에 대한 주문 금액으로 출력</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 클릭 시 결제하기로 연결 </a:t>
                      </a:r>
                      <a:r>
                        <a:rPr lang="en-US" altLang="ko-KR" sz="800" dirty="0"/>
                        <a:t>CH-U-CA-02-01</a:t>
                      </a:r>
                      <a:endParaRPr lang="ko-KR" altLang="ko-KR" sz="800" dirty="0"/>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여러 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선택시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일괄 주문으로 진행</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 핸들</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로 상품 금액 상세내용</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 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펼쳐서 확인 가능</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3-2 </a:t>
                      </a:r>
                      <a:r>
                        <a:rPr lang="ko-KR" altLang="en-US" sz="800" b="1" u="sng" kern="0" spc="-70" baseline="0" dirty="0">
                          <a:solidFill>
                            <a:schemeClr val="tx1"/>
                          </a:solidFill>
                          <a:latin typeface="+mn-ea"/>
                        </a:rPr>
                        <a:t>결제 </a:t>
                      </a:r>
                      <a:r>
                        <a:rPr lang="ko-KR" altLang="en-US" sz="800" b="1" u="sng" kern="0" spc="-70" baseline="0" dirty="0" err="1">
                          <a:solidFill>
                            <a:schemeClr val="tx1"/>
                          </a:solidFill>
                          <a:latin typeface="+mn-ea"/>
                        </a:rPr>
                        <a:t>요약바</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접힘</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 최초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진입시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접힌 상태에서 기본 정보만 노출되어 보임</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8" name="직사각형 27">
            <a:extLst>
              <a:ext uri="{FF2B5EF4-FFF2-40B4-BE49-F238E27FC236}">
                <a16:creationId xmlns:a16="http://schemas.microsoft.com/office/drawing/2014/main" id="{7CEAEBF3-7D06-173B-C8D4-05ACB997EF3D}"/>
              </a:ext>
            </a:extLst>
          </p:cNvPr>
          <p:cNvSpPr/>
          <p:nvPr/>
        </p:nvSpPr>
        <p:spPr>
          <a:xfrm>
            <a:off x="3613854" y="2980915"/>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3" name="그룹 12">
            <a:extLst>
              <a:ext uri="{FF2B5EF4-FFF2-40B4-BE49-F238E27FC236}">
                <a16:creationId xmlns:a16="http://schemas.microsoft.com/office/drawing/2014/main" id="{5D77389F-74C3-BEBD-E208-206EC0E393D4}"/>
              </a:ext>
            </a:extLst>
          </p:cNvPr>
          <p:cNvGrpSpPr/>
          <p:nvPr/>
        </p:nvGrpSpPr>
        <p:grpSpPr>
          <a:xfrm>
            <a:off x="267962" y="1273948"/>
            <a:ext cx="3188670" cy="329184"/>
            <a:chOff x="435365" y="1973057"/>
            <a:chExt cx="3188670" cy="329184"/>
          </a:xfrm>
        </p:grpSpPr>
        <p:sp>
          <p:nvSpPr>
            <p:cNvPr id="158" name="직사각형 157">
              <a:extLst>
                <a:ext uri="{FF2B5EF4-FFF2-40B4-BE49-F238E27FC236}">
                  <a16:creationId xmlns:a16="http://schemas.microsoft.com/office/drawing/2014/main" id="{8B2306A9-5A07-5DB2-ABA6-2AB0CBF3CF64}"/>
                </a:ext>
              </a:extLst>
            </p:cNvPr>
            <p:cNvSpPr/>
            <p:nvPr/>
          </p:nvSpPr>
          <p:spPr>
            <a:xfrm>
              <a:off x="435365" y="1980961"/>
              <a:ext cx="318867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59" name="TextBox 158">
              <a:extLst>
                <a:ext uri="{FF2B5EF4-FFF2-40B4-BE49-F238E27FC236}">
                  <a16:creationId xmlns:a16="http://schemas.microsoft.com/office/drawing/2014/main" id="{520C1EE0-8BE2-F4B9-7AED-57E7E30B0283}"/>
                </a:ext>
              </a:extLst>
            </p:cNvPr>
            <p:cNvSpPr txBox="1"/>
            <p:nvPr/>
          </p:nvSpPr>
          <p:spPr>
            <a:xfrm>
              <a:off x="534533" y="2052701"/>
              <a:ext cx="155448" cy="155448"/>
            </a:xfrm>
            <a:prstGeom prst="rect">
              <a:avLst/>
            </a:prstGeom>
            <a:solidFill>
              <a:schemeClr val="tx1">
                <a:lumMod val="50000"/>
                <a:lumOff val="50000"/>
              </a:schemeClr>
            </a:solidFill>
            <a:ln>
              <a:solidFill>
                <a:schemeClr val="tx1">
                  <a:lumMod val="50000"/>
                  <a:lumOff val="50000"/>
                </a:schemeClr>
              </a:solidFill>
            </a:ln>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60" name="TextBox 159">
              <a:extLst>
                <a:ext uri="{FF2B5EF4-FFF2-40B4-BE49-F238E27FC236}">
                  <a16:creationId xmlns:a16="http://schemas.microsoft.com/office/drawing/2014/main" id="{ABCA466C-2594-0CF0-D896-D23D66D23399}"/>
                </a:ext>
              </a:extLst>
            </p:cNvPr>
            <p:cNvSpPr txBox="1"/>
            <p:nvPr/>
          </p:nvSpPr>
          <p:spPr>
            <a:xfrm>
              <a:off x="780014" y="1973057"/>
              <a:ext cx="1293575"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a:t>
              </a:r>
              <a:r>
                <a:rPr lang="en-US" sz="900" b="1" spc="-150" dirty="0">
                  <a:solidFill>
                    <a:srgbClr val="333333"/>
                  </a:solidFill>
                  <a:latin typeface="+mn-ea"/>
                </a:rPr>
                <a:t> </a:t>
              </a:r>
              <a:r>
                <a:rPr lang="ko-KR" altLang="en-US" sz="900" b="1" spc="-150" dirty="0">
                  <a:solidFill>
                    <a:srgbClr val="333333"/>
                  </a:solidFill>
                  <a:latin typeface="+mn-ea"/>
                </a:rPr>
                <a:t>상품</a:t>
              </a:r>
              <a:r>
                <a:rPr sz="900" b="1" spc="-150" dirty="0">
                  <a:solidFill>
                    <a:srgbClr val="333333"/>
                  </a:solidFill>
                  <a:latin typeface="+mn-ea"/>
                </a:rPr>
                <a:t> (</a:t>
              </a:r>
              <a:r>
                <a:rPr lang="en-US" sz="900" b="1" spc="-150" dirty="0">
                  <a:solidFill>
                    <a:srgbClr val="333333"/>
                  </a:solidFill>
                  <a:latin typeface="+mn-ea"/>
                </a:rPr>
                <a:t>1)</a:t>
              </a:r>
              <a:endParaRPr sz="900" b="1" spc="-150" dirty="0">
                <a:solidFill>
                  <a:srgbClr val="333333"/>
                </a:solidFill>
                <a:latin typeface="+mn-ea"/>
              </a:endParaRPr>
            </a:p>
          </p:txBody>
        </p:sp>
        <p:sp>
          <p:nvSpPr>
            <p:cNvPr id="161" name="TextBox 160">
              <a:extLst>
                <a:ext uri="{FF2B5EF4-FFF2-40B4-BE49-F238E27FC236}">
                  <a16:creationId xmlns:a16="http://schemas.microsoft.com/office/drawing/2014/main" id="{C8CE0869-F7B4-18D0-87EE-28108261E400}"/>
                </a:ext>
              </a:extLst>
            </p:cNvPr>
            <p:cNvSpPr txBox="1"/>
            <p:nvPr/>
          </p:nvSpPr>
          <p:spPr>
            <a:xfrm>
              <a:off x="2351773" y="1973057"/>
              <a:ext cx="1109231" cy="329184"/>
            </a:xfrm>
            <a:prstGeom prst="rect">
              <a:avLst/>
            </a:prstGeom>
            <a:noFill/>
          </p:spPr>
          <p:txBody>
            <a:bodyPr wrap="square" lIns="0" tIns="0" rIns="0" bIns="0" anchor="ctr">
              <a:noAutofit/>
            </a:bodyPr>
            <a:lstStyle/>
            <a:p>
              <a:pPr algn="r"/>
              <a:r>
                <a:rPr sz="900" spc="-150" dirty="0" err="1">
                  <a:solidFill>
                    <a:srgbClr val="333333"/>
                  </a:solidFill>
                  <a:latin typeface="+mn-ea"/>
                </a:rPr>
                <a:t>선택삭제</a:t>
              </a:r>
              <a:endParaRPr sz="900" spc="-150" dirty="0">
                <a:solidFill>
                  <a:srgbClr val="333333"/>
                </a:solidFill>
                <a:latin typeface="+mn-ea"/>
              </a:endParaRPr>
            </a:p>
          </p:txBody>
        </p:sp>
      </p:grpSp>
      <p:grpSp>
        <p:nvGrpSpPr>
          <p:cNvPr id="22" name="그룹 21">
            <a:extLst>
              <a:ext uri="{FF2B5EF4-FFF2-40B4-BE49-F238E27FC236}">
                <a16:creationId xmlns:a16="http://schemas.microsoft.com/office/drawing/2014/main" id="{92676550-D73C-47DB-3B49-878A31255430}"/>
              </a:ext>
            </a:extLst>
          </p:cNvPr>
          <p:cNvGrpSpPr/>
          <p:nvPr/>
        </p:nvGrpSpPr>
        <p:grpSpPr>
          <a:xfrm>
            <a:off x="309741" y="1731265"/>
            <a:ext cx="3105112" cy="1866061"/>
            <a:chOff x="226392" y="1553421"/>
            <a:chExt cx="3105112" cy="1866061"/>
          </a:xfrm>
        </p:grpSpPr>
        <p:sp>
          <p:nvSpPr>
            <p:cNvPr id="139" name="Rounded Rectangle 22">
              <a:extLst>
                <a:ext uri="{FF2B5EF4-FFF2-40B4-BE49-F238E27FC236}">
                  <a16:creationId xmlns:a16="http://schemas.microsoft.com/office/drawing/2014/main" id="{28B35DB1-0ACC-1E5B-3026-A1F3276F80AC}"/>
                </a:ext>
              </a:extLst>
            </p:cNvPr>
            <p:cNvSpPr/>
            <p:nvPr/>
          </p:nvSpPr>
          <p:spPr>
            <a:xfrm>
              <a:off x="226392" y="1553421"/>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0" name="Rounded Rectangle 23">
              <a:extLst>
                <a:ext uri="{FF2B5EF4-FFF2-40B4-BE49-F238E27FC236}">
                  <a16:creationId xmlns:a16="http://schemas.microsoft.com/office/drawing/2014/main" id="{01F2B40D-938B-0FC6-652E-A69BCCE49D83}"/>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41" name="Rounded Rectangle 27">
              <a:extLst>
                <a:ext uri="{FF2B5EF4-FFF2-40B4-BE49-F238E27FC236}">
                  <a16:creationId xmlns:a16="http://schemas.microsoft.com/office/drawing/2014/main" id="{FFABFF0F-6478-50DC-4C93-F9BF074DC5E2}"/>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43" name="TextBox 142">
              <a:extLst>
                <a:ext uri="{FF2B5EF4-FFF2-40B4-BE49-F238E27FC236}">
                  <a16:creationId xmlns:a16="http://schemas.microsoft.com/office/drawing/2014/main" id="{9C22BF4A-A842-6B7F-E7A8-9890D2370D0F}"/>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45" name="Rounded Rectangle 35">
              <a:extLst>
                <a:ext uri="{FF2B5EF4-FFF2-40B4-BE49-F238E27FC236}">
                  <a16:creationId xmlns:a16="http://schemas.microsoft.com/office/drawing/2014/main" id="{A78A615C-DBED-E2C1-F00E-537D157EBD7E}"/>
                </a:ext>
              </a:extLst>
            </p:cNvPr>
            <p:cNvSpPr/>
            <p:nvPr/>
          </p:nvSpPr>
          <p:spPr>
            <a:xfrm>
              <a:off x="180781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146" name="TextBox 145">
              <a:extLst>
                <a:ext uri="{FF2B5EF4-FFF2-40B4-BE49-F238E27FC236}">
                  <a16:creationId xmlns:a16="http://schemas.microsoft.com/office/drawing/2014/main" id="{801C2F2F-0283-C946-50AE-A020BE637561}"/>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47" name="Rounded Rectangle 27">
              <a:extLst>
                <a:ext uri="{FF2B5EF4-FFF2-40B4-BE49-F238E27FC236}">
                  <a16:creationId xmlns:a16="http://schemas.microsoft.com/office/drawing/2014/main" id="{34017DDB-E139-0624-4E03-C67D071CEC8F}"/>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49" name="직사각형 148">
              <a:extLst>
                <a:ext uri="{FF2B5EF4-FFF2-40B4-BE49-F238E27FC236}">
                  <a16:creationId xmlns:a16="http://schemas.microsoft.com/office/drawing/2014/main" id="{B842406D-A14E-B683-147C-315D0B79AF23}"/>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51" name="그룹 150">
              <a:extLst>
                <a:ext uri="{FF2B5EF4-FFF2-40B4-BE49-F238E27FC236}">
                  <a16:creationId xmlns:a16="http://schemas.microsoft.com/office/drawing/2014/main" id="{6F322A58-3C33-4BA7-EF5D-7E5B09D7363F}"/>
                </a:ext>
              </a:extLst>
            </p:cNvPr>
            <p:cNvGrpSpPr/>
            <p:nvPr/>
          </p:nvGrpSpPr>
          <p:grpSpPr>
            <a:xfrm>
              <a:off x="395949" y="2454468"/>
              <a:ext cx="2768868" cy="541093"/>
              <a:chOff x="395949" y="2423988"/>
              <a:chExt cx="2768868" cy="541093"/>
            </a:xfrm>
          </p:grpSpPr>
          <p:sp>
            <p:nvSpPr>
              <p:cNvPr id="154" name="직사각형 153">
                <a:extLst>
                  <a:ext uri="{FF2B5EF4-FFF2-40B4-BE49-F238E27FC236}">
                    <a16:creationId xmlns:a16="http://schemas.microsoft.com/office/drawing/2014/main" id="{C3D28DC5-316A-8653-14C2-7971F1CCFB58}"/>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55" name="TextBox 154">
                <a:extLst>
                  <a:ext uri="{FF2B5EF4-FFF2-40B4-BE49-F238E27FC236}">
                    <a16:creationId xmlns:a16="http://schemas.microsoft.com/office/drawing/2014/main" id="{14C4FBA0-B342-EB43-529A-0D7AD20581CA}"/>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156" name="Rounded Rectangle 33">
                <a:extLst>
                  <a:ext uri="{FF2B5EF4-FFF2-40B4-BE49-F238E27FC236}">
                    <a16:creationId xmlns:a16="http://schemas.microsoft.com/office/drawing/2014/main" id="{7C2EB811-D39A-6482-27B1-385F3730377B}"/>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157" name="Rounded Rectangle 27">
                <a:extLst>
                  <a:ext uri="{FF2B5EF4-FFF2-40B4-BE49-F238E27FC236}">
                    <a16:creationId xmlns:a16="http://schemas.microsoft.com/office/drawing/2014/main" id="{A9478FF0-A0AC-9BF1-0148-4EE42F6ABF2F}"/>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153" name="Rounded Rectangle 35">
              <a:extLst>
                <a:ext uri="{FF2B5EF4-FFF2-40B4-BE49-F238E27FC236}">
                  <a16:creationId xmlns:a16="http://schemas.microsoft.com/office/drawing/2014/main" id="{0084178E-2052-4437-7251-7B8C3F42F5EC}"/>
                </a:ext>
              </a:extLst>
            </p:cNvPr>
            <p:cNvSpPr/>
            <p:nvPr/>
          </p:nvSpPr>
          <p:spPr>
            <a:xfrm>
              <a:off x="40875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grpSp>
      <p:grpSp>
        <p:nvGrpSpPr>
          <p:cNvPr id="171" name="그룹 170">
            <a:extLst>
              <a:ext uri="{FF2B5EF4-FFF2-40B4-BE49-F238E27FC236}">
                <a16:creationId xmlns:a16="http://schemas.microsoft.com/office/drawing/2014/main" id="{8C4110ED-FEC7-6868-30EB-930DCE325C5F}"/>
              </a:ext>
            </a:extLst>
          </p:cNvPr>
          <p:cNvGrpSpPr/>
          <p:nvPr/>
        </p:nvGrpSpPr>
        <p:grpSpPr>
          <a:xfrm>
            <a:off x="169406" y="5045133"/>
            <a:ext cx="3437628" cy="1548061"/>
            <a:chOff x="169406" y="5292477"/>
            <a:chExt cx="3437628" cy="1548061"/>
          </a:xfrm>
        </p:grpSpPr>
        <p:sp>
          <p:nvSpPr>
            <p:cNvPr id="14" name="Rectangle 48">
              <a:extLst>
                <a:ext uri="{FF2B5EF4-FFF2-40B4-BE49-F238E27FC236}">
                  <a16:creationId xmlns:a16="http://schemas.microsoft.com/office/drawing/2014/main" id="{77BE6421-CA55-1D83-48C6-77C6675B09D5}"/>
                </a:ext>
              </a:extLst>
            </p:cNvPr>
            <p:cNvSpPr/>
            <p:nvPr/>
          </p:nvSpPr>
          <p:spPr>
            <a:xfrm>
              <a:off x="169406" y="5402973"/>
              <a:ext cx="3437628" cy="1437565"/>
            </a:xfrm>
            <a:prstGeom prst="rect">
              <a:avLst/>
            </a:prstGeom>
            <a:solidFill>
              <a:srgbClr val="F2F2F2"/>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a:extLst>
                <a:ext uri="{FF2B5EF4-FFF2-40B4-BE49-F238E27FC236}">
                  <a16:creationId xmlns:a16="http://schemas.microsoft.com/office/drawing/2014/main" id="{7ECA5714-66FA-1D1A-B162-5DA998DFBA93}"/>
                </a:ext>
              </a:extLst>
            </p:cNvPr>
            <p:cNvSpPr txBox="1"/>
            <p:nvPr/>
          </p:nvSpPr>
          <p:spPr>
            <a:xfrm>
              <a:off x="317159" y="5926934"/>
              <a:ext cx="1097280" cy="420624"/>
            </a:xfrm>
            <a:prstGeom prst="rect">
              <a:avLst/>
            </a:prstGeom>
            <a:noFill/>
          </p:spPr>
          <p:txBody>
            <a:bodyPr wrap="square" lIns="0" tIns="0" rIns="0" bIns="0" anchor="ctr">
              <a:noAutofit/>
            </a:bodyPr>
            <a:lstStyle/>
            <a:p>
              <a:pPr algn="l"/>
              <a:r>
                <a:rPr lang="ko-KR" altLang="en-US" sz="1000" b="1" dirty="0">
                  <a:solidFill>
                    <a:srgbClr val="404040"/>
                  </a:solidFill>
                  <a:latin typeface="맑은 고딕"/>
                  <a:ea typeface="맑은 고딕"/>
                </a:rPr>
                <a:t>결제 예정 금액</a:t>
              </a:r>
              <a:endParaRPr sz="1000" b="1" dirty="0">
                <a:solidFill>
                  <a:srgbClr val="404040"/>
                </a:solidFill>
                <a:latin typeface="맑은 고딕"/>
                <a:ea typeface="맑은 고딕"/>
              </a:endParaRPr>
            </a:p>
          </p:txBody>
        </p:sp>
        <p:sp>
          <p:nvSpPr>
            <p:cNvPr id="20" name="TextBox 19">
              <a:extLst>
                <a:ext uri="{FF2B5EF4-FFF2-40B4-BE49-F238E27FC236}">
                  <a16:creationId xmlns:a16="http://schemas.microsoft.com/office/drawing/2014/main" id="{A90CF9D7-5279-7411-95DC-A1C7DCF95CEC}"/>
                </a:ext>
              </a:extLst>
            </p:cNvPr>
            <p:cNvSpPr txBox="1"/>
            <p:nvPr/>
          </p:nvSpPr>
          <p:spPr>
            <a:xfrm>
              <a:off x="2332977" y="5926934"/>
              <a:ext cx="1097280" cy="420624"/>
            </a:xfrm>
            <a:prstGeom prst="rect">
              <a:avLst/>
            </a:prstGeom>
            <a:noFill/>
          </p:spPr>
          <p:txBody>
            <a:bodyPr wrap="square" lIns="0" tIns="0" rIns="0" bIns="0" anchor="ctr">
              <a:noAutofit/>
            </a:bodyPr>
            <a:lstStyle/>
            <a:p>
              <a:pPr algn="r"/>
              <a:r>
                <a:rPr lang="en-US" altLang="ko-KR" sz="1000" b="1" dirty="0">
                  <a:solidFill>
                    <a:srgbClr val="E8623F"/>
                  </a:solidFill>
                  <a:latin typeface="맑은 고딕"/>
                  <a:ea typeface="맑은 고딕"/>
                </a:rPr>
                <a:t>113,800 </a:t>
              </a:r>
              <a:r>
                <a:rPr lang="ko-KR" altLang="en-US" sz="1000" b="1" dirty="0">
                  <a:solidFill>
                    <a:srgbClr val="E8623F"/>
                  </a:solidFill>
                  <a:latin typeface="맑은 고딕"/>
                  <a:ea typeface="맑은 고딕"/>
                </a:rPr>
                <a:t>원</a:t>
              </a:r>
              <a:endParaRPr sz="1000" b="1" dirty="0">
                <a:solidFill>
                  <a:srgbClr val="E8623F"/>
                </a:solidFill>
                <a:latin typeface="맑은 고딕"/>
                <a:ea typeface="맑은 고딕"/>
              </a:endParaRPr>
            </a:p>
          </p:txBody>
        </p:sp>
        <p:sp>
          <p:nvSpPr>
            <p:cNvPr id="23" name="Rounded Rectangle 50">
              <a:extLst>
                <a:ext uri="{FF2B5EF4-FFF2-40B4-BE49-F238E27FC236}">
                  <a16:creationId xmlns:a16="http://schemas.microsoft.com/office/drawing/2014/main" id="{25A2B572-5FDE-3CB2-0E40-A4B253AE49A8}"/>
                </a:ext>
              </a:extLst>
            </p:cNvPr>
            <p:cNvSpPr/>
            <p:nvPr/>
          </p:nvSpPr>
          <p:spPr>
            <a:xfrm>
              <a:off x="293569" y="6465831"/>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주문하기</a:t>
              </a:r>
            </a:p>
          </p:txBody>
        </p:sp>
        <p:sp>
          <p:nvSpPr>
            <p:cNvPr id="32" name="사각형: 둥근 모서리 31">
              <a:extLst>
                <a:ext uri="{FF2B5EF4-FFF2-40B4-BE49-F238E27FC236}">
                  <a16:creationId xmlns:a16="http://schemas.microsoft.com/office/drawing/2014/main" id="{B9585BDA-93C8-BDB2-A641-0492D113C88C}"/>
                </a:ext>
              </a:extLst>
            </p:cNvPr>
            <p:cNvSpPr/>
            <p:nvPr/>
          </p:nvSpPr>
          <p:spPr>
            <a:xfrm>
              <a:off x="1599411" y="5292477"/>
              <a:ext cx="576064" cy="246221"/>
            </a:xfrm>
            <a:prstGeom prst="round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bg1">
                      <a:lumMod val="50000"/>
                    </a:schemeClr>
                  </a:solidFill>
                </a:rPr>
                <a:t>=</a:t>
              </a:r>
              <a:endParaRPr lang="ko-KR" altLang="en-US" sz="1000" dirty="0">
                <a:solidFill>
                  <a:schemeClr val="bg1">
                    <a:lumMod val="50000"/>
                  </a:schemeClr>
                </a:solidFill>
              </a:endParaRPr>
            </a:p>
          </p:txBody>
        </p:sp>
        <p:sp>
          <p:nvSpPr>
            <p:cNvPr id="56" name="Rounded Rectangle 27">
              <a:extLst>
                <a:ext uri="{FF2B5EF4-FFF2-40B4-BE49-F238E27FC236}">
                  <a16:creationId xmlns:a16="http://schemas.microsoft.com/office/drawing/2014/main" id="{CD139DE8-0A5A-63E7-E7D1-67E829C98386}"/>
                </a:ext>
              </a:extLst>
            </p:cNvPr>
            <p:cNvSpPr/>
            <p:nvPr/>
          </p:nvSpPr>
          <p:spPr>
            <a:xfrm>
              <a:off x="315450" y="5522237"/>
              <a:ext cx="1296144" cy="393165"/>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chemeClr val="tx1"/>
                  </a:solidFill>
                  <a:ea typeface="맑은 고딕"/>
                </a:rPr>
                <a:t>총 주문금액</a:t>
              </a:r>
              <a:endParaRPr lang="en-US" altLang="ko-KR" sz="700" dirty="0">
                <a:solidFill>
                  <a:schemeClr val="tx1"/>
                </a:solidFill>
                <a:ea typeface="맑은 고딕"/>
              </a:endParaRPr>
            </a:p>
            <a:p>
              <a:pPr>
                <a:lnSpc>
                  <a:spcPct val="150000"/>
                </a:lnSpc>
              </a:pPr>
              <a:r>
                <a:rPr lang="ko-KR" altLang="en-US" sz="700" dirty="0">
                  <a:solidFill>
                    <a:schemeClr val="tx1"/>
                  </a:solidFill>
                  <a:ea typeface="맑은 고딕"/>
                </a:rPr>
                <a:t>배송비</a:t>
              </a:r>
            </a:p>
          </p:txBody>
        </p:sp>
        <p:sp>
          <p:nvSpPr>
            <p:cNvPr id="57" name="Rounded Rectangle 27">
              <a:extLst>
                <a:ext uri="{FF2B5EF4-FFF2-40B4-BE49-F238E27FC236}">
                  <a16:creationId xmlns:a16="http://schemas.microsoft.com/office/drawing/2014/main" id="{105FF750-0A33-076F-B398-83ED36F26824}"/>
                </a:ext>
              </a:extLst>
            </p:cNvPr>
            <p:cNvSpPr/>
            <p:nvPr/>
          </p:nvSpPr>
          <p:spPr>
            <a:xfrm>
              <a:off x="2144679" y="5522237"/>
              <a:ext cx="1296144" cy="375030"/>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lnSpc>
                  <a:spcPct val="150000"/>
                </a:lnSpc>
              </a:pPr>
              <a:r>
                <a:rPr lang="en-US" altLang="ko-KR" sz="700" dirty="0">
                  <a:solidFill>
                    <a:schemeClr val="tx1"/>
                  </a:solidFill>
                  <a:ea typeface="맑은 고딕"/>
                </a:rPr>
                <a:t>113,800 </a:t>
              </a:r>
              <a:r>
                <a:rPr lang="ko-KR" altLang="en-US" sz="700" dirty="0">
                  <a:solidFill>
                    <a:schemeClr val="tx1"/>
                  </a:solidFill>
                  <a:ea typeface="맑은 고딕"/>
                </a:rPr>
                <a:t>원</a:t>
              </a:r>
              <a:endParaRPr lang="en-US" altLang="ko-KR" sz="700" dirty="0">
                <a:solidFill>
                  <a:schemeClr val="tx1"/>
                </a:solidFill>
                <a:ea typeface="맑은 고딕"/>
              </a:endParaRPr>
            </a:p>
            <a:p>
              <a:pPr algn="r">
                <a:lnSpc>
                  <a:spcPct val="150000"/>
                </a:lnSpc>
              </a:pPr>
              <a:r>
                <a:rPr lang="en-US" altLang="ko-KR" sz="700" dirty="0">
                  <a:solidFill>
                    <a:schemeClr val="tx1"/>
                  </a:solidFill>
                  <a:ea typeface="맑은 고딕"/>
                </a:rPr>
                <a:t>0 </a:t>
              </a:r>
              <a:r>
                <a:rPr lang="ko-KR" altLang="en-US" sz="700" dirty="0">
                  <a:solidFill>
                    <a:schemeClr val="tx1"/>
                  </a:solidFill>
                  <a:ea typeface="맑은 고딕"/>
                </a:rPr>
                <a:t>원</a:t>
              </a:r>
            </a:p>
          </p:txBody>
        </p:sp>
        <p:sp>
          <p:nvSpPr>
            <p:cNvPr id="172" name="Rounded Rectangle 27">
              <a:extLst>
                <a:ext uri="{FF2B5EF4-FFF2-40B4-BE49-F238E27FC236}">
                  <a16:creationId xmlns:a16="http://schemas.microsoft.com/office/drawing/2014/main" id="{E856EE29-3221-F211-7D73-7CD585D51777}"/>
                </a:ext>
              </a:extLst>
            </p:cNvPr>
            <p:cNvSpPr/>
            <p:nvPr/>
          </p:nvSpPr>
          <p:spPr>
            <a:xfrm>
              <a:off x="315450"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chemeClr val="bg1">
                      <a:lumMod val="50000"/>
                    </a:schemeClr>
                  </a:solidFill>
                  <a:ea typeface="맑은 고딕"/>
                </a:rPr>
                <a:t>적립 예상 마일리지</a:t>
              </a:r>
            </a:p>
          </p:txBody>
        </p:sp>
        <p:sp>
          <p:nvSpPr>
            <p:cNvPr id="173" name="Rounded Rectangle 27">
              <a:extLst>
                <a:ext uri="{FF2B5EF4-FFF2-40B4-BE49-F238E27FC236}">
                  <a16:creationId xmlns:a16="http://schemas.microsoft.com/office/drawing/2014/main" id="{63451FE3-0CA1-FD45-03E8-495A6A6A880E}"/>
                </a:ext>
              </a:extLst>
            </p:cNvPr>
            <p:cNvSpPr/>
            <p:nvPr/>
          </p:nvSpPr>
          <p:spPr>
            <a:xfrm>
              <a:off x="2144679"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lnSpc>
                  <a:spcPct val="150000"/>
                </a:lnSpc>
              </a:pPr>
              <a:r>
                <a:rPr lang="en-US" altLang="ko-KR" sz="700" dirty="0">
                  <a:solidFill>
                    <a:schemeClr val="bg1">
                      <a:lumMod val="50000"/>
                    </a:schemeClr>
                  </a:solidFill>
                  <a:ea typeface="맑은 고딕"/>
                </a:rPr>
                <a:t>1138 P</a:t>
              </a:r>
              <a:endParaRPr lang="ko-KR" altLang="en-US" sz="700" dirty="0">
                <a:solidFill>
                  <a:schemeClr val="bg1">
                    <a:lumMod val="50000"/>
                  </a:schemeClr>
                </a:solidFill>
                <a:ea typeface="맑은 고딕"/>
              </a:endParaRPr>
            </a:p>
          </p:txBody>
        </p:sp>
        <p:sp>
          <p:nvSpPr>
            <p:cNvPr id="191" name="Rounded Rectangle 27">
              <a:extLst>
                <a:ext uri="{FF2B5EF4-FFF2-40B4-BE49-F238E27FC236}">
                  <a16:creationId xmlns:a16="http://schemas.microsoft.com/office/drawing/2014/main" id="{B39CFA1E-F485-1E70-A922-53A0D667EA9F}"/>
                </a:ext>
              </a:extLst>
            </p:cNvPr>
            <p:cNvSpPr/>
            <p:nvPr/>
          </p:nvSpPr>
          <p:spPr>
            <a:xfrm>
              <a:off x="280281" y="5862779"/>
              <a:ext cx="2977915"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rgbClr val="FF0000"/>
                  </a:solidFill>
                  <a:ea typeface="맑은 고딕"/>
                </a:rPr>
                <a:t>ⓘ</a:t>
              </a:r>
              <a:r>
                <a:rPr lang="en-US" altLang="ko-KR" sz="700" dirty="0">
                  <a:solidFill>
                    <a:srgbClr val="FF0000"/>
                  </a:solidFill>
                  <a:ea typeface="맑은 고딕"/>
                </a:rPr>
                <a:t> </a:t>
              </a:r>
              <a:r>
                <a:rPr lang="ko-KR" altLang="en-US" sz="700" dirty="0">
                  <a:solidFill>
                    <a:srgbClr val="FF0000"/>
                  </a:solidFill>
                  <a:ea typeface="맑은 고딕"/>
                </a:rPr>
                <a:t>바우처 적용 금액은 주문서에서 확인 가능합니다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sp>
        <p:nvSpPr>
          <p:cNvPr id="174" name="직사각형 173">
            <a:extLst>
              <a:ext uri="{FF2B5EF4-FFF2-40B4-BE49-F238E27FC236}">
                <a16:creationId xmlns:a16="http://schemas.microsoft.com/office/drawing/2014/main" id="{C3B5FC01-CCC7-F2FF-07B1-A7C6B13007DE}"/>
              </a:ext>
            </a:extLst>
          </p:cNvPr>
          <p:cNvSpPr/>
          <p:nvPr/>
        </p:nvSpPr>
        <p:spPr>
          <a:xfrm>
            <a:off x="156399" y="6586864"/>
            <a:ext cx="3444249" cy="244157"/>
          </a:xfrm>
          <a:prstGeom prst="rect">
            <a:avLst/>
          </a:prstGeom>
          <a:solidFill>
            <a:schemeClr val="bg1">
              <a:lumMod val="7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tx1">
                    <a:lumMod val="85000"/>
                    <a:lumOff val="15000"/>
                  </a:schemeClr>
                </a:solidFill>
                <a:latin typeface="맑은 고딕" panose="020B0503020000020004" pitchFamily="50" charset="-127"/>
                <a:ea typeface="맑은 고딕" panose="020B0503020000020004" pitchFamily="50" charset="-127"/>
              </a:rPr>
              <a:t>TAB BAR</a:t>
            </a:r>
            <a:endParaRPr lang="ko-KR" altLang="en-US" sz="900" dirty="0">
              <a:solidFill>
                <a:schemeClr val="tx1">
                  <a:lumMod val="85000"/>
                  <a:lumOff val="15000"/>
                </a:schemeClr>
              </a:solidFill>
              <a:latin typeface="맑은 고딕" panose="020B0503020000020004" pitchFamily="50" charset="-127"/>
              <a:ea typeface="맑은 고딕" panose="020B0503020000020004" pitchFamily="50" charset="-127"/>
            </a:endParaRPr>
          </a:p>
        </p:txBody>
      </p:sp>
      <p:grpSp>
        <p:nvGrpSpPr>
          <p:cNvPr id="26" name="그룹 25">
            <a:extLst>
              <a:ext uri="{FF2B5EF4-FFF2-40B4-BE49-F238E27FC236}">
                <a16:creationId xmlns:a16="http://schemas.microsoft.com/office/drawing/2014/main" id="{16029627-8C3F-D850-E258-873CFAF47E38}"/>
              </a:ext>
            </a:extLst>
          </p:cNvPr>
          <p:cNvGrpSpPr/>
          <p:nvPr/>
        </p:nvGrpSpPr>
        <p:grpSpPr>
          <a:xfrm>
            <a:off x="3730563" y="849883"/>
            <a:ext cx="3105112" cy="1866061"/>
            <a:chOff x="3730563" y="1190040"/>
            <a:chExt cx="3105112" cy="1866061"/>
          </a:xfrm>
        </p:grpSpPr>
        <p:sp>
          <p:nvSpPr>
            <p:cNvPr id="176" name="Rounded Rectangle 22">
              <a:extLst>
                <a:ext uri="{FF2B5EF4-FFF2-40B4-BE49-F238E27FC236}">
                  <a16:creationId xmlns:a16="http://schemas.microsoft.com/office/drawing/2014/main" id="{C951F545-8177-311C-4BC8-889A9E9A2C0B}"/>
                </a:ext>
              </a:extLst>
            </p:cNvPr>
            <p:cNvSpPr/>
            <p:nvPr/>
          </p:nvSpPr>
          <p:spPr>
            <a:xfrm>
              <a:off x="3730563" y="1190040"/>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Rounded Rectangle 23">
              <a:extLst>
                <a:ext uri="{FF2B5EF4-FFF2-40B4-BE49-F238E27FC236}">
                  <a16:creationId xmlns:a16="http://schemas.microsoft.com/office/drawing/2014/main" id="{2CFF1DBE-1A2E-29E4-0ACB-92AC08D968B7}"/>
                </a:ext>
              </a:extLst>
            </p:cNvPr>
            <p:cNvSpPr/>
            <p:nvPr/>
          </p:nvSpPr>
          <p:spPr>
            <a:xfrm>
              <a:off x="3812007" y="1349201"/>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78" name="Rounded Rectangle 27">
              <a:extLst>
                <a:ext uri="{FF2B5EF4-FFF2-40B4-BE49-F238E27FC236}">
                  <a16:creationId xmlns:a16="http://schemas.microsoft.com/office/drawing/2014/main" id="{ED1EB618-DA08-F6B5-BB22-FB7A6D6C4AB7}"/>
                </a:ext>
              </a:extLst>
            </p:cNvPr>
            <p:cNvSpPr/>
            <p:nvPr/>
          </p:nvSpPr>
          <p:spPr>
            <a:xfrm>
              <a:off x="4793831" y="1399853"/>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79" name="TextBox 178">
              <a:extLst>
                <a:ext uri="{FF2B5EF4-FFF2-40B4-BE49-F238E27FC236}">
                  <a16:creationId xmlns:a16="http://schemas.microsoft.com/office/drawing/2014/main" id="{DE1CFC4E-A45F-D9B9-79AB-C51A15DFB479}"/>
                </a:ext>
              </a:extLst>
            </p:cNvPr>
            <p:cNvSpPr txBox="1"/>
            <p:nvPr/>
          </p:nvSpPr>
          <p:spPr>
            <a:xfrm>
              <a:off x="4793831" y="1609833"/>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80" name="Rounded Rectangle 35">
              <a:extLst>
                <a:ext uri="{FF2B5EF4-FFF2-40B4-BE49-F238E27FC236}">
                  <a16:creationId xmlns:a16="http://schemas.microsoft.com/office/drawing/2014/main" id="{462C1A4C-1E0F-4D65-47E7-9A09965FCCE8}"/>
                </a:ext>
              </a:extLst>
            </p:cNvPr>
            <p:cNvSpPr/>
            <p:nvPr/>
          </p:nvSpPr>
          <p:spPr>
            <a:xfrm>
              <a:off x="5311987" y="2708989"/>
              <a:ext cx="1337891" cy="219456"/>
            </a:xfrm>
            <a:prstGeom prst="roundRect">
              <a:avLst>
                <a:gd name="adj" fmla="val 0"/>
              </a:avLst>
            </a:prstGeom>
            <a:solidFill>
              <a:srgbClr val="FFFFFF"/>
            </a:solidFill>
            <a:ln w="635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chemeClr val="bg1">
                      <a:lumMod val="65000"/>
                    </a:schemeClr>
                  </a:solidFill>
                  <a:ea typeface="맑은 고딕"/>
                </a:rPr>
                <a:t>바로구매</a:t>
              </a:r>
              <a:endParaRPr lang="ko-KR" altLang="en-US" sz="800" dirty="0">
                <a:solidFill>
                  <a:schemeClr val="bg1">
                    <a:lumMod val="65000"/>
                  </a:schemeClr>
                </a:solidFill>
                <a:ea typeface="맑은 고딕"/>
              </a:endParaRPr>
            </a:p>
          </p:txBody>
        </p:sp>
        <p:sp>
          <p:nvSpPr>
            <p:cNvPr id="181" name="TextBox 180">
              <a:extLst>
                <a:ext uri="{FF2B5EF4-FFF2-40B4-BE49-F238E27FC236}">
                  <a16:creationId xmlns:a16="http://schemas.microsoft.com/office/drawing/2014/main" id="{75E5B95A-363C-4542-1DF7-5A957A402059}"/>
                </a:ext>
              </a:extLst>
            </p:cNvPr>
            <p:cNvSpPr txBox="1"/>
            <p:nvPr/>
          </p:nvSpPr>
          <p:spPr>
            <a:xfrm>
              <a:off x="6580787" y="1297637"/>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82" name="Rounded Rectangle 27">
              <a:extLst>
                <a:ext uri="{FF2B5EF4-FFF2-40B4-BE49-F238E27FC236}">
                  <a16:creationId xmlns:a16="http://schemas.microsoft.com/office/drawing/2014/main" id="{F358C2F9-E7FB-86E4-5C74-B56C196DBB93}"/>
                </a:ext>
              </a:extLst>
            </p:cNvPr>
            <p:cNvSpPr/>
            <p:nvPr/>
          </p:nvSpPr>
          <p:spPr>
            <a:xfrm>
              <a:off x="5639169" y="1399853"/>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83" name="직사각형 182">
              <a:extLst>
                <a:ext uri="{FF2B5EF4-FFF2-40B4-BE49-F238E27FC236}">
                  <a16:creationId xmlns:a16="http://schemas.microsoft.com/office/drawing/2014/main" id="{6C30F525-4EAD-50D0-89C7-AE12737E2B81}"/>
                </a:ext>
              </a:extLst>
            </p:cNvPr>
            <p:cNvSpPr/>
            <p:nvPr/>
          </p:nvSpPr>
          <p:spPr>
            <a:xfrm>
              <a:off x="4023347" y="1359132"/>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800" dirty="0">
                  <a:solidFill>
                    <a:schemeClr val="bg1">
                      <a:lumMod val="50000"/>
                    </a:schemeClr>
                  </a:solidFill>
                </a:rPr>
                <a:t>IMG</a:t>
              </a:r>
              <a:endParaRPr lang="ko-KR" altLang="en-US" sz="800" dirty="0">
                <a:solidFill>
                  <a:schemeClr val="bg1">
                    <a:lumMod val="50000"/>
                  </a:schemeClr>
                </a:solidFill>
              </a:endParaRPr>
            </a:p>
          </p:txBody>
        </p:sp>
        <p:grpSp>
          <p:nvGrpSpPr>
            <p:cNvPr id="184" name="그룹 183">
              <a:extLst>
                <a:ext uri="{FF2B5EF4-FFF2-40B4-BE49-F238E27FC236}">
                  <a16:creationId xmlns:a16="http://schemas.microsoft.com/office/drawing/2014/main" id="{C46C903E-EFB9-BF65-5704-3D8D61BB160D}"/>
                </a:ext>
              </a:extLst>
            </p:cNvPr>
            <p:cNvGrpSpPr/>
            <p:nvPr/>
          </p:nvGrpSpPr>
          <p:grpSpPr>
            <a:xfrm>
              <a:off x="3900120" y="2091087"/>
              <a:ext cx="2768868" cy="541093"/>
              <a:chOff x="395949" y="2423988"/>
              <a:chExt cx="2768868" cy="541093"/>
            </a:xfrm>
          </p:grpSpPr>
          <p:sp>
            <p:nvSpPr>
              <p:cNvPr id="187" name="직사각형 186">
                <a:extLst>
                  <a:ext uri="{FF2B5EF4-FFF2-40B4-BE49-F238E27FC236}">
                    <a16:creationId xmlns:a16="http://schemas.microsoft.com/office/drawing/2014/main" id="{5B552DF3-9F6F-60DE-7339-9B42C9F21A4E}"/>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8" name="TextBox 187">
                <a:extLst>
                  <a:ext uri="{FF2B5EF4-FFF2-40B4-BE49-F238E27FC236}">
                    <a16:creationId xmlns:a16="http://schemas.microsoft.com/office/drawing/2014/main" id="{9A5323BA-6A3B-FE15-BA13-5B915A247FC0}"/>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chemeClr val="bg1">
                        <a:lumMod val="85000"/>
                      </a:schemeClr>
                    </a:solidFill>
                    <a:latin typeface="맑은 고딕"/>
                    <a:ea typeface="맑은 고딕"/>
                  </a:rPr>
                  <a:t>113,800원</a:t>
                </a:r>
              </a:p>
            </p:txBody>
          </p:sp>
          <p:sp>
            <p:nvSpPr>
              <p:cNvPr id="189" name="Rounded Rectangle 33">
                <a:extLst>
                  <a:ext uri="{FF2B5EF4-FFF2-40B4-BE49-F238E27FC236}">
                    <a16:creationId xmlns:a16="http://schemas.microsoft.com/office/drawing/2014/main" id="{949835BC-62D1-940D-C32A-23D6178564CE}"/>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85000"/>
                      </a:schemeClr>
                    </a:solidFill>
                    <a:ea typeface="맑은 고딕"/>
                  </a:rPr>
                  <a:t>−    </a:t>
                </a:r>
                <a:r>
                  <a:rPr lang="en-US" altLang="ko-KR" sz="800" dirty="0">
                    <a:solidFill>
                      <a:schemeClr val="bg1">
                        <a:lumMod val="85000"/>
                      </a:schemeClr>
                    </a:solidFill>
                    <a:ea typeface="맑은 고딕"/>
                  </a:rPr>
                  <a:t>1    +</a:t>
                </a:r>
              </a:p>
            </p:txBody>
          </p:sp>
          <p:sp>
            <p:nvSpPr>
              <p:cNvPr id="190" name="Rounded Rectangle 27">
                <a:extLst>
                  <a:ext uri="{FF2B5EF4-FFF2-40B4-BE49-F238E27FC236}">
                    <a16:creationId xmlns:a16="http://schemas.microsoft.com/office/drawing/2014/main" id="{F6320C6E-DBA4-AFA9-4E14-EA8DAEF79942}"/>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185" name="Rounded Rectangle 35">
              <a:extLst>
                <a:ext uri="{FF2B5EF4-FFF2-40B4-BE49-F238E27FC236}">
                  <a16:creationId xmlns:a16="http://schemas.microsoft.com/office/drawing/2014/main" id="{2B5946C3-422F-5CA5-AF2E-BA9FC3CE620E}"/>
                </a:ext>
              </a:extLst>
            </p:cNvPr>
            <p:cNvSpPr/>
            <p:nvPr/>
          </p:nvSpPr>
          <p:spPr>
            <a:xfrm>
              <a:off x="3912927" y="2708989"/>
              <a:ext cx="1337891" cy="219456"/>
            </a:xfrm>
            <a:prstGeom prst="roundRect">
              <a:avLst>
                <a:gd name="adj" fmla="val 0"/>
              </a:avLst>
            </a:prstGeom>
            <a:solidFill>
              <a:srgbClr val="FFFFFF"/>
            </a:solidFill>
            <a:ln w="6350">
              <a:solidFill>
                <a:srgbClr val="E86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E8623F"/>
                  </a:solidFill>
                  <a:ea typeface="맑은 고딕"/>
                </a:rPr>
                <a:t>옵션변경</a:t>
              </a:r>
            </a:p>
          </p:txBody>
        </p:sp>
        <p:sp>
          <p:nvSpPr>
            <p:cNvPr id="186" name="Rounded Rectangle 29">
              <a:extLst>
                <a:ext uri="{FF2B5EF4-FFF2-40B4-BE49-F238E27FC236}">
                  <a16:creationId xmlns:a16="http://schemas.microsoft.com/office/drawing/2014/main" id="{16972400-2C86-35EC-66CC-7B433AACE08B}"/>
                </a:ext>
              </a:extLst>
            </p:cNvPr>
            <p:cNvSpPr/>
            <p:nvPr/>
          </p:nvSpPr>
          <p:spPr>
            <a:xfrm>
              <a:off x="4902008" y="2384932"/>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chemeClr val="bg1"/>
                  </a:solidFill>
                  <a:ea typeface="맑은 고딕"/>
                </a:rPr>
                <a:t>품절</a:t>
              </a:r>
            </a:p>
          </p:txBody>
        </p:sp>
      </p:grpSp>
      <p:cxnSp>
        <p:nvCxnSpPr>
          <p:cNvPr id="193" name="직선 화살표 연결선 192">
            <a:extLst>
              <a:ext uri="{FF2B5EF4-FFF2-40B4-BE49-F238E27FC236}">
                <a16:creationId xmlns:a16="http://schemas.microsoft.com/office/drawing/2014/main" id="{7D1B2DF2-9EB5-2797-1072-2C24F1322EEB}"/>
              </a:ext>
            </a:extLst>
          </p:cNvPr>
          <p:cNvCxnSpPr>
            <a:cxnSpLocks/>
          </p:cNvCxnSpPr>
          <p:nvPr/>
        </p:nvCxnSpPr>
        <p:spPr>
          <a:xfrm>
            <a:off x="3270837" y="2585445"/>
            <a:ext cx="700557" cy="0"/>
          </a:xfrm>
          <a:prstGeom prst="straightConnector1">
            <a:avLst/>
          </a:prstGeom>
          <a:ln w="3175">
            <a:solidFill>
              <a:srgbClr val="C0000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95" name="모서리가 둥근 직사각형 114">
            <a:extLst>
              <a:ext uri="{FF2B5EF4-FFF2-40B4-BE49-F238E27FC236}">
                <a16:creationId xmlns:a16="http://schemas.microsoft.com/office/drawing/2014/main" id="{E8E62016-EE92-484B-79B2-A415CCD7E1ED}"/>
              </a:ext>
            </a:extLst>
          </p:cNvPr>
          <p:cNvSpPr/>
          <p:nvPr/>
        </p:nvSpPr>
        <p:spPr>
          <a:xfrm>
            <a:off x="231797" y="11727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196" name="모서리가 둥근 직사각형 114">
            <a:extLst>
              <a:ext uri="{FF2B5EF4-FFF2-40B4-BE49-F238E27FC236}">
                <a16:creationId xmlns:a16="http://schemas.microsoft.com/office/drawing/2014/main" id="{DEE4AD35-102A-9105-2D57-8AC3569AB7D0}"/>
              </a:ext>
            </a:extLst>
          </p:cNvPr>
          <p:cNvSpPr/>
          <p:nvPr/>
        </p:nvSpPr>
        <p:spPr>
          <a:xfrm>
            <a:off x="2947641" y="11727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197" name="모서리가 둥근 직사각형 114">
            <a:extLst>
              <a:ext uri="{FF2B5EF4-FFF2-40B4-BE49-F238E27FC236}">
                <a16:creationId xmlns:a16="http://schemas.microsoft.com/office/drawing/2014/main" id="{59858671-DCF9-EBF9-8429-21A6475FE6FF}"/>
              </a:ext>
            </a:extLst>
          </p:cNvPr>
          <p:cNvSpPr/>
          <p:nvPr/>
        </p:nvSpPr>
        <p:spPr>
          <a:xfrm>
            <a:off x="231797" y="168229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198" name="모서리가 둥근 직사각형 114">
            <a:extLst>
              <a:ext uri="{FF2B5EF4-FFF2-40B4-BE49-F238E27FC236}">
                <a16:creationId xmlns:a16="http://schemas.microsoft.com/office/drawing/2014/main" id="{9E1786B7-FF8A-5020-1BFD-C7DC3DFC43B3}"/>
              </a:ext>
            </a:extLst>
          </p:cNvPr>
          <p:cNvSpPr/>
          <p:nvPr/>
        </p:nvSpPr>
        <p:spPr>
          <a:xfrm>
            <a:off x="231797" y="2962156"/>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199" name="모서리가 둥근 직사각형 114">
            <a:extLst>
              <a:ext uri="{FF2B5EF4-FFF2-40B4-BE49-F238E27FC236}">
                <a16:creationId xmlns:a16="http://schemas.microsoft.com/office/drawing/2014/main" id="{7B44264A-FF13-1037-CAA3-12BFFF7741D0}"/>
              </a:ext>
            </a:extLst>
          </p:cNvPr>
          <p:cNvSpPr/>
          <p:nvPr/>
        </p:nvSpPr>
        <p:spPr>
          <a:xfrm>
            <a:off x="231797" y="328229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200" name="모서리가 둥근 직사각형 114">
            <a:extLst>
              <a:ext uri="{FF2B5EF4-FFF2-40B4-BE49-F238E27FC236}">
                <a16:creationId xmlns:a16="http://schemas.microsoft.com/office/drawing/2014/main" id="{9175B768-04AD-42CF-8DF6-AB010F421BBA}"/>
              </a:ext>
            </a:extLst>
          </p:cNvPr>
          <p:cNvSpPr/>
          <p:nvPr/>
        </p:nvSpPr>
        <p:spPr>
          <a:xfrm>
            <a:off x="1763255" y="328229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2-4</a:t>
            </a:r>
            <a:endParaRPr lang="ko-KR" altLang="en-US" sz="900" dirty="0">
              <a:solidFill>
                <a:schemeClr val="bg1"/>
              </a:solidFill>
            </a:endParaRPr>
          </a:p>
        </p:txBody>
      </p:sp>
      <p:sp>
        <p:nvSpPr>
          <p:cNvPr id="201" name="모서리가 둥근 직사각형 114">
            <a:extLst>
              <a:ext uri="{FF2B5EF4-FFF2-40B4-BE49-F238E27FC236}">
                <a16:creationId xmlns:a16="http://schemas.microsoft.com/office/drawing/2014/main" id="{3946FC41-3A7A-8461-7B56-2E744AEE5754}"/>
              </a:ext>
            </a:extLst>
          </p:cNvPr>
          <p:cNvSpPr/>
          <p:nvPr/>
        </p:nvSpPr>
        <p:spPr>
          <a:xfrm>
            <a:off x="3707832" y="77787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2-5</a:t>
            </a:r>
            <a:endParaRPr lang="ko-KR" altLang="en-US" sz="900" dirty="0">
              <a:solidFill>
                <a:schemeClr val="bg1"/>
              </a:solidFill>
            </a:endParaRPr>
          </a:p>
        </p:txBody>
      </p:sp>
      <p:sp>
        <p:nvSpPr>
          <p:cNvPr id="203" name="모서리가 둥근 직사각형 114">
            <a:extLst>
              <a:ext uri="{FF2B5EF4-FFF2-40B4-BE49-F238E27FC236}">
                <a16:creationId xmlns:a16="http://schemas.microsoft.com/office/drawing/2014/main" id="{CC0812C3-8E24-4C8A-22D6-56DA3F4482D9}"/>
              </a:ext>
            </a:extLst>
          </p:cNvPr>
          <p:cNvSpPr/>
          <p:nvPr/>
        </p:nvSpPr>
        <p:spPr>
          <a:xfrm>
            <a:off x="231797" y="515006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grpSp>
        <p:nvGrpSpPr>
          <p:cNvPr id="205" name="그룹 204">
            <a:extLst>
              <a:ext uri="{FF2B5EF4-FFF2-40B4-BE49-F238E27FC236}">
                <a16:creationId xmlns:a16="http://schemas.microsoft.com/office/drawing/2014/main" id="{F2E86933-2AD8-796E-6D1F-49CE72A299FD}"/>
              </a:ext>
            </a:extLst>
          </p:cNvPr>
          <p:cNvGrpSpPr/>
          <p:nvPr/>
        </p:nvGrpSpPr>
        <p:grpSpPr>
          <a:xfrm>
            <a:off x="3730563" y="2980914"/>
            <a:ext cx="3105112" cy="2444572"/>
            <a:chOff x="226392" y="1553421"/>
            <a:chExt cx="3105112" cy="2444572"/>
          </a:xfrm>
        </p:grpSpPr>
        <p:sp>
          <p:nvSpPr>
            <p:cNvPr id="206" name="Rounded Rectangle 22">
              <a:extLst>
                <a:ext uri="{FF2B5EF4-FFF2-40B4-BE49-F238E27FC236}">
                  <a16:creationId xmlns:a16="http://schemas.microsoft.com/office/drawing/2014/main" id="{2AA3BE28-AAF7-035A-F132-456714FE2159}"/>
                </a:ext>
              </a:extLst>
            </p:cNvPr>
            <p:cNvSpPr/>
            <p:nvPr/>
          </p:nvSpPr>
          <p:spPr>
            <a:xfrm>
              <a:off x="226392" y="1553421"/>
              <a:ext cx="3105112" cy="2444572"/>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7" name="Rounded Rectangle 23">
              <a:extLst>
                <a:ext uri="{FF2B5EF4-FFF2-40B4-BE49-F238E27FC236}">
                  <a16:creationId xmlns:a16="http://schemas.microsoft.com/office/drawing/2014/main" id="{44CF43C0-3A3E-DB01-6745-5C427E156ED8}"/>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08" name="Rounded Rectangle 27">
              <a:extLst>
                <a:ext uri="{FF2B5EF4-FFF2-40B4-BE49-F238E27FC236}">
                  <a16:creationId xmlns:a16="http://schemas.microsoft.com/office/drawing/2014/main" id="{0D780AC3-197B-B3A0-598A-93D50689FD38}"/>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09" name="TextBox 208">
              <a:extLst>
                <a:ext uri="{FF2B5EF4-FFF2-40B4-BE49-F238E27FC236}">
                  <a16:creationId xmlns:a16="http://schemas.microsoft.com/office/drawing/2014/main" id="{F4199061-6975-32B4-3D1E-D4D957583B53}"/>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210" name="Rounded Rectangle 35">
              <a:extLst>
                <a:ext uri="{FF2B5EF4-FFF2-40B4-BE49-F238E27FC236}">
                  <a16:creationId xmlns:a16="http://schemas.microsoft.com/office/drawing/2014/main" id="{F634A7F7-9DE8-817F-E327-F2A0D377F2F8}"/>
                </a:ext>
              </a:extLst>
            </p:cNvPr>
            <p:cNvSpPr/>
            <p:nvPr/>
          </p:nvSpPr>
          <p:spPr>
            <a:xfrm>
              <a:off x="1807816" y="3668531"/>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211" name="TextBox 210">
              <a:extLst>
                <a:ext uri="{FF2B5EF4-FFF2-40B4-BE49-F238E27FC236}">
                  <a16:creationId xmlns:a16="http://schemas.microsoft.com/office/drawing/2014/main" id="{84698AC4-EF52-49CC-3F5C-CC9C9D9FF753}"/>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212" name="Rounded Rectangle 27">
              <a:extLst>
                <a:ext uri="{FF2B5EF4-FFF2-40B4-BE49-F238E27FC236}">
                  <a16:creationId xmlns:a16="http://schemas.microsoft.com/office/drawing/2014/main" id="{88DE5FB3-69A2-35DD-EB09-77E12AB101CC}"/>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213" name="직사각형 212">
              <a:extLst>
                <a:ext uri="{FF2B5EF4-FFF2-40B4-BE49-F238E27FC236}">
                  <a16:creationId xmlns:a16="http://schemas.microsoft.com/office/drawing/2014/main" id="{2679DAA4-6276-C983-5682-496D1B9A8A62}"/>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214" name="그룹 213">
              <a:extLst>
                <a:ext uri="{FF2B5EF4-FFF2-40B4-BE49-F238E27FC236}">
                  <a16:creationId xmlns:a16="http://schemas.microsoft.com/office/drawing/2014/main" id="{AF59CDBD-024F-AE11-CD4E-B2320AE9A713}"/>
                </a:ext>
              </a:extLst>
            </p:cNvPr>
            <p:cNvGrpSpPr/>
            <p:nvPr/>
          </p:nvGrpSpPr>
          <p:grpSpPr>
            <a:xfrm>
              <a:off x="395949" y="2454468"/>
              <a:ext cx="2768868" cy="1132678"/>
              <a:chOff x="395949" y="2423988"/>
              <a:chExt cx="2768868" cy="1132678"/>
            </a:xfrm>
          </p:grpSpPr>
          <p:sp>
            <p:nvSpPr>
              <p:cNvPr id="217" name="직사각형 216">
                <a:extLst>
                  <a:ext uri="{FF2B5EF4-FFF2-40B4-BE49-F238E27FC236}">
                    <a16:creationId xmlns:a16="http://schemas.microsoft.com/office/drawing/2014/main" id="{92F1C004-FB8E-3963-FC73-A7918C39FD64}"/>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18" name="TextBox 217">
                <a:extLst>
                  <a:ext uri="{FF2B5EF4-FFF2-40B4-BE49-F238E27FC236}">
                    <a16:creationId xmlns:a16="http://schemas.microsoft.com/office/drawing/2014/main" id="{2E4EEFD3-3954-4116-8C0C-C2E95B21FCF1}"/>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219" name="Rounded Rectangle 33">
                <a:extLst>
                  <a:ext uri="{FF2B5EF4-FFF2-40B4-BE49-F238E27FC236}">
                    <a16:creationId xmlns:a16="http://schemas.microsoft.com/office/drawing/2014/main" id="{886D4870-82F8-BC82-EAB2-21D3B27CDE01}"/>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sp>
            <p:nvSpPr>
              <p:cNvPr id="220" name="Rounded Rectangle 27">
                <a:extLst>
                  <a:ext uri="{FF2B5EF4-FFF2-40B4-BE49-F238E27FC236}">
                    <a16:creationId xmlns:a16="http://schemas.microsoft.com/office/drawing/2014/main" id="{EB67D918-BB01-FEB8-E118-AFDFF3FA9456}"/>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22" name="직사각형 221">
                <a:extLst>
                  <a:ext uri="{FF2B5EF4-FFF2-40B4-BE49-F238E27FC236}">
                    <a16:creationId xmlns:a16="http://schemas.microsoft.com/office/drawing/2014/main" id="{E4699E62-C281-9512-4E06-1491FA6EEC48}"/>
                  </a:ext>
                </a:extLst>
              </p:cNvPr>
              <p:cNvSpPr/>
              <p:nvPr/>
            </p:nvSpPr>
            <p:spPr>
              <a:xfrm>
                <a:off x="395949" y="3015573"/>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23" name="TextBox 222">
                <a:extLst>
                  <a:ext uri="{FF2B5EF4-FFF2-40B4-BE49-F238E27FC236}">
                    <a16:creationId xmlns:a16="http://schemas.microsoft.com/office/drawing/2014/main" id="{7860FDB3-2497-A84F-3A25-C19A24FC6C11}"/>
                  </a:ext>
                </a:extLst>
              </p:cNvPr>
              <p:cNvSpPr txBox="1"/>
              <p:nvPr/>
            </p:nvSpPr>
            <p:spPr>
              <a:xfrm>
                <a:off x="2106401" y="3303182"/>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24" name="Rounded Rectangle 33">
                <a:extLst>
                  <a:ext uri="{FF2B5EF4-FFF2-40B4-BE49-F238E27FC236}">
                    <a16:creationId xmlns:a16="http://schemas.microsoft.com/office/drawing/2014/main" id="{A9DB8CEF-CD0D-2FA6-5E0F-83CCAD3B4DA4}"/>
                  </a:ext>
                </a:extLst>
              </p:cNvPr>
              <p:cNvSpPr/>
              <p:nvPr/>
            </p:nvSpPr>
            <p:spPr>
              <a:xfrm>
                <a:off x="530794" y="3288308"/>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25" name="Rounded Rectangle 27">
                <a:extLst>
                  <a:ext uri="{FF2B5EF4-FFF2-40B4-BE49-F238E27FC236}">
                    <a16:creationId xmlns:a16="http://schemas.microsoft.com/office/drawing/2014/main" id="{5500CBC5-9174-1C4A-1E51-82EB15F9468A}"/>
                  </a:ext>
                </a:extLst>
              </p:cNvPr>
              <p:cNvSpPr/>
              <p:nvPr/>
            </p:nvSpPr>
            <p:spPr>
              <a:xfrm>
                <a:off x="467570" y="3055970"/>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215" name="Rounded Rectangle 35">
              <a:extLst>
                <a:ext uri="{FF2B5EF4-FFF2-40B4-BE49-F238E27FC236}">
                  <a16:creationId xmlns:a16="http://schemas.microsoft.com/office/drawing/2014/main" id="{F0AC9A07-1F22-2945-0510-5DF7DCED6249}"/>
                </a:ext>
              </a:extLst>
            </p:cNvPr>
            <p:cNvSpPr/>
            <p:nvPr/>
          </p:nvSpPr>
          <p:spPr>
            <a:xfrm>
              <a:off x="408756" y="3668531"/>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grpSp>
      <p:sp>
        <p:nvSpPr>
          <p:cNvPr id="221" name="모서리가 둥근 직사각형 114">
            <a:extLst>
              <a:ext uri="{FF2B5EF4-FFF2-40B4-BE49-F238E27FC236}">
                <a16:creationId xmlns:a16="http://schemas.microsoft.com/office/drawing/2014/main" id="{AB8173F1-ECA4-1FDA-F94B-E97235E11D3B}"/>
              </a:ext>
            </a:extLst>
          </p:cNvPr>
          <p:cNvSpPr/>
          <p:nvPr/>
        </p:nvSpPr>
        <p:spPr>
          <a:xfrm>
            <a:off x="3652619" y="293194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2-7</a:t>
            </a:r>
            <a:endParaRPr lang="ko-KR" altLang="en-US" sz="900" dirty="0">
              <a:solidFill>
                <a:schemeClr val="bg1"/>
              </a:solidFill>
            </a:endParaRPr>
          </a:p>
        </p:txBody>
      </p:sp>
      <p:sp>
        <p:nvSpPr>
          <p:cNvPr id="9" name="직사각형 8">
            <a:extLst>
              <a:ext uri="{FF2B5EF4-FFF2-40B4-BE49-F238E27FC236}">
                <a16:creationId xmlns:a16="http://schemas.microsoft.com/office/drawing/2014/main" id="{9AF15067-6FC9-4453-8F41-F92BF19B3EAD}"/>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 name="TextBox 9">
            <a:extLst>
              <a:ext uri="{FF2B5EF4-FFF2-40B4-BE49-F238E27FC236}">
                <a16:creationId xmlns:a16="http://schemas.microsoft.com/office/drawing/2014/main" id="{F3FC1F9A-FBA1-0ED7-9AC2-2206477BB219}"/>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1" name="TextBox 10">
            <a:extLst>
              <a:ext uri="{FF2B5EF4-FFF2-40B4-BE49-F238E27FC236}">
                <a16:creationId xmlns:a16="http://schemas.microsoft.com/office/drawing/2014/main" id="{6290C21B-A74B-3A84-F3B6-145878EE9CBC}"/>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5" name="그룹 14">
            <a:extLst>
              <a:ext uri="{FF2B5EF4-FFF2-40B4-BE49-F238E27FC236}">
                <a16:creationId xmlns:a16="http://schemas.microsoft.com/office/drawing/2014/main" id="{9D06C0BD-51C3-64C2-10E0-BF6F4F2F61A3}"/>
              </a:ext>
            </a:extLst>
          </p:cNvPr>
          <p:cNvGrpSpPr/>
          <p:nvPr/>
        </p:nvGrpSpPr>
        <p:grpSpPr>
          <a:xfrm>
            <a:off x="2907993" y="703689"/>
            <a:ext cx="613818" cy="222962"/>
            <a:chOff x="2907993" y="703689"/>
            <a:chExt cx="613818" cy="222962"/>
          </a:xfrm>
        </p:grpSpPr>
        <p:pic>
          <p:nvPicPr>
            <p:cNvPr id="17" name="그림 16">
              <a:extLst>
                <a:ext uri="{FF2B5EF4-FFF2-40B4-BE49-F238E27FC236}">
                  <a16:creationId xmlns:a16="http://schemas.microsoft.com/office/drawing/2014/main" id="{B1425FFC-8C9A-7FCB-F8E0-BC2601AA4AE5}"/>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21" name="그림 20">
              <a:extLst>
                <a:ext uri="{FF2B5EF4-FFF2-40B4-BE49-F238E27FC236}">
                  <a16:creationId xmlns:a16="http://schemas.microsoft.com/office/drawing/2014/main" id="{FFD2DB7A-5220-48A2-1B08-2A54CFD590CF}"/>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27" name="그림 26">
              <a:extLst>
                <a:ext uri="{FF2B5EF4-FFF2-40B4-BE49-F238E27FC236}">
                  <a16:creationId xmlns:a16="http://schemas.microsoft.com/office/drawing/2014/main" id="{C3F5B761-4D3C-57B5-4B0A-A1FD341D05D9}"/>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7" name="TextBox 6">
            <a:extLst>
              <a:ext uri="{FF2B5EF4-FFF2-40B4-BE49-F238E27FC236}">
                <a16:creationId xmlns:a16="http://schemas.microsoft.com/office/drawing/2014/main" id="{E6DFEBCA-B765-D6FF-C582-0C0F4803A241}"/>
              </a:ext>
            </a:extLst>
          </p:cNvPr>
          <p:cNvSpPr txBox="1"/>
          <p:nvPr/>
        </p:nvSpPr>
        <p:spPr>
          <a:xfrm>
            <a:off x="4848526" y="2750083"/>
            <a:ext cx="78258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옵션 다중선택</a:t>
            </a:r>
          </a:p>
        </p:txBody>
      </p:sp>
      <p:sp>
        <p:nvSpPr>
          <p:cNvPr id="12" name="TextBox 11">
            <a:extLst>
              <a:ext uri="{FF2B5EF4-FFF2-40B4-BE49-F238E27FC236}">
                <a16:creationId xmlns:a16="http://schemas.microsoft.com/office/drawing/2014/main" id="{02B7654B-0FD0-9926-4EF0-626EB6EF2FE0}"/>
              </a:ext>
            </a:extLst>
          </p:cNvPr>
          <p:cNvSpPr txBox="1"/>
          <p:nvPr/>
        </p:nvSpPr>
        <p:spPr>
          <a:xfrm>
            <a:off x="4848526" y="627857"/>
            <a:ext cx="782587" cy="230832"/>
          </a:xfrm>
          <a:prstGeom prst="rect">
            <a:avLst/>
          </a:prstGeom>
          <a:noFill/>
        </p:spPr>
        <p:txBody>
          <a:bodyPr wrap="none" rtlCol="0">
            <a:spAutoFit/>
          </a:bodyPr>
          <a:lstStyle/>
          <a:p>
            <a:r>
              <a:rPr lang="ko-KR" altLang="en-US" sz="900" spc="-15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선택옵션 품절</a:t>
            </a:r>
            <a:endPar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endParaRPr>
          </a:p>
        </p:txBody>
      </p:sp>
      <p:sp>
        <p:nvSpPr>
          <p:cNvPr id="18" name="TextBox 17">
            <a:extLst>
              <a:ext uri="{FF2B5EF4-FFF2-40B4-BE49-F238E27FC236}">
                <a16:creationId xmlns:a16="http://schemas.microsoft.com/office/drawing/2014/main" id="{EED8EA70-FC65-4A20-C138-AB3D556ACEF9}"/>
              </a:ext>
            </a:extLst>
          </p:cNvPr>
          <p:cNvSpPr txBox="1"/>
          <p:nvPr/>
        </p:nvSpPr>
        <p:spPr>
          <a:xfrm>
            <a:off x="8067746" y="627857"/>
            <a:ext cx="611065"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전체 품절</a:t>
            </a:r>
          </a:p>
        </p:txBody>
      </p:sp>
      <p:grpSp>
        <p:nvGrpSpPr>
          <p:cNvPr id="25" name="그룹 24">
            <a:extLst>
              <a:ext uri="{FF2B5EF4-FFF2-40B4-BE49-F238E27FC236}">
                <a16:creationId xmlns:a16="http://schemas.microsoft.com/office/drawing/2014/main" id="{354482EB-AAC4-7120-2EDA-EA6164C2985F}"/>
              </a:ext>
            </a:extLst>
          </p:cNvPr>
          <p:cNvGrpSpPr/>
          <p:nvPr/>
        </p:nvGrpSpPr>
        <p:grpSpPr>
          <a:xfrm>
            <a:off x="6891564" y="849882"/>
            <a:ext cx="3105112" cy="1866061"/>
            <a:chOff x="6891564" y="1190039"/>
            <a:chExt cx="3105112" cy="1866061"/>
          </a:xfrm>
        </p:grpSpPr>
        <p:sp>
          <p:nvSpPr>
            <p:cNvPr id="131" name="Rounded Rectangle 22">
              <a:extLst>
                <a:ext uri="{FF2B5EF4-FFF2-40B4-BE49-F238E27FC236}">
                  <a16:creationId xmlns:a16="http://schemas.microsoft.com/office/drawing/2014/main" id="{63D796BB-867F-A2D5-7C75-958AEE133F2C}"/>
                </a:ext>
              </a:extLst>
            </p:cNvPr>
            <p:cNvSpPr/>
            <p:nvPr/>
          </p:nvSpPr>
          <p:spPr>
            <a:xfrm>
              <a:off x="6891564" y="1190039"/>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Rounded Rectangle 23">
              <a:extLst>
                <a:ext uri="{FF2B5EF4-FFF2-40B4-BE49-F238E27FC236}">
                  <a16:creationId xmlns:a16="http://schemas.microsoft.com/office/drawing/2014/main" id="{49DF7E73-4616-3DD9-7296-144CE22E2E5C}"/>
                </a:ext>
              </a:extLst>
            </p:cNvPr>
            <p:cNvSpPr/>
            <p:nvPr/>
          </p:nvSpPr>
          <p:spPr>
            <a:xfrm>
              <a:off x="6973008" y="1349200"/>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33" name="Rounded Rectangle 27">
              <a:extLst>
                <a:ext uri="{FF2B5EF4-FFF2-40B4-BE49-F238E27FC236}">
                  <a16:creationId xmlns:a16="http://schemas.microsoft.com/office/drawing/2014/main" id="{C21A517E-0F00-A209-6E64-65254AEA771C}"/>
                </a:ext>
              </a:extLst>
            </p:cNvPr>
            <p:cNvSpPr/>
            <p:nvPr/>
          </p:nvSpPr>
          <p:spPr>
            <a:xfrm>
              <a:off x="7954832" y="1399852"/>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34" name="TextBox 133">
              <a:extLst>
                <a:ext uri="{FF2B5EF4-FFF2-40B4-BE49-F238E27FC236}">
                  <a16:creationId xmlns:a16="http://schemas.microsoft.com/office/drawing/2014/main" id="{8F3661AE-91D8-0FF7-AE46-72581C2766D8}"/>
                </a:ext>
              </a:extLst>
            </p:cNvPr>
            <p:cNvSpPr txBox="1"/>
            <p:nvPr/>
          </p:nvSpPr>
          <p:spPr>
            <a:xfrm>
              <a:off x="7954832" y="1609832"/>
              <a:ext cx="1897828" cy="276999"/>
            </a:xfrm>
            <a:prstGeom prst="rect">
              <a:avLst/>
            </a:prstGeom>
            <a:noFill/>
          </p:spPr>
          <p:txBody>
            <a:bodyPr wrap="square" lIns="0" tIns="0" rIns="0" bIns="0" anchor="t">
              <a:spAutoFit/>
            </a:bodyPr>
            <a:lstStyle/>
            <a:p>
              <a:r>
                <a:rPr lang="en-US" altLang="ko-KR" sz="900" b="1" dirty="0">
                  <a:solidFill>
                    <a:schemeClr val="bg1">
                      <a:lumMod val="50000"/>
                    </a:schemeClr>
                  </a:solidFill>
                  <a:ea typeface="맑은 고딕"/>
                </a:rPr>
                <a:t>[</a:t>
              </a:r>
              <a:r>
                <a:rPr lang="ko-KR" altLang="en-US" sz="900" b="1" dirty="0" err="1">
                  <a:solidFill>
                    <a:schemeClr val="bg1">
                      <a:lumMod val="50000"/>
                    </a:schemeClr>
                  </a:solidFill>
                  <a:ea typeface="맑은 고딕"/>
                </a:rPr>
                <a:t>썸머러버</a:t>
              </a:r>
              <a:r>
                <a:rPr lang="en-US" altLang="ko-KR" sz="900" b="1" dirty="0">
                  <a:solidFill>
                    <a:schemeClr val="bg1">
                      <a:lumMod val="50000"/>
                    </a:schemeClr>
                  </a:solidFill>
                  <a:ea typeface="맑은 고딕"/>
                </a:rPr>
                <a:t>]</a:t>
              </a:r>
              <a:r>
                <a:rPr lang="ko-KR" altLang="en-US" sz="900" b="1" dirty="0" err="1">
                  <a:solidFill>
                    <a:schemeClr val="bg1">
                      <a:lumMod val="50000"/>
                    </a:schemeClr>
                  </a:solidFill>
                  <a:ea typeface="맑은 고딕"/>
                </a:rPr>
                <a:t>하기스</a:t>
              </a:r>
              <a:r>
                <a:rPr lang="ko-KR" altLang="en-US" sz="900" b="1" dirty="0">
                  <a:solidFill>
                    <a:schemeClr val="bg1">
                      <a:lumMod val="50000"/>
                    </a:schemeClr>
                  </a:solidFill>
                  <a:ea typeface="맑은 고딕"/>
                </a:rPr>
                <a:t> </a:t>
              </a:r>
              <a:r>
                <a:rPr lang="ko-KR" altLang="en-US" sz="900" b="1" dirty="0" err="1">
                  <a:solidFill>
                    <a:schemeClr val="bg1">
                      <a:lumMod val="50000"/>
                    </a:schemeClr>
                  </a:solidFill>
                  <a:ea typeface="맑은 고딕"/>
                </a:rPr>
                <a:t>맥스드라이</a:t>
              </a:r>
              <a:r>
                <a:rPr lang="ko-KR" altLang="en-US" sz="900" b="1" dirty="0">
                  <a:solidFill>
                    <a:schemeClr val="bg1">
                      <a:lumMod val="50000"/>
                    </a:schemeClr>
                  </a:solidFill>
                  <a:ea typeface="맑은 고딕"/>
                </a:rPr>
                <a:t> 에어 밴드</a:t>
              </a:r>
              <a:r>
                <a:rPr lang="en-US" altLang="ko-KR" sz="900" b="1" dirty="0">
                  <a:solidFill>
                    <a:schemeClr val="bg1">
                      <a:lumMod val="50000"/>
                    </a:schemeClr>
                  </a:solidFill>
                  <a:ea typeface="맑은 고딕"/>
                </a:rPr>
                <a:t>/</a:t>
              </a:r>
              <a:r>
                <a:rPr lang="ko-KR" altLang="en-US" sz="900" b="1" dirty="0">
                  <a:solidFill>
                    <a:schemeClr val="bg1">
                      <a:lumMod val="50000"/>
                    </a:schemeClr>
                  </a:solidFill>
                  <a:ea typeface="맑은 고딕"/>
                </a:rPr>
                <a:t>팬티형 통기성 기저귀 </a:t>
              </a:r>
              <a:r>
                <a:rPr lang="en-US" altLang="ko-KR" sz="900" b="1" dirty="0">
                  <a:solidFill>
                    <a:schemeClr val="bg1">
                      <a:lumMod val="50000"/>
                    </a:schemeClr>
                  </a:solidFill>
                  <a:ea typeface="맑은 고딕"/>
                </a:rPr>
                <a:t>[3</a:t>
              </a:r>
              <a:r>
                <a:rPr lang="ko-KR" altLang="en-US" sz="900" b="1" dirty="0">
                  <a:solidFill>
                    <a:schemeClr val="bg1">
                      <a:lumMod val="50000"/>
                    </a:schemeClr>
                  </a:solidFill>
                  <a:ea typeface="맑은 고딕"/>
                </a:rPr>
                <a:t>박</a:t>
              </a:r>
              <a:r>
                <a:rPr lang="en-US" altLang="ko-KR" sz="900" b="1" dirty="0">
                  <a:solidFill>
                    <a:schemeClr val="bg1">
                      <a:lumMod val="50000"/>
                    </a:schemeClr>
                  </a:solidFill>
                  <a:ea typeface="맑은 고딕"/>
                </a:rPr>
                <a:t>…</a:t>
              </a:r>
              <a:endParaRPr lang="en-US" altLang="ko-KR" sz="900" b="1" dirty="0">
                <a:solidFill>
                  <a:schemeClr val="bg1">
                    <a:lumMod val="50000"/>
                  </a:schemeClr>
                </a:solidFill>
                <a:latin typeface="맑은 고딕"/>
                <a:ea typeface="맑은 고딕"/>
              </a:endParaRPr>
            </a:p>
          </p:txBody>
        </p:sp>
        <p:sp>
          <p:nvSpPr>
            <p:cNvPr id="136" name="TextBox 135">
              <a:extLst>
                <a:ext uri="{FF2B5EF4-FFF2-40B4-BE49-F238E27FC236}">
                  <a16:creationId xmlns:a16="http://schemas.microsoft.com/office/drawing/2014/main" id="{9EAF044E-6ADA-6B52-719F-3B7164B653FB}"/>
                </a:ext>
              </a:extLst>
            </p:cNvPr>
            <p:cNvSpPr txBox="1"/>
            <p:nvPr/>
          </p:nvSpPr>
          <p:spPr>
            <a:xfrm>
              <a:off x="9741788" y="1297636"/>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37" name="Rounded Rectangle 27">
              <a:extLst>
                <a:ext uri="{FF2B5EF4-FFF2-40B4-BE49-F238E27FC236}">
                  <a16:creationId xmlns:a16="http://schemas.microsoft.com/office/drawing/2014/main" id="{FCD7F239-1BD9-18C8-C430-BBD6EE5A2F71}"/>
                </a:ext>
              </a:extLst>
            </p:cNvPr>
            <p:cNvSpPr/>
            <p:nvPr/>
          </p:nvSpPr>
          <p:spPr>
            <a:xfrm>
              <a:off x="8800170" y="1399852"/>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38" name="직사각형 137">
              <a:extLst>
                <a:ext uri="{FF2B5EF4-FFF2-40B4-BE49-F238E27FC236}">
                  <a16:creationId xmlns:a16="http://schemas.microsoft.com/office/drawing/2014/main" id="{66EBE40F-5577-B71C-1871-27785288876B}"/>
                </a:ext>
              </a:extLst>
            </p:cNvPr>
            <p:cNvSpPr/>
            <p:nvPr/>
          </p:nvSpPr>
          <p:spPr>
            <a:xfrm>
              <a:off x="7184348" y="1359131"/>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1200" b="1" dirty="0">
                  <a:solidFill>
                    <a:schemeClr val="bg1">
                      <a:lumMod val="50000"/>
                    </a:schemeClr>
                  </a:solidFill>
                </a:rPr>
                <a:t>품 절</a:t>
              </a:r>
            </a:p>
          </p:txBody>
        </p:sp>
        <p:grpSp>
          <p:nvGrpSpPr>
            <p:cNvPr id="144" name="그룹 143">
              <a:extLst>
                <a:ext uri="{FF2B5EF4-FFF2-40B4-BE49-F238E27FC236}">
                  <a16:creationId xmlns:a16="http://schemas.microsoft.com/office/drawing/2014/main" id="{2DCF27C2-BD22-08B6-C47B-C20EEDAD7320}"/>
                </a:ext>
              </a:extLst>
            </p:cNvPr>
            <p:cNvGrpSpPr/>
            <p:nvPr/>
          </p:nvGrpSpPr>
          <p:grpSpPr>
            <a:xfrm>
              <a:off x="7061121" y="2091086"/>
              <a:ext cx="2768868" cy="541093"/>
              <a:chOff x="395949" y="2423988"/>
              <a:chExt cx="2768868" cy="541093"/>
            </a:xfrm>
          </p:grpSpPr>
          <p:sp>
            <p:nvSpPr>
              <p:cNvPr id="152" name="직사각형 151">
                <a:extLst>
                  <a:ext uri="{FF2B5EF4-FFF2-40B4-BE49-F238E27FC236}">
                    <a16:creationId xmlns:a16="http://schemas.microsoft.com/office/drawing/2014/main" id="{03B338AD-62A4-53E7-6A34-F57AAFB16600}"/>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62" name="TextBox 161">
                <a:extLst>
                  <a:ext uri="{FF2B5EF4-FFF2-40B4-BE49-F238E27FC236}">
                    <a16:creationId xmlns:a16="http://schemas.microsoft.com/office/drawing/2014/main" id="{360D5940-F853-293D-3AE4-97852EF4B440}"/>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chemeClr val="bg1">
                        <a:lumMod val="85000"/>
                      </a:schemeClr>
                    </a:solidFill>
                    <a:latin typeface="맑은 고딕"/>
                    <a:ea typeface="맑은 고딕"/>
                  </a:rPr>
                  <a:t>113,800원</a:t>
                </a:r>
              </a:p>
            </p:txBody>
          </p:sp>
          <p:sp>
            <p:nvSpPr>
              <p:cNvPr id="163" name="Rounded Rectangle 33">
                <a:extLst>
                  <a:ext uri="{FF2B5EF4-FFF2-40B4-BE49-F238E27FC236}">
                    <a16:creationId xmlns:a16="http://schemas.microsoft.com/office/drawing/2014/main" id="{48450B63-ACE8-434F-C96F-333B172FA471}"/>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85000"/>
                      </a:schemeClr>
                    </a:solidFill>
                    <a:ea typeface="맑은 고딕"/>
                  </a:rPr>
                  <a:t>−    </a:t>
                </a:r>
                <a:r>
                  <a:rPr lang="en-US" altLang="ko-KR" sz="800" dirty="0">
                    <a:solidFill>
                      <a:schemeClr val="bg1">
                        <a:lumMod val="85000"/>
                      </a:schemeClr>
                    </a:solidFill>
                    <a:ea typeface="맑은 고딕"/>
                  </a:rPr>
                  <a:t>1    +</a:t>
                </a:r>
              </a:p>
            </p:txBody>
          </p:sp>
          <p:sp>
            <p:nvSpPr>
              <p:cNvPr id="164" name="Rounded Rectangle 27">
                <a:extLst>
                  <a:ext uri="{FF2B5EF4-FFF2-40B4-BE49-F238E27FC236}">
                    <a16:creationId xmlns:a16="http://schemas.microsoft.com/office/drawing/2014/main" id="{8F682098-83BD-15CB-2757-F4CA8A0E779D}"/>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150" name="Rounded Rectangle 29">
              <a:extLst>
                <a:ext uri="{FF2B5EF4-FFF2-40B4-BE49-F238E27FC236}">
                  <a16:creationId xmlns:a16="http://schemas.microsoft.com/office/drawing/2014/main" id="{E97AA48F-AAF8-1CD3-1E4B-66A344AED997}"/>
                </a:ext>
              </a:extLst>
            </p:cNvPr>
            <p:cNvSpPr/>
            <p:nvPr/>
          </p:nvSpPr>
          <p:spPr>
            <a:xfrm>
              <a:off x="8063009" y="2384931"/>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chemeClr val="bg1"/>
                  </a:solidFill>
                  <a:ea typeface="맑은 고딕"/>
                </a:rPr>
                <a:t>품절</a:t>
              </a:r>
            </a:p>
          </p:txBody>
        </p:sp>
        <p:sp>
          <p:nvSpPr>
            <p:cNvPr id="19" name="Rounded Rectangle 35">
              <a:extLst>
                <a:ext uri="{FF2B5EF4-FFF2-40B4-BE49-F238E27FC236}">
                  <a16:creationId xmlns:a16="http://schemas.microsoft.com/office/drawing/2014/main" id="{7A206EF0-715E-778E-30BB-B5101147BAD9}"/>
                </a:ext>
              </a:extLst>
            </p:cNvPr>
            <p:cNvSpPr/>
            <p:nvPr/>
          </p:nvSpPr>
          <p:spPr>
            <a:xfrm>
              <a:off x="8471272" y="2708989"/>
              <a:ext cx="1337891" cy="219456"/>
            </a:xfrm>
            <a:prstGeom prst="roundRect">
              <a:avLst>
                <a:gd name="adj" fmla="val 0"/>
              </a:avLst>
            </a:prstGeom>
            <a:solidFill>
              <a:srgbClr val="FFFFFF"/>
            </a:solidFill>
            <a:ln w="635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chemeClr val="bg1">
                      <a:lumMod val="65000"/>
                    </a:schemeClr>
                  </a:solidFill>
                  <a:ea typeface="맑은 고딕"/>
                </a:rPr>
                <a:t>바로구매</a:t>
              </a:r>
              <a:endParaRPr lang="ko-KR" altLang="en-US" sz="800" dirty="0">
                <a:solidFill>
                  <a:schemeClr val="bg1">
                    <a:lumMod val="65000"/>
                  </a:schemeClr>
                </a:solidFill>
                <a:ea typeface="맑은 고딕"/>
              </a:endParaRPr>
            </a:p>
          </p:txBody>
        </p:sp>
        <p:sp>
          <p:nvSpPr>
            <p:cNvPr id="24" name="Rounded Rectangle 35">
              <a:extLst>
                <a:ext uri="{FF2B5EF4-FFF2-40B4-BE49-F238E27FC236}">
                  <a16:creationId xmlns:a16="http://schemas.microsoft.com/office/drawing/2014/main" id="{156A93EC-3F6B-EEF6-A844-83D8F2E1AE0E}"/>
                </a:ext>
              </a:extLst>
            </p:cNvPr>
            <p:cNvSpPr/>
            <p:nvPr/>
          </p:nvSpPr>
          <p:spPr>
            <a:xfrm>
              <a:off x="7072212" y="2708989"/>
              <a:ext cx="1337891" cy="219456"/>
            </a:xfrm>
            <a:prstGeom prst="roundRect">
              <a:avLst>
                <a:gd name="adj" fmla="val 0"/>
              </a:avLst>
            </a:prstGeom>
            <a:solidFill>
              <a:srgbClr val="FFFFFF"/>
            </a:solidFill>
            <a:ln w="6350">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65000"/>
                    </a:schemeClr>
                  </a:solidFill>
                  <a:ea typeface="맑은 고딕"/>
                </a:rPr>
                <a:t>옵션변경</a:t>
              </a:r>
            </a:p>
          </p:txBody>
        </p:sp>
      </p:grpSp>
      <p:sp>
        <p:nvSpPr>
          <p:cNvPr id="165" name="모서리가 둥근 직사각형 114">
            <a:extLst>
              <a:ext uri="{FF2B5EF4-FFF2-40B4-BE49-F238E27FC236}">
                <a16:creationId xmlns:a16="http://schemas.microsoft.com/office/drawing/2014/main" id="{AB9C29B3-8569-77BE-F7BF-9954DABCD90A}"/>
              </a:ext>
            </a:extLst>
          </p:cNvPr>
          <p:cNvSpPr/>
          <p:nvPr/>
        </p:nvSpPr>
        <p:spPr>
          <a:xfrm>
            <a:off x="6826023" y="77787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2-6</a:t>
            </a:r>
            <a:endParaRPr lang="ko-KR" altLang="en-US" sz="900" dirty="0">
              <a:solidFill>
                <a:schemeClr val="bg1"/>
              </a:solidFill>
            </a:endParaRPr>
          </a:p>
        </p:txBody>
      </p:sp>
      <p:sp>
        <p:nvSpPr>
          <p:cNvPr id="29" name="직사각형 28">
            <a:extLst>
              <a:ext uri="{FF2B5EF4-FFF2-40B4-BE49-F238E27FC236}">
                <a16:creationId xmlns:a16="http://schemas.microsoft.com/office/drawing/2014/main" id="{49EDC3BE-6FEC-F61C-5807-F63F95C6343D}"/>
              </a:ext>
            </a:extLst>
          </p:cNvPr>
          <p:cNvSpPr/>
          <p:nvPr/>
        </p:nvSpPr>
        <p:spPr>
          <a:xfrm>
            <a:off x="13344864" y="3996333"/>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30" name="그룹 29">
            <a:extLst>
              <a:ext uri="{FF2B5EF4-FFF2-40B4-BE49-F238E27FC236}">
                <a16:creationId xmlns:a16="http://schemas.microsoft.com/office/drawing/2014/main" id="{C687FCDF-E301-6705-A46E-441616B47299}"/>
              </a:ext>
            </a:extLst>
          </p:cNvPr>
          <p:cNvGrpSpPr/>
          <p:nvPr/>
        </p:nvGrpSpPr>
        <p:grpSpPr>
          <a:xfrm>
            <a:off x="6897547" y="2980914"/>
            <a:ext cx="3105112" cy="2444572"/>
            <a:chOff x="226392" y="1553421"/>
            <a:chExt cx="3105112" cy="2444572"/>
          </a:xfrm>
        </p:grpSpPr>
        <p:sp>
          <p:nvSpPr>
            <p:cNvPr id="31" name="Rounded Rectangle 22">
              <a:extLst>
                <a:ext uri="{FF2B5EF4-FFF2-40B4-BE49-F238E27FC236}">
                  <a16:creationId xmlns:a16="http://schemas.microsoft.com/office/drawing/2014/main" id="{445EF1FB-C5E4-0DE9-05ED-08DF1D84AF4B}"/>
                </a:ext>
              </a:extLst>
            </p:cNvPr>
            <p:cNvSpPr/>
            <p:nvPr/>
          </p:nvSpPr>
          <p:spPr>
            <a:xfrm>
              <a:off x="226392" y="1553421"/>
              <a:ext cx="3105112" cy="2444572"/>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Rounded Rectangle 23">
              <a:extLst>
                <a:ext uri="{FF2B5EF4-FFF2-40B4-BE49-F238E27FC236}">
                  <a16:creationId xmlns:a16="http://schemas.microsoft.com/office/drawing/2014/main" id="{1B2D25DB-E4C6-F95E-C406-A28F5D1AA850}"/>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34" name="Rounded Rectangle 27">
              <a:extLst>
                <a:ext uri="{FF2B5EF4-FFF2-40B4-BE49-F238E27FC236}">
                  <a16:creationId xmlns:a16="http://schemas.microsoft.com/office/drawing/2014/main" id="{5748AA97-5530-EEC5-0C1B-E824B43A20FB}"/>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35" name="TextBox 34">
              <a:extLst>
                <a:ext uri="{FF2B5EF4-FFF2-40B4-BE49-F238E27FC236}">
                  <a16:creationId xmlns:a16="http://schemas.microsoft.com/office/drawing/2014/main" id="{FB0EB71D-7CB2-B8BC-7A04-32009C590949}"/>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36" name="Rounded Rectangle 35">
              <a:extLst>
                <a:ext uri="{FF2B5EF4-FFF2-40B4-BE49-F238E27FC236}">
                  <a16:creationId xmlns:a16="http://schemas.microsoft.com/office/drawing/2014/main" id="{1BA2DF5A-C8C4-B95E-8CE8-E26D343DD5FF}"/>
                </a:ext>
              </a:extLst>
            </p:cNvPr>
            <p:cNvSpPr/>
            <p:nvPr/>
          </p:nvSpPr>
          <p:spPr>
            <a:xfrm>
              <a:off x="1807816" y="3668531"/>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37" name="TextBox 36">
              <a:extLst>
                <a:ext uri="{FF2B5EF4-FFF2-40B4-BE49-F238E27FC236}">
                  <a16:creationId xmlns:a16="http://schemas.microsoft.com/office/drawing/2014/main" id="{84AE3F78-83C5-78AF-A503-6E148005BBA7}"/>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38" name="Rounded Rectangle 27">
              <a:extLst>
                <a:ext uri="{FF2B5EF4-FFF2-40B4-BE49-F238E27FC236}">
                  <a16:creationId xmlns:a16="http://schemas.microsoft.com/office/drawing/2014/main" id="{B8936ADC-11F5-25F4-B08E-3C88E46862DC}"/>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39" name="직사각형 38">
              <a:extLst>
                <a:ext uri="{FF2B5EF4-FFF2-40B4-BE49-F238E27FC236}">
                  <a16:creationId xmlns:a16="http://schemas.microsoft.com/office/drawing/2014/main" id="{1AB4E2E0-77B9-9341-1B6A-B81ED93A295D}"/>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40" name="그룹 39">
              <a:extLst>
                <a:ext uri="{FF2B5EF4-FFF2-40B4-BE49-F238E27FC236}">
                  <a16:creationId xmlns:a16="http://schemas.microsoft.com/office/drawing/2014/main" id="{89CCC979-985B-1330-7036-0E1543A3593C}"/>
                </a:ext>
              </a:extLst>
            </p:cNvPr>
            <p:cNvGrpSpPr/>
            <p:nvPr/>
          </p:nvGrpSpPr>
          <p:grpSpPr>
            <a:xfrm>
              <a:off x="395949" y="2454468"/>
              <a:ext cx="2768868" cy="1132678"/>
              <a:chOff x="395949" y="2423988"/>
              <a:chExt cx="2768868" cy="1132678"/>
            </a:xfrm>
          </p:grpSpPr>
          <p:sp>
            <p:nvSpPr>
              <p:cNvPr id="44" name="직사각형 43">
                <a:extLst>
                  <a:ext uri="{FF2B5EF4-FFF2-40B4-BE49-F238E27FC236}">
                    <a16:creationId xmlns:a16="http://schemas.microsoft.com/office/drawing/2014/main" id="{7D86BB88-24F1-5500-05DE-ECCF1E2B3250}"/>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5" name="TextBox 44">
                <a:extLst>
                  <a:ext uri="{FF2B5EF4-FFF2-40B4-BE49-F238E27FC236}">
                    <a16:creationId xmlns:a16="http://schemas.microsoft.com/office/drawing/2014/main" id="{56F6F8AB-8190-E915-DFF9-C5F93039C31E}"/>
                  </a:ext>
                </a:extLst>
              </p:cNvPr>
              <p:cNvSpPr txBox="1"/>
              <p:nvPr/>
            </p:nvSpPr>
            <p:spPr>
              <a:xfrm>
                <a:off x="2106401" y="2711597"/>
                <a:ext cx="914400" cy="182880"/>
              </a:xfrm>
              <a:prstGeom prst="rect">
                <a:avLst/>
              </a:prstGeom>
              <a:noFill/>
            </p:spPr>
            <p:txBody>
              <a:bodyPr wrap="square" lIns="0" tIns="0" rIns="0" bIns="0" anchor="ctr">
                <a:noAutofit/>
              </a:bodyPr>
              <a:lstStyle/>
              <a:p>
                <a:pPr algn="r"/>
                <a:r>
                  <a:rPr lang="en-US" altLang="ko-KR" sz="900" b="1" dirty="0">
                    <a:solidFill>
                      <a:schemeClr val="bg1">
                        <a:lumMod val="85000"/>
                      </a:schemeClr>
                    </a:solidFill>
                    <a:ea typeface="맑은 고딕"/>
                  </a:rPr>
                  <a:t>113,800</a:t>
                </a:r>
                <a:r>
                  <a:rPr lang="ko-KR" altLang="en-US" sz="900" b="1" dirty="0">
                    <a:solidFill>
                      <a:schemeClr val="bg1">
                        <a:lumMod val="85000"/>
                      </a:schemeClr>
                    </a:solidFill>
                    <a:ea typeface="맑은 고딕"/>
                  </a:rPr>
                  <a:t>원</a:t>
                </a:r>
              </a:p>
            </p:txBody>
          </p:sp>
          <p:sp>
            <p:nvSpPr>
              <p:cNvPr id="46" name="Rounded Rectangle 33">
                <a:extLst>
                  <a:ext uri="{FF2B5EF4-FFF2-40B4-BE49-F238E27FC236}">
                    <a16:creationId xmlns:a16="http://schemas.microsoft.com/office/drawing/2014/main" id="{AC1E77AA-08DF-E1D2-5843-F26AB53ECB4F}"/>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lumMod val="85000"/>
                      </a:schemeClr>
                    </a:solidFill>
                    <a:ea typeface="맑은 고딕"/>
                  </a:rPr>
                  <a:t>−    </a:t>
                </a:r>
                <a:r>
                  <a:rPr lang="en-US" altLang="ko-KR" sz="800" dirty="0">
                    <a:solidFill>
                      <a:schemeClr val="bg1">
                        <a:lumMod val="85000"/>
                      </a:schemeClr>
                    </a:solidFill>
                    <a:ea typeface="맑은 고딕"/>
                  </a:rPr>
                  <a:t>1    +</a:t>
                </a:r>
              </a:p>
            </p:txBody>
          </p:sp>
          <p:sp>
            <p:nvSpPr>
              <p:cNvPr id="47" name="Rounded Rectangle 27">
                <a:extLst>
                  <a:ext uri="{FF2B5EF4-FFF2-40B4-BE49-F238E27FC236}">
                    <a16:creationId xmlns:a16="http://schemas.microsoft.com/office/drawing/2014/main" id="{045D6224-6A15-1AB0-0D12-A7DDEA6A9B0C}"/>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48" name="직사각형 47">
                <a:extLst>
                  <a:ext uri="{FF2B5EF4-FFF2-40B4-BE49-F238E27FC236}">
                    <a16:creationId xmlns:a16="http://schemas.microsoft.com/office/drawing/2014/main" id="{B22A0311-2A0B-E52B-3DD6-008E10001B90}"/>
                  </a:ext>
                </a:extLst>
              </p:cNvPr>
              <p:cNvSpPr/>
              <p:nvPr/>
            </p:nvSpPr>
            <p:spPr>
              <a:xfrm>
                <a:off x="395949" y="3015573"/>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9" name="TextBox 48">
                <a:extLst>
                  <a:ext uri="{FF2B5EF4-FFF2-40B4-BE49-F238E27FC236}">
                    <a16:creationId xmlns:a16="http://schemas.microsoft.com/office/drawing/2014/main" id="{DCA54B00-ACBA-26E2-7785-4F5E1F3226BC}"/>
                  </a:ext>
                </a:extLst>
              </p:cNvPr>
              <p:cNvSpPr txBox="1"/>
              <p:nvPr/>
            </p:nvSpPr>
            <p:spPr>
              <a:xfrm>
                <a:off x="2106401" y="3303182"/>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50" name="Rounded Rectangle 33">
                <a:extLst>
                  <a:ext uri="{FF2B5EF4-FFF2-40B4-BE49-F238E27FC236}">
                    <a16:creationId xmlns:a16="http://schemas.microsoft.com/office/drawing/2014/main" id="{6B5BF40E-CFA4-A186-1581-522A0E1C3382}"/>
                  </a:ext>
                </a:extLst>
              </p:cNvPr>
              <p:cNvSpPr/>
              <p:nvPr/>
            </p:nvSpPr>
            <p:spPr>
              <a:xfrm>
                <a:off x="530794" y="3288308"/>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51" name="Rounded Rectangle 27">
                <a:extLst>
                  <a:ext uri="{FF2B5EF4-FFF2-40B4-BE49-F238E27FC236}">
                    <a16:creationId xmlns:a16="http://schemas.microsoft.com/office/drawing/2014/main" id="{2FFA737D-F064-631D-89E2-F5EF1ACA60B7}"/>
                  </a:ext>
                </a:extLst>
              </p:cNvPr>
              <p:cNvSpPr/>
              <p:nvPr/>
            </p:nvSpPr>
            <p:spPr>
              <a:xfrm>
                <a:off x="467570" y="3055970"/>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41" name="Rounded Rectangle 35">
              <a:extLst>
                <a:ext uri="{FF2B5EF4-FFF2-40B4-BE49-F238E27FC236}">
                  <a16:creationId xmlns:a16="http://schemas.microsoft.com/office/drawing/2014/main" id="{CD866503-927D-D10D-7CEF-05F945E42E88}"/>
                </a:ext>
              </a:extLst>
            </p:cNvPr>
            <p:cNvSpPr/>
            <p:nvPr/>
          </p:nvSpPr>
          <p:spPr>
            <a:xfrm>
              <a:off x="408756" y="3668531"/>
              <a:ext cx="1337891" cy="219456"/>
            </a:xfrm>
            <a:prstGeom prst="roundRect">
              <a:avLst>
                <a:gd name="adj" fmla="val 0"/>
              </a:avLst>
            </a:prstGeom>
            <a:solidFill>
              <a:srgbClr val="FFFFFF"/>
            </a:solidFill>
            <a:ln w="6350">
              <a:solidFill>
                <a:srgbClr val="E862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E8623F"/>
                  </a:solidFill>
                  <a:ea typeface="맑은 고딕"/>
                </a:rPr>
                <a:t>옵션변경</a:t>
              </a:r>
            </a:p>
          </p:txBody>
        </p:sp>
        <p:sp>
          <p:nvSpPr>
            <p:cNvPr id="42" name="Rounded Rectangle 29">
              <a:extLst>
                <a:ext uri="{FF2B5EF4-FFF2-40B4-BE49-F238E27FC236}">
                  <a16:creationId xmlns:a16="http://schemas.microsoft.com/office/drawing/2014/main" id="{0E9BF26C-B4A3-E9E1-8483-90E5577BB6CC}"/>
                </a:ext>
              </a:extLst>
            </p:cNvPr>
            <p:cNvSpPr/>
            <p:nvPr/>
          </p:nvSpPr>
          <p:spPr>
            <a:xfrm>
              <a:off x="1397837" y="2748313"/>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p>
              <a:pPr algn="ctr"/>
              <a:r>
                <a:rPr lang="ko-KR" altLang="en-US" sz="700" dirty="0">
                  <a:solidFill>
                    <a:schemeClr val="bg1"/>
                  </a:solidFill>
                  <a:ea typeface="맑은 고딕"/>
                </a:rPr>
                <a:t>품절</a:t>
              </a:r>
            </a:p>
          </p:txBody>
        </p:sp>
      </p:grpSp>
      <p:sp>
        <p:nvSpPr>
          <p:cNvPr id="52" name="모서리가 둥근 직사각형 114">
            <a:extLst>
              <a:ext uri="{FF2B5EF4-FFF2-40B4-BE49-F238E27FC236}">
                <a16:creationId xmlns:a16="http://schemas.microsoft.com/office/drawing/2014/main" id="{35E45629-25C4-7554-36FB-5117689E7ABC}"/>
              </a:ext>
            </a:extLst>
          </p:cNvPr>
          <p:cNvSpPr/>
          <p:nvPr/>
        </p:nvSpPr>
        <p:spPr>
          <a:xfrm>
            <a:off x="6819603" y="293194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2-8</a:t>
            </a:r>
            <a:endParaRPr lang="ko-KR" altLang="en-US" sz="900" dirty="0">
              <a:solidFill>
                <a:schemeClr val="bg1"/>
              </a:solidFill>
            </a:endParaRPr>
          </a:p>
        </p:txBody>
      </p:sp>
      <p:sp>
        <p:nvSpPr>
          <p:cNvPr id="53" name="TextBox 52">
            <a:extLst>
              <a:ext uri="{FF2B5EF4-FFF2-40B4-BE49-F238E27FC236}">
                <a16:creationId xmlns:a16="http://schemas.microsoft.com/office/drawing/2014/main" id="{5EEBBB27-ECC4-DA75-A228-78CEAA2A8445}"/>
              </a:ext>
            </a:extLst>
          </p:cNvPr>
          <p:cNvSpPr txBox="1"/>
          <p:nvPr/>
        </p:nvSpPr>
        <p:spPr>
          <a:xfrm>
            <a:off x="7861817" y="2750083"/>
            <a:ext cx="1228221"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옵션 다중선택</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일부품절</a:t>
            </a:r>
          </a:p>
        </p:txBody>
      </p:sp>
      <p:sp>
        <p:nvSpPr>
          <p:cNvPr id="54" name="Rounded Rectangle 27">
            <a:extLst>
              <a:ext uri="{FF2B5EF4-FFF2-40B4-BE49-F238E27FC236}">
                <a16:creationId xmlns:a16="http://schemas.microsoft.com/office/drawing/2014/main" id="{A0BBDF0C-396E-9E44-88F7-2D518D5CDCE1}"/>
              </a:ext>
            </a:extLst>
          </p:cNvPr>
          <p:cNvSpPr/>
          <p:nvPr/>
        </p:nvSpPr>
        <p:spPr>
          <a:xfrm>
            <a:off x="6423165" y="3891916"/>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sp>
        <p:nvSpPr>
          <p:cNvPr id="55" name="Rounded Rectangle 27">
            <a:extLst>
              <a:ext uri="{FF2B5EF4-FFF2-40B4-BE49-F238E27FC236}">
                <a16:creationId xmlns:a16="http://schemas.microsoft.com/office/drawing/2014/main" id="{661637B0-24AA-CBC7-3F36-124696F10558}"/>
              </a:ext>
            </a:extLst>
          </p:cNvPr>
          <p:cNvSpPr/>
          <p:nvPr/>
        </p:nvSpPr>
        <p:spPr>
          <a:xfrm>
            <a:off x="6423165" y="4472614"/>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sp>
        <p:nvSpPr>
          <p:cNvPr id="58" name="Rounded Rectangle 27">
            <a:extLst>
              <a:ext uri="{FF2B5EF4-FFF2-40B4-BE49-F238E27FC236}">
                <a16:creationId xmlns:a16="http://schemas.microsoft.com/office/drawing/2014/main" id="{B48BB368-15B5-45D0-3A63-AF5A37DBC1A7}"/>
              </a:ext>
            </a:extLst>
          </p:cNvPr>
          <p:cNvSpPr/>
          <p:nvPr/>
        </p:nvSpPr>
        <p:spPr>
          <a:xfrm>
            <a:off x="9595981" y="3891916"/>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sp>
        <p:nvSpPr>
          <p:cNvPr id="59" name="Rounded Rectangle 27">
            <a:extLst>
              <a:ext uri="{FF2B5EF4-FFF2-40B4-BE49-F238E27FC236}">
                <a16:creationId xmlns:a16="http://schemas.microsoft.com/office/drawing/2014/main" id="{E9CEB60B-D62B-8D57-B9AF-127C4EE93DBF}"/>
              </a:ext>
            </a:extLst>
          </p:cNvPr>
          <p:cNvSpPr/>
          <p:nvPr/>
        </p:nvSpPr>
        <p:spPr>
          <a:xfrm>
            <a:off x="9595981" y="4472614"/>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nvGrpSpPr>
          <p:cNvPr id="60" name="그룹 59">
            <a:extLst>
              <a:ext uri="{FF2B5EF4-FFF2-40B4-BE49-F238E27FC236}">
                <a16:creationId xmlns:a16="http://schemas.microsoft.com/office/drawing/2014/main" id="{6CD80D06-220F-CEC3-9A08-2433BA5335FB}"/>
              </a:ext>
            </a:extLst>
          </p:cNvPr>
          <p:cNvGrpSpPr/>
          <p:nvPr/>
        </p:nvGrpSpPr>
        <p:grpSpPr>
          <a:xfrm>
            <a:off x="3806024" y="5520844"/>
            <a:ext cx="3437628" cy="1156701"/>
            <a:chOff x="169406" y="5683837"/>
            <a:chExt cx="3437628" cy="1156701"/>
          </a:xfrm>
        </p:grpSpPr>
        <p:sp>
          <p:nvSpPr>
            <p:cNvPr id="61" name="Rectangle 48">
              <a:extLst>
                <a:ext uri="{FF2B5EF4-FFF2-40B4-BE49-F238E27FC236}">
                  <a16:creationId xmlns:a16="http://schemas.microsoft.com/office/drawing/2014/main" id="{F9EF4EBA-DF22-3A54-B9D5-E95DAD657CBA}"/>
                </a:ext>
              </a:extLst>
            </p:cNvPr>
            <p:cNvSpPr/>
            <p:nvPr/>
          </p:nvSpPr>
          <p:spPr>
            <a:xfrm>
              <a:off x="169406" y="5827853"/>
              <a:ext cx="3437628" cy="1012685"/>
            </a:xfrm>
            <a:prstGeom prst="rect">
              <a:avLst/>
            </a:prstGeom>
            <a:solidFill>
              <a:srgbClr val="F2F2F2"/>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a:extLst>
                <a:ext uri="{FF2B5EF4-FFF2-40B4-BE49-F238E27FC236}">
                  <a16:creationId xmlns:a16="http://schemas.microsoft.com/office/drawing/2014/main" id="{D966D938-17B6-B06D-9B8C-290AF047D29F}"/>
                </a:ext>
              </a:extLst>
            </p:cNvPr>
            <p:cNvSpPr txBox="1"/>
            <p:nvPr/>
          </p:nvSpPr>
          <p:spPr>
            <a:xfrm>
              <a:off x="317159" y="5926934"/>
              <a:ext cx="1097280" cy="420624"/>
            </a:xfrm>
            <a:prstGeom prst="rect">
              <a:avLst/>
            </a:prstGeom>
            <a:noFill/>
          </p:spPr>
          <p:txBody>
            <a:bodyPr wrap="square" lIns="0" tIns="0" rIns="0" bIns="0" anchor="ctr">
              <a:noAutofit/>
            </a:bodyPr>
            <a:lstStyle/>
            <a:p>
              <a:pPr algn="l"/>
              <a:r>
                <a:rPr lang="ko-KR" altLang="en-US" sz="1000" b="1" dirty="0">
                  <a:solidFill>
                    <a:srgbClr val="404040"/>
                  </a:solidFill>
                  <a:latin typeface="맑은 고딕"/>
                  <a:ea typeface="맑은 고딕"/>
                </a:rPr>
                <a:t>결제 예정 금액</a:t>
              </a:r>
              <a:endParaRPr sz="1000" b="1" dirty="0">
                <a:solidFill>
                  <a:srgbClr val="404040"/>
                </a:solidFill>
                <a:latin typeface="맑은 고딕"/>
                <a:ea typeface="맑은 고딕"/>
              </a:endParaRPr>
            </a:p>
          </p:txBody>
        </p:sp>
        <p:sp>
          <p:nvSpPr>
            <p:cNvPr id="63" name="TextBox 62">
              <a:extLst>
                <a:ext uri="{FF2B5EF4-FFF2-40B4-BE49-F238E27FC236}">
                  <a16:creationId xmlns:a16="http://schemas.microsoft.com/office/drawing/2014/main" id="{5E46AD61-392D-D471-6D8E-1D7D28D5FD18}"/>
                </a:ext>
              </a:extLst>
            </p:cNvPr>
            <p:cNvSpPr txBox="1"/>
            <p:nvPr/>
          </p:nvSpPr>
          <p:spPr>
            <a:xfrm>
              <a:off x="2332977" y="5926934"/>
              <a:ext cx="1097280" cy="420624"/>
            </a:xfrm>
            <a:prstGeom prst="rect">
              <a:avLst/>
            </a:prstGeom>
            <a:noFill/>
          </p:spPr>
          <p:txBody>
            <a:bodyPr wrap="square" lIns="0" tIns="0" rIns="0" bIns="0" anchor="ctr">
              <a:noAutofit/>
            </a:bodyPr>
            <a:lstStyle/>
            <a:p>
              <a:pPr algn="r"/>
              <a:r>
                <a:rPr lang="en-US" altLang="ko-KR" sz="1000" b="1" dirty="0">
                  <a:solidFill>
                    <a:srgbClr val="E8623F"/>
                  </a:solidFill>
                  <a:latin typeface="맑은 고딕"/>
                  <a:ea typeface="맑은 고딕"/>
                </a:rPr>
                <a:t>113,800 </a:t>
              </a:r>
              <a:r>
                <a:rPr lang="ko-KR" altLang="en-US" sz="1000" b="1" dirty="0">
                  <a:solidFill>
                    <a:srgbClr val="E8623F"/>
                  </a:solidFill>
                  <a:latin typeface="맑은 고딕"/>
                  <a:ea typeface="맑은 고딕"/>
                </a:rPr>
                <a:t>원</a:t>
              </a:r>
              <a:endParaRPr sz="1000" b="1" dirty="0">
                <a:solidFill>
                  <a:srgbClr val="E8623F"/>
                </a:solidFill>
                <a:latin typeface="맑은 고딕"/>
                <a:ea typeface="맑은 고딕"/>
              </a:endParaRPr>
            </a:p>
          </p:txBody>
        </p:sp>
        <p:sp>
          <p:nvSpPr>
            <p:cNvPr id="128" name="Rounded Rectangle 50">
              <a:extLst>
                <a:ext uri="{FF2B5EF4-FFF2-40B4-BE49-F238E27FC236}">
                  <a16:creationId xmlns:a16="http://schemas.microsoft.com/office/drawing/2014/main" id="{7367D552-A317-6478-20E3-9009596DC789}"/>
                </a:ext>
              </a:extLst>
            </p:cNvPr>
            <p:cNvSpPr/>
            <p:nvPr/>
          </p:nvSpPr>
          <p:spPr>
            <a:xfrm>
              <a:off x="293569" y="6465831"/>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주문하기</a:t>
              </a:r>
            </a:p>
          </p:txBody>
        </p:sp>
        <p:sp>
          <p:nvSpPr>
            <p:cNvPr id="129" name="사각형: 둥근 모서리 128">
              <a:extLst>
                <a:ext uri="{FF2B5EF4-FFF2-40B4-BE49-F238E27FC236}">
                  <a16:creationId xmlns:a16="http://schemas.microsoft.com/office/drawing/2014/main" id="{72E603EC-BA51-FB43-2E62-5E4250C52A82}"/>
                </a:ext>
              </a:extLst>
            </p:cNvPr>
            <p:cNvSpPr/>
            <p:nvPr/>
          </p:nvSpPr>
          <p:spPr>
            <a:xfrm>
              <a:off x="1599411" y="5683837"/>
              <a:ext cx="576064" cy="246221"/>
            </a:xfrm>
            <a:prstGeom prst="round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1000" dirty="0">
                  <a:solidFill>
                    <a:schemeClr val="bg1">
                      <a:lumMod val="50000"/>
                    </a:schemeClr>
                  </a:solidFill>
                </a:rPr>
                <a:t>=</a:t>
              </a:r>
              <a:endParaRPr lang="ko-KR" altLang="en-US" sz="1000" dirty="0">
                <a:solidFill>
                  <a:schemeClr val="bg1">
                    <a:lumMod val="50000"/>
                  </a:schemeClr>
                </a:solidFill>
              </a:endParaRPr>
            </a:p>
          </p:txBody>
        </p:sp>
        <p:sp>
          <p:nvSpPr>
            <p:cNvPr id="167" name="Rounded Rectangle 27">
              <a:extLst>
                <a:ext uri="{FF2B5EF4-FFF2-40B4-BE49-F238E27FC236}">
                  <a16:creationId xmlns:a16="http://schemas.microsoft.com/office/drawing/2014/main" id="{53642062-69C8-6168-74FD-5C053910B5F8}"/>
                </a:ext>
              </a:extLst>
            </p:cNvPr>
            <p:cNvSpPr/>
            <p:nvPr/>
          </p:nvSpPr>
          <p:spPr>
            <a:xfrm>
              <a:off x="315450"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chemeClr val="bg1">
                      <a:lumMod val="50000"/>
                    </a:schemeClr>
                  </a:solidFill>
                  <a:ea typeface="맑은 고딕"/>
                </a:rPr>
                <a:t>적립 예상 마일리지</a:t>
              </a:r>
            </a:p>
          </p:txBody>
        </p:sp>
        <p:sp>
          <p:nvSpPr>
            <p:cNvPr id="168" name="Rounded Rectangle 27">
              <a:extLst>
                <a:ext uri="{FF2B5EF4-FFF2-40B4-BE49-F238E27FC236}">
                  <a16:creationId xmlns:a16="http://schemas.microsoft.com/office/drawing/2014/main" id="{88E487AD-A082-9E20-EA70-74539443713A}"/>
                </a:ext>
              </a:extLst>
            </p:cNvPr>
            <p:cNvSpPr/>
            <p:nvPr/>
          </p:nvSpPr>
          <p:spPr>
            <a:xfrm>
              <a:off x="2144679" y="6209164"/>
              <a:ext cx="1296144"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lnSpc>
                  <a:spcPct val="150000"/>
                </a:lnSpc>
              </a:pPr>
              <a:r>
                <a:rPr lang="en-US" altLang="ko-KR" sz="700" dirty="0">
                  <a:solidFill>
                    <a:schemeClr val="bg1">
                      <a:lumMod val="50000"/>
                    </a:schemeClr>
                  </a:solidFill>
                  <a:ea typeface="맑은 고딕"/>
                </a:rPr>
                <a:t>1138 P</a:t>
              </a:r>
              <a:endParaRPr lang="ko-KR" altLang="en-US" sz="700" dirty="0">
                <a:solidFill>
                  <a:schemeClr val="bg1">
                    <a:lumMod val="50000"/>
                  </a:schemeClr>
                </a:solidFill>
                <a:ea typeface="맑은 고딕"/>
              </a:endParaRPr>
            </a:p>
          </p:txBody>
        </p:sp>
        <p:sp>
          <p:nvSpPr>
            <p:cNvPr id="169" name="Rounded Rectangle 27">
              <a:extLst>
                <a:ext uri="{FF2B5EF4-FFF2-40B4-BE49-F238E27FC236}">
                  <a16:creationId xmlns:a16="http://schemas.microsoft.com/office/drawing/2014/main" id="{7BD080BE-7A6D-357E-3A5A-03AACCA61972}"/>
                </a:ext>
              </a:extLst>
            </p:cNvPr>
            <p:cNvSpPr/>
            <p:nvPr/>
          </p:nvSpPr>
          <p:spPr>
            <a:xfrm>
              <a:off x="280281" y="5862779"/>
              <a:ext cx="2977915" cy="2134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nSpc>
                  <a:spcPct val="150000"/>
                </a:lnSpc>
              </a:pPr>
              <a:r>
                <a:rPr lang="ko-KR" altLang="en-US" sz="700" dirty="0">
                  <a:solidFill>
                    <a:srgbClr val="FF0000"/>
                  </a:solidFill>
                  <a:ea typeface="맑은 고딕"/>
                </a:rPr>
                <a:t>ⓘ</a:t>
              </a:r>
              <a:r>
                <a:rPr lang="en-US" altLang="ko-KR" sz="700" dirty="0">
                  <a:solidFill>
                    <a:srgbClr val="FF0000"/>
                  </a:solidFill>
                  <a:ea typeface="맑은 고딕"/>
                </a:rPr>
                <a:t> </a:t>
              </a:r>
              <a:r>
                <a:rPr lang="ko-KR" altLang="en-US" sz="700" dirty="0">
                  <a:solidFill>
                    <a:srgbClr val="FF0000"/>
                  </a:solidFill>
                  <a:ea typeface="맑은 고딕"/>
                </a:rPr>
                <a:t>바우처 적용 금액은 주문서에서 확인 가능합니다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sp>
        <p:nvSpPr>
          <p:cNvPr id="170" name="모서리가 둥근 직사각형 114">
            <a:extLst>
              <a:ext uri="{FF2B5EF4-FFF2-40B4-BE49-F238E27FC236}">
                <a16:creationId xmlns:a16="http://schemas.microsoft.com/office/drawing/2014/main" id="{8D608CCE-9992-D7BE-FACA-9E26E4C4315E}"/>
              </a:ext>
            </a:extLst>
          </p:cNvPr>
          <p:cNvSpPr/>
          <p:nvPr/>
        </p:nvSpPr>
        <p:spPr>
          <a:xfrm>
            <a:off x="3707832" y="558050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Tree>
    <p:extLst>
      <p:ext uri="{BB962C8B-B14F-4D97-AF65-F5344CB8AC3E}">
        <p14:creationId xmlns:p14="http://schemas.microsoft.com/office/powerpoint/2010/main" val="2736902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22DB5-CC50-ACF0-58AB-93C887E5BC77}"/>
            </a:ext>
          </a:extLst>
        </p:cNvPr>
        <p:cNvGrpSpPr/>
        <p:nvPr/>
      </p:nvGrpSpPr>
      <p:grpSpPr>
        <a:xfrm>
          <a:off x="0" y="0"/>
          <a:ext cx="0" cy="0"/>
          <a:chOff x="0" y="0"/>
          <a:chExt cx="0" cy="0"/>
        </a:xfrm>
      </p:grpSpPr>
      <p:sp>
        <p:nvSpPr>
          <p:cNvPr id="16" name="직사각형 15">
            <a:extLst>
              <a:ext uri="{FF2B5EF4-FFF2-40B4-BE49-F238E27FC236}">
                <a16:creationId xmlns:a16="http://schemas.microsoft.com/office/drawing/2014/main" id="{B49E786A-6967-0BD9-8E1D-FC842A95E878}"/>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 name="TextBox 17">
            <a:extLst>
              <a:ext uri="{FF2B5EF4-FFF2-40B4-BE49-F238E27FC236}">
                <a16:creationId xmlns:a16="http://schemas.microsoft.com/office/drawing/2014/main" id="{DA025AE1-CF88-9234-26D3-6DDD73410BA2}"/>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9" name="TextBox 18">
            <a:extLst>
              <a:ext uri="{FF2B5EF4-FFF2-40B4-BE49-F238E27FC236}">
                <a16:creationId xmlns:a16="http://schemas.microsoft.com/office/drawing/2014/main" id="{E79BC09C-ED71-DDF4-85A8-5C5DD4FB35D7}"/>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20" name="그룹 19">
            <a:extLst>
              <a:ext uri="{FF2B5EF4-FFF2-40B4-BE49-F238E27FC236}">
                <a16:creationId xmlns:a16="http://schemas.microsoft.com/office/drawing/2014/main" id="{4DCB7EE4-A7A5-20FA-14F6-0BBD50A4377D}"/>
              </a:ext>
            </a:extLst>
          </p:cNvPr>
          <p:cNvGrpSpPr/>
          <p:nvPr/>
        </p:nvGrpSpPr>
        <p:grpSpPr>
          <a:xfrm>
            <a:off x="2907993" y="703689"/>
            <a:ext cx="613818" cy="222962"/>
            <a:chOff x="2907993" y="703689"/>
            <a:chExt cx="613818" cy="222962"/>
          </a:xfrm>
        </p:grpSpPr>
        <p:pic>
          <p:nvPicPr>
            <p:cNvPr id="22" name="그림 21">
              <a:extLst>
                <a:ext uri="{FF2B5EF4-FFF2-40B4-BE49-F238E27FC236}">
                  <a16:creationId xmlns:a16="http://schemas.microsoft.com/office/drawing/2014/main" id="{3F929919-6F61-D936-0AFE-9A60AB01B8FD}"/>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23" name="그림 22">
              <a:extLst>
                <a:ext uri="{FF2B5EF4-FFF2-40B4-BE49-F238E27FC236}">
                  <a16:creationId xmlns:a16="http://schemas.microsoft.com/office/drawing/2014/main" id="{42B26C21-541C-BC5F-BE23-18E1DF035D74}"/>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24" name="그림 23">
              <a:extLst>
                <a:ext uri="{FF2B5EF4-FFF2-40B4-BE49-F238E27FC236}">
                  <a16:creationId xmlns:a16="http://schemas.microsoft.com/office/drawing/2014/main" id="{8ED02ECD-3D44-B8C1-474C-EB3DACFB96F7}"/>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2" name="TextBox 1">
            <a:extLst>
              <a:ext uri="{FF2B5EF4-FFF2-40B4-BE49-F238E27FC236}">
                <a16:creationId xmlns:a16="http://schemas.microsoft.com/office/drawing/2014/main" id="{283E8FAB-80EF-1CF4-E6D3-15DCFBECBD08}"/>
              </a:ext>
            </a:extLst>
          </p:cNvPr>
          <p:cNvSpPr txBox="1"/>
          <p:nvPr/>
        </p:nvSpPr>
        <p:spPr>
          <a:xfrm>
            <a:off x="1307907" y="78285"/>
            <a:ext cx="159370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옵션병경 </a:t>
            </a:r>
            <a:r>
              <a:rPr lang="ko-KR" altLang="en-US" sz="900" spc="-150" dirty="0" err="1">
                <a:solidFill>
                  <a:schemeClr val="tx1">
                    <a:lumMod val="75000"/>
                    <a:lumOff val="25000"/>
                  </a:schemeClr>
                </a:solidFill>
                <a:latin typeface="맑은 고딕" panose="020B0503020000020004" pitchFamily="50" charset="-127"/>
                <a:ea typeface="맑은 고딕" panose="020B0503020000020004" pitchFamily="50" charset="-127"/>
              </a:rPr>
              <a:t>바텀시트</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 팝업</a:t>
            </a:r>
          </a:p>
        </p:txBody>
      </p:sp>
      <p:sp>
        <p:nvSpPr>
          <p:cNvPr id="3" name="TextBox 2">
            <a:extLst>
              <a:ext uri="{FF2B5EF4-FFF2-40B4-BE49-F238E27FC236}">
                <a16:creationId xmlns:a16="http://schemas.microsoft.com/office/drawing/2014/main" id="{0109861D-463B-538D-B617-F7FD447501C6}"/>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옵션변경</a:t>
            </a:r>
          </a:p>
        </p:txBody>
      </p:sp>
      <p:sp>
        <p:nvSpPr>
          <p:cNvPr id="4" name="직사각형 3">
            <a:extLst>
              <a:ext uri="{FF2B5EF4-FFF2-40B4-BE49-F238E27FC236}">
                <a16:creationId xmlns:a16="http://schemas.microsoft.com/office/drawing/2014/main" id="{26FBCB07-0FAB-EBB6-AC39-3CF22EEBD8D1}"/>
              </a:ext>
            </a:extLst>
          </p:cNvPr>
          <p:cNvSpPr/>
          <p:nvPr/>
        </p:nvSpPr>
        <p:spPr>
          <a:xfrm>
            <a:off x="7921129" y="58428"/>
            <a:ext cx="1380506" cy="246221"/>
          </a:xfrm>
          <a:prstGeom prst="rect">
            <a:avLst/>
          </a:prstGeom>
        </p:spPr>
        <p:txBody>
          <a:bodyPr wrap="none">
            <a:spAutoFit/>
          </a:bodyPr>
          <a:lstStyle/>
          <a:p>
            <a:r>
              <a:rPr lang="en-US" altLang="ko-KR" sz="1000" dirty="0"/>
              <a:t>CH-U-CA-01-01-01p</a:t>
            </a:r>
            <a:endParaRPr lang="ko-KR" altLang="en-US" sz="1000" dirty="0"/>
          </a:p>
        </p:txBody>
      </p:sp>
      <p:sp>
        <p:nvSpPr>
          <p:cNvPr id="5" name="TextBox 4">
            <a:extLst>
              <a:ext uri="{FF2B5EF4-FFF2-40B4-BE49-F238E27FC236}">
                <a16:creationId xmlns:a16="http://schemas.microsoft.com/office/drawing/2014/main" id="{8C0FCB05-AF8E-2F4E-D63B-1E510A1CE0D9}"/>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084D0EAD-FD72-6237-1A42-65CA492F84F3}"/>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EDFFA9AE-D1B9-EEB8-A6E5-53399979E48E}"/>
              </a:ext>
            </a:extLst>
          </p:cNvPr>
          <p:cNvGraphicFramePr>
            <a:graphicFrameLocks noGrp="1"/>
          </p:cNvGraphicFramePr>
          <p:nvPr>
            <p:extLst>
              <p:ext uri="{D42A27DB-BD31-4B8C-83A1-F6EECF244321}">
                <p14:modId xmlns:p14="http://schemas.microsoft.com/office/powerpoint/2010/main" val="1065462469"/>
              </p:ext>
            </p:extLst>
          </p:nvPr>
        </p:nvGraphicFramePr>
        <p:xfrm>
          <a:off x="10128399" y="623854"/>
          <a:ext cx="2850436" cy="556672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err="1">
                          <a:solidFill>
                            <a:schemeClr val="tx1"/>
                          </a:solidFill>
                          <a:latin typeface="+mn-ea"/>
                        </a:rPr>
                        <a:t>딤드</a:t>
                      </a:r>
                      <a:r>
                        <a:rPr lang="ko-KR" altLang="en-US" sz="800" b="1" u="sng" kern="0" spc="-70" baseline="0" dirty="0">
                          <a:solidFill>
                            <a:schemeClr val="tx1"/>
                          </a:solidFill>
                          <a:latin typeface="+mn-ea"/>
                        </a:rPr>
                        <a:t> 배경화면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노출시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배경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딤드처리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및</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 잠금</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탭하거나</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핸들 다운 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닫힘</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 </a:t>
                      </a:r>
                      <a:r>
                        <a:rPr lang="ko-KR" altLang="en-US" sz="800" b="1" u="sng" kern="0" spc="-70" baseline="0" dirty="0">
                          <a:solidFill>
                            <a:schemeClr val="tx1"/>
                          </a:solidFill>
                          <a:latin typeface="+mn-ea"/>
                        </a:rPr>
                        <a:t>상품 요약</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기본정보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상단에 고정 노출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옵션 추가 </a:t>
                      </a:r>
                      <a:r>
                        <a:rPr lang="ko-KR" altLang="en-US" sz="800" b="1" u="sng" kern="0" spc="-70" baseline="0" dirty="0" err="1">
                          <a:solidFill>
                            <a:schemeClr val="tx1"/>
                          </a:solidFill>
                          <a:latin typeface="+mn-ea"/>
                        </a:rPr>
                        <a:t>셀렉트</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시 옵션 목록 드롭다운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선택 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옵션 목록에 행 추가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이미 담긴 옵션 재선택시 사용자</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확인 후 해당 행 수량에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처리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(confirm)</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품절 옵션은 비활성 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불가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2-3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단일</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기존에 선택한 옵션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옵션이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개만 있을 경우 삭제 불가</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삭제버튼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미노출</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2-4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새로운 옵션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추가시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2</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 이상일 경우 우측 상단에 행 삭제 버튼 생성</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행 추가 시 영역 높이 증가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초과시 시트 내부 스크롤 적용</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2-5 </a:t>
                      </a:r>
                      <a:r>
                        <a:rPr lang="ko-KR" altLang="en-US" sz="800" b="1" u="sng" kern="0" spc="-70" baseline="0" dirty="0">
                          <a:solidFill>
                            <a:schemeClr val="tx1"/>
                          </a:solidFill>
                          <a:latin typeface="+mn-ea"/>
                        </a:rPr>
                        <a:t>드롭다운 케이스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텍스트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줄까지 노출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넘치면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말줄임표로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표기</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선택불가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상품금액 합계</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변화에 따라 실시간 자동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취소</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확인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[취소]: 변경 </a:t>
                      </a:r>
                      <a:r>
                        <a:rPr lang="ko-KR" altLang="ko-KR" sz="800" dirty="0" err="1"/>
                        <a:t>미반영</a:t>
                      </a:r>
                      <a:r>
                        <a:rPr lang="ko-KR" altLang="ko-KR" sz="800" dirty="0"/>
                        <a:t> 후 닫기(변경 사항 있으면 </a:t>
                      </a:r>
                      <a:r>
                        <a:rPr lang="ko-KR" altLang="ko-KR" sz="800" dirty="0" err="1"/>
                        <a:t>confirm</a:t>
                      </a:r>
                      <a:r>
                        <a:rPr lang="ko-KR" altLang="ko-KR" sz="800" dirty="0"/>
                        <a:t>)</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[확인]: 변경</a:t>
                      </a:r>
                      <a:r>
                        <a:rPr lang="ko-KR" altLang="en-US" sz="800" dirty="0"/>
                        <a:t>사항 </a:t>
                      </a:r>
                      <a:r>
                        <a:rPr lang="ko-KR" altLang="ko-KR" sz="800" dirty="0"/>
                        <a:t>반영 후 닫고 장바구니 상품 </a:t>
                      </a:r>
                      <a:r>
                        <a:rPr lang="ko-KR" altLang="ko-KR" sz="800" dirty="0" err="1"/>
                        <a:t>카드·금액·배송비</a:t>
                      </a:r>
                      <a:r>
                        <a:rPr lang="ko-KR" altLang="ko-KR" sz="800" dirty="0"/>
                        <a:t> 갱신. </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옵션이 여러 개면 장바구니에서 옵션별 행(또는 묶음)으로 반영.</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37" name="TextBox 136">
            <a:extLst>
              <a:ext uri="{FF2B5EF4-FFF2-40B4-BE49-F238E27FC236}">
                <a16:creationId xmlns:a16="http://schemas.microsoft.com/office/drawing/2014/main" id="{31DDEF14-712E-04A6-6354-0D87A3B5FCBB}"/>
              </a:ext>
            </a:extLst>
          </p:cNvPr>
          <p:cNvSpPr txBox="1"/>
          <p:nvPr/>
        </p:nvSpPr>
        <p:spPr>
          <a:xfrm>
            <a:off x="242086" y="3675592"/>
            <a:ext cx="2140897" cy="180425"/>
          </a:xfrm>
          <a:prstGeom prst="rect">
            <a:avLst/>
          </a:prstGeom>
          <a:noFill/>
        </p:spPr>
        <p:txBody>
          <a:bodyPr wrap="square" lIns="0" tIns="36000" rIns="0" bIns="36000" anchor="t">
            <a:spAutoFit/>
          </a:bodyPr>
          <a:lstStyle/>
          <a:p>
            <a:r>
              <a:rPr lang="ko-KR" altLang="en-US" sz="700" b="1" dirty="0">
                <a:solidFill>
                  <a:srgbClr val="404040"/>
                </a:solidFill>
                <a:ea typeface="맑은 고딕"/>
              </a:rPr>
              <a:t>장바구니에 담은 상품과 연관 상품을 둘러보세요</a:t>
            </a:r>
          </a:p>
        </p:txBody>
      </p:sp>
      <p:grpSp>
        <p:nvGrpSpPr>
          <p:cNvPr id="165" name="그룹 164">
            <a:extLst>
              <a:ext uri="{FF2B5EF4-FFF2-40B4-BE49-F238E27FC236}">
                <a16:creationId xmlns:a16="http://schemas.microsoft.com/office/drawing/2014/main" id="{0A1439FF-4A8C-8934-C1E8-FFCB9768885D}"/>
              </a:ext>
            </a:extLst>
          </p:cNvPr>
          <p:cNvGrpSpPr/>
          <p:nvPr/>
        </p:nvGrpSpPr>
        <p:grpSpPr>
          <a:xfrm>
            <a:off x="242086" y="3885384"/>
            <a:ext cx="1073093" cy="1390678"/>
            <a:chOff x="229623" y="3882088"/>
            <a:chExt cx="1073093" cy="1390678"/>
          </a:xfrm>
        </p:grpSpPr>
        <p:sp>
          <p:nvSpPr>
            <p:cNvPr id="166" name="Rounded Rectangle 39">
              <a:extLst>
                <a:ext uri="{FF2B5EF4-FFF2-40B4-BE49-F238E27FC236}">
                  <a16:creationId xmlns:a16="http://schemas.microsoft.com/office/drawing/2014/main" id="{D9F61D57-EF63-29C2-24BF-CE08A5EFDD90}"/>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Rounded Rectangle 40">
              <a:extLst>
                <a:ext uri="{FF2B5EF4-FFF2-40B4-BE49-F238E27FC236}">
                  <a16:creationId xmlns:a16="http://schemas.microsoft.com/office/drawing/2014/main" id="{842D7304-875A-84F7-81DE-73D2029858C2}"/>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TextBox 168">
              <a:extLst>
                <a:ext uri="{FF2B5EF4-FFF2-40B4-BE49-F238E27FC236}">
                  <a16:creationId xmlns:a16="http://schemas.microsoft.com/office/drawing/2014/main" id="{F2561E4A-C6BC-7ABB-7155-F0727FD88A33}"/>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0" name="TextBox 169">
              <a:extLst>
                <a:ext uri="{FF2B5EF4-FFF2-40B4-BE49-F238E27FC236}">
                  <a16:creationId xmlns:a16="http://schemas.microsoft.com/office/drawing/2014/main" id="{9654A47A-32F0-A2AB-205D-E0867EBEFFBC}"/>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1" name="직사각형 170">
              <a:extLst>
                <a:ext uri="{FF2B5EF4-FFF2-40B4-BE49-F238E27FC236}">
                  <a16:creationId xmlns:a16="http://schemas.microsoft.com/office/drawing/2014/main" id="{02F72733-969A-43B9-D334-8C59BE4723C7}"/>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2" name="그룹 171">
            <a:extLst>
              <a:ext uri="{FF2B5EF4-FFF2-40B4-BE49-F238E27FC236}">
                <a16:creationId xmlns:a16="http://schemas.microsoft.com/office/drawing/2014/main" id="{06C74D16-66EC-D5DD-4C23-B688831BC9D6}"/>
              </a:ext>
            </a:extLst>
          </p:cNvPr>
          <p:cNvGrpSpPr/>
          <p:nvPr/>
        </p:nvGrpSpPr>
        <p:grpSpPr>
          <a:xfrm>
            <a:off x="1454993" y="3885384"/>
            <a:ext cx="1073093" cy="1390678"/>
            <a:chOff x="229623" y="3882088"/>
            <a:chExt cx="1073093" cy="1390678"/>
          </a:xfrm>
        </p:grpSpPr>
        <p:sp>
          <p:nvSpPr>
            <p:cNvPr id="173" name="Rounded Rectangle 39">
              <a:extLst>
                <a:ext uri="{FF2B5EF4-FFF2-40B4-BE49-F238E27FC236}">
                  <a16:creationId xmlns:a16="http://schemas.microsoft.com/office/drawing/2014/main" id="{C76191AB-094D-69D1-D2FB-8CEBF753FBD6}"/>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Rounded Rectangle 40">
              <a:extLst>
                <a:ext uri="{FF2B5EF4-FFF2-40B4-BE49-F238E27FC236}">
                  <a16:creationId xmlns:a16="http://schemas.microsoft.com/office/drawing/2014/main" id="{5EC295D1-A403-4248-16A6-5E0C882909F5}"/>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TextBox 174">
              <a:extLst>
                <a:ext uri="{FF2B5EF4-FFF2-40B4-BE49-F238E27FC236}">
                  <a16:creationId xmlns:a16="http://schemas.microsoft.com/office/drawing/2014/main" id="{55BB8F87-CFA1-32B0-E824-B1EEFD661AF1}"/>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6" name="TextBox 175">
              <a:extLst>
                <a:ext uri="{FF2B5EF4-FFF2-40B4-BE49-F238E27FC236}">
                  <a16:creationId xmlns:a16="http://schemas.microsoft.com/office/drawing/2014/main" id="{8BE3ED87-5B6E-A3C7-2E07-A411DC36F932}"/>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7" name="직사각형 176">
              <a:extLst>
                <a:ext uri="{FF2B5EF4-FFF2-40B4-BE49-F238E27FC236}">
                  <a16:creationId xmlns:a16="http://schemas.microsoft.com/office/drawing/2014/main" id="{751B7FD9-ED47-4FB0-A009-1EE3E0552D9F}"/>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8" name="그룹 177">
            <a:extLst>
              <a:ext uri="{FF2B5EF4-FFF2-40B4-BE49-F238E27FC236}">
                <a16:creationId xmlns:a16="http://schemas.microsoft.com/office/drawing/2014/main" id="{BE9C57E2-FE42-9477-9449-1506DBD82841}"/>
              </a:ext>
            </a:extLst>
          </p:cNvPr>
          <p:cNvGrpSpPr/>
          <p:nvPr/>
        </p:nvGrpSpPr>
        <p:grpSpPr>
          <a:xfrm>
            <a:off x="2671572" y="3885384"/>
            <a:ext cx="1073093" cy="1390678"/>
            <a:chOff x="229623" y="3882088"/>
            <a:chExt cx="1073093" cy="1390678"/>
          </a:xfrm>
        </p:grpSpPr>
        <p:sp>
          <p:nvSpPr>
            <p:cNvPr id="179" name="Rounded Rectangle 39">
              <a:extLst>
                <a:ext uri="{FF2B5EF4-FFF2-40B4-BE49-F238E27FC236}">
                  <a16:creationId xmlns:a16="http://schemas.microsoft.com/office/drawing/2014/main" id="{82116035-17B7-1BF7-B481-1C53BEB9346E}"/>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Rounded Rectangle 40">
              <a:extLst>
                <a:ext uri="{FF2B5EF4-FFF2-40B4-BE49-F238E27FC236}">
                  <a16:creationId xmlns:a16="http://schemas.microsoft.com/office/drawing/2014/main" id="{2409D4A8-F37D-A3F3-09B4-13DD144011E3}"/>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TextBox 180">
              <a:extLst>
                <a:ext uri="{FF2B5EF4-FFF2-40B4-BE49-F238E27FC236}">
                  <a16:creationId xmlns:a16="http://schemas.microsoft.com/office/drawing/2014/main" id="{DD9C98EA-D494-9478-5825-DAB2B9AB615F}"/>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82" name="TextBox 181">
              <a:extLst>
                <a:ext uri="{FF2B5EF4-FFF2-40B4-BE49-F238E27FC236}">
                  <a16:creationId xmlns:a16="http://schemas.microsoft.com/office/drawing/2014/main" id="{E9DA3B07-D710-540B-3B0C-70BADE188691}"/>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83" name="직사각형 182">
              <a:extLst>
                <a:ext uri="{FF2B5EF4-FFF2-40B4-BE49-F238E27FC236}">
                  <a16:creationId xmlns:a16="http://schemas.microsoft.com/office/drawing/2014/main" id="{54806E86-B88F-89D6-A09D-FF4452443A56}"/>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sp>
        <p:nvSpPr>
          <p:cNvPr id="184" name="직사각형 183">
            <a:extLst>
              <a:ext uri="{FF2B5EF4-FFF2-40B4-BE49-F238E27FC236}">
                <a16:creationId xmlns:a16="http://schemas.microsoft.com/office/drawing/2014/main" id="{BE21FBF0-3F5C-73CF-75FE-1E1D27AFF3E2}"/>
              </a:ext>
            </a:extLst>
          </p:cNvPr>
          <p:cNvSpPr/>
          <p:nvPr/>
        </p:nvSpPr>
        <p:spPr>
          <a:xfrm>
            <a:off x="3613854" y="3856018"/>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85" name="그룹 184">
            <a:extLst>
              <a:ext uri="{FF2B5EF4-FFF2-40B4-BE49-F238E27FC236}">
                <a16:creationId xmlns:a16="http://schemas.microsoft.com/office/drawing/2014/main" id="{3297A597-5538-E07C-CF7C-66436B132472}"/>
              </a:ext>
            </a:extLst>
          </p:cNvPr>
          <p:cNvGrpSpPr/>
          <p:nvPr/>
        </p:nvGrpSpPr>
        <p:grpSpPr>
          <a:xfrm>
            <a:off x="267962" y="1096904"/>
            <a:ext cx="3188670" cy="329184"/>
            <a:chOff x="435365" y="1973057"/>
            <a:chExt cx="3188670" cy="329184"/>
          </a:xfrm>
        </p:grpSpPr>
        <p:sp>
          <p:nvSpPr>
            <p:cNvPr id="186" name="직사각형 185">
              <a:extLst>
                <a:ext uri="{FF2B5EF4-FFF2-40B4-BE49-F238E27FC236}">
                  <a16:creationId xmlns:a16="http://schemas.microsoft.com/office/drawing/2014/main" id="{EC8FB6AD-C13C-C523-C2E8-8EEB3FA1175D}"/>
                </a:ext>
              </a:extLst>
            </p:cNvPr>
            <p:cNvSpPr/>
            <p:nvPr/>
          </p:nvSpPr>
          <p:spPr>
            <a:xfrm>
              <a:off x="435365" y="1980961"/>
              <a:ext cx="318867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7" name="TextBox 186">
              <a:extLst>
                <a:ext uri="{FF2B5EF4-FFF2-40B4-BE49-F238E27FC236}">
                  <a16:creationId xmlns:a16="http://schemas.microsoft.com/office/drawing/2014/main" id="{45853240-9FEB-4EB3-FB9C-F101A3F98E57}"/>
                </a:ext>
              </a:extLst>
            </p:cNvPr>
            <p:cNvSpPr txBox="1"/>
            <p:nvPr/>
          </p:nvSpPr>
          <p:spPr>
            <a:xfrm>
              <a:off x="534533" y="2052701"/>
              <a:ext cx="155448" cy="155448"/>
            </a:xfrm>
            <a:prstGeom prst="rect">
              <a:avLst/>
            </a:prstGeom>
            <a:solidFill>
              <a:schemeClr val="tx1">
                <a:lumMod val="50000"/>
                <a:lumOff val="50000"/>
              </a:schemeClr>
            </a:solidFill>
            <a:ln>
              <a:solidFill>
                <a:schemeClr val="tx1">
                  <a:lumMod val="50000"/>
                  <a:lumOff val="50000"/>
                </a:schemeClr>
              </a:solidFill>
            </a:ln>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88" name="TextBox 187">
              <a:extLst>
                <a:ext uri="{FF2B5EF4-FFF2-40B4-BE49-F238E27FC236}">
                  <a16:creationId xmlns:a16="http://schemas.microsoft.com/office/drawing/2014/main" id="{F2E95CEE-AC91-2BC3-9744-3797F0528284}"/>
                </a:ext>
              </a:extLst>
            </p:cNvPr>
            <p:cNvSpPr txBox="1"/>
            <p:nvPr/>
          </p:nvSpPr>
          <p:spPr>
            <a:xfrm>
              <a:off x="780014" y="1973057"/>
              <a:ext cx="1293575"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a:t>
              </a:r>
              <a:r>
                <a:rPr lang="en-US" sz="900" b="1" spc="-150" dirty="0">
                  <a:solidFill>
                    <a:srgbClr val="333333"/>
                  </a:solidFill>
                  <a:latin typeface="+mn-ea"/>
                </a:rPr>
                <a:t> </a:t>
              </a:r>
              <a:r>
                <a:rPr lang="ko-KR" altLang="en-US" sz="900" b="1" spc="-150" dirty="0">
                  <a:solidFill>
                    <a:srgbClr val="333333"/>
                  </a:solidFill>
                  <a:latin typeface="+mn-ea"/>
                </a:rPr>
                <a:t>상품</a:t>
              </a:r>
              <a:r>
                <a:rPr sz="900" b="1" spc="-150" dirty="0">
                  <a:solidFill>
                    <a:srgbClr val="333333"/>
                  </a:solidFill>
                  <a:latin typeface="+mn-ea"/>
                </a:rPr>
                <a:t> (</a:t>
              </a:r>
              <a:r>
                <a:rPr lang="en-US" sz="900" b="1" spc="-150" dirty="0">
                  <a:solidFill>
                    <a:srgbClr val="333333"/>
                  </a:solidFill>
                  <a:latin typeface="+mn-ea"/>
                </a:rPr>
                <a:t>1)</a:t>
              </a:r>
              <a:endParaRPr sz="900" b="1" spc="-150" dirty="0">
                <a:solidFill>
                  <a:srgbClr val="333333"/>
                </a:solidFill>
                <a:latin typeface="+mn-ea"/>
              </a:endParaRPr>
            </a:p>
          </p:txBody>
        </p:sp>
        <p:sp>
          <p:nvSpPr>
            <p:cNvPr id="189" name="TextBox 188">
              <a:extLst>
                <a:ext uri="{FF2B5EF4-FFF2-40B4-BE49-F238E27FC236}">
                  <a16:creationId xmlns:a16="http://schemas.microsoft.com/office/drawing/2014/main" id="{E53567F3-A27B-07B2-1344-95352C200055}"/>
                </a:ext>
              </a:extLst>
            </p:cNvPr>
            <p:cNvSpPr txBox="1"/>
            <p:nvPr/>
          </p:nvSpPr>
          <p:spPr>
            <a:xfrm>
              <a:off x="2351773" y="1973057"/>
              <a:ext cx="1109231" cy="329184"/>
            </a:xfrm>
            <a:prstGeom prst="rect">
              <a:avLst/>
            </a:prstGeom>
            <a:noFill/>
          </p:spPr>
          <p:txBody>
            <a:bodyPr wrap="square" lIns="0" tIns="0" rIns="0" bIns="0" anchor="ctr">
              <a:noAutofit/>
            </a:bodyPr>
            <a:lstStyle/>
            <a:p>
              <a:pPr algn="r"/>
              <a:r>
                <a:rPr sz="900" spc="-150" dirty="0" err="1">
                  <a:solidFill>
                    <a:srgbClr val="333333"/>
                  </a:solidFill>
                  <a:latin typeface="+mn-ea"/>
                </a:rPr>
                <a:t>선택삭제</a:t>
              </a:r>
              <a:endParaRPr sz="900" spc="-150" dirty="0">
                <a:solidFill>
                  <a:srgbClr val="333333"/>
                </a:solidFill>
                <a:latin typeface="+mn-ea"/>
              </a:endParaRPr>
            </a:p>
          </p:txBody>
        </p:sp>
      </p:grpSp>
      <p:grpSp>
        <p:nvGrpSpPr>
          <p:cNvPr id="190" name="그룹 189">
            <a:extLst>
              <a:ext uri="{FF2B5EF4-FFF2-40B4-BE49-F238E27FC236}">
                <a16:creationId xmlns:a16="http://schemas.microsoft.com/office/drawing/2014/main" id="{04F7FF68-41F4-10AA-B54F-D604B0E181C8}"/>
              </a:ext>
            </a:extLst>
          </p:cNvPr>
          <p:cNvGrpSpPr/>
          <p:nvPr/>
        </p:nvGrpSpPr>
        <p:grpSpPr>
          <a:xfrm>
            <a:off x="309741" y="1554221"/>
            <a:ext cx="3105112" cy="1866061"/>
            <a:chOff x="226392" y="1553421"/>
            <a:chExt cx="3105112" cy="1866061"/>
          </a:xfrm>
        </p:grpSpPr>
        <p:sp>
          <p:nvSpPr>
            <p:cNvPr id="191" name="Rounded Rectangle 22">
              <a:extLst>
                <a:ext uri="{FF2B5EF4-FFF2-40B4-BE49-F238E27FC236}">
                  <a16:creationId xmlns:a16="http://schemas.microsoft.com/office/drawing/2014/main" id="{B2949E54-F454-9FB2-D178-85EB620D313C}"/>
                </a:ext>
              </a:extLst>
            </p:cNvPr>
            <p:cNvSpPr/>
            <p:nvPr/>
          </p:nvSpPr>
          <p:spPr>
            <a:xfrm>
              <a:off x="226392" y="1553421"/>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Rounded Rectangle 23">
              <a:extLst>
                <a:ext uri="{FF2B5EF4-FFF2-40B4-BE49-F238E27FC236}">
                  <a16:creationId xmlns:a16="http://schemas.microsoft.com/office/drawing/2014/main" id="{AB9F6DCE-A03C-B718-E4AD-34C050B56D92}"/>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93" name="Rounded Rectangle 27">
              <a:extLst>
                <a:ext uri="{FF2B5EF4-FFF2-40B4-BE49-F238E27FC236}">
                  <a16:creationId xmlns:a16="http://schemas.microsoft.com/office/drawing/2014/main" id="{EF8E201F-6E2A-6D5F-DE97-F2FAA654A536}"/>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94" name="TextBox 193">
              <a:extLst>
                <a:ext uri="{FF2B5EF4-FFF2-40B4-BE49-F238E27FC236}">
                  <a16:creationId xmlns:a16="http://schemas.microsoft.com/office/drawing/2014/main" id="{F3F4428C-4E57-13B5-D51E-860B016CF395}"/>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95" name="Rounded Rectangle 35">
              <a:extLst>
                <a:ext uri="{FF2B5EF4-FFF2-40B4-BE49-F238E27FC236}">
                  <a16:creationId xmlns:a16="http://schemas.microsoft.com/office/drawing/2014/main" id="{FC4E0122-8B67-60D9-691D-F49A53D78273}"/>
                </a:ext>
              </a:extLst>
            </p:cNvPr>
            <p:cNvSpPr/>
            <p:nvPr/>
          </p:nvSpPr>
          <p:spPr>
            <a:xfrm>
              <a:off x="180781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196" name="TextBox 195">
              <a:extLst>
                <a:ext uri="{FF2B5EF4-FFF2-40B4-BE49-F238E27FC236}">
                  <a16:creationId xmlns:a16="http://schemas.microsoft.com/office/drawing/2014/main" id="{8190A129-09BE-6887-7754-6593A060987B}"/>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97" name="Rounded Rectangle 27">
              <a:extLst>
                <a:ext uri="{FF2B5EF4-FFF2-40B4-BE49-F238E27FC236}">
                  <a16:creationId xmlns:a16="http://schemas.microsoft.com/office/drawing/2014/main" id="{5985F783-18AB-F13F-0505-58AF3559ABD3}"/>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98" name="직사각형 197">
              <a:extLst>
                <a:ext uri="{FF2B5EF4-FFF2-40B4-BE49-F238E27FC236}">
                  <a16:creationId xmlns:a16="http://schemas.microsoft.com/office/drawing/2014/main" id="{3BB52817-6860-6CCF-2A61-3B084FEB03C3}"/>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99" name="그룹 198">
              <a:extLst>
                <a:ext uri="{FF2B5EF4-FFF2-40B4-BE49-F238E27FC236}">
                  <a16:creationId xmlns:a16="http://schemas.microsoft.com/office/drawing/2014/main" id="{A4D7EA61-80D3-B927-5799-6588B818E457}"/>
                </a:ext>
              </a:extLst>
            </p:cNvPr>
            <p:cNvGrpSpPr/>
            <p:nvPr/>
          </p:nvGrpSpPr>
          <p:grpSpPr>
            <a:xfrm>
              <a:off x="395949" y="2454468"/>
              <a:ext cx="2768868" cy="541093"/>
              <a:chOff x="395949" y="2423988"/>
              <a:chExt cx="2768868" cy="541093"/>
            </a:xfrm>
          </p:grpSpPr>
          <p:sp>
            <p:nvSpPr>
              <p:cNvPr id="202" name="직사각형 201">
                <a:extLst>
                  <a:ext uri="{FF2B5EF4-FFF2-40B4-BE49-F238E27FC236}">
                    <a16:creationId xmlns:a16="http://schemas.microsoft.com/office/drawing/2014/main" id="{879FB8D8-7DA1-8720-9BDC-45A5F7C3F964}"/>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03" name="TextBox 202">
                <a:extLst>
                  <a:ext uri="{FF2B5EF4-FFF2-40B4-BE49-F238E27FC236}">
                    <a16:creationId xmlns:a16="http://schemas.microsoft.com/office/drawing/2014/main" id="{2E898206-5176-A482-D2E9-ACD29C4CA2EC}"/>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204" name="Rounded Rectangle 33">
                <a:extLst>
                  <a:ext uri="{FF2B5EF4-FFF2-40B4-BE49-F238E27FC236}">
                    <a16:creationId xmlns:a16="http://schemas.microsoft.com/office/drawing/2014/main" id="{79E341D5-FCA1-AD23-3D82-05C38FE532AA}"/>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05" name="Rounded Rectangle 27">
                <a:extLst>
                  <a:ext uri="{FF2B5EF4-FFF2-40B4-BE49-F238E27FC236}">
                    <a16:creationId xmlns:a16="http://schemas.microsoft.com/office/drawing/2014/main" id="{EB71371A-5A00-4D70-B7AD-FA6F9B311194}"/>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200" name="Rounded Rectangle 35">
              <a:extLst>
                <a:ext uri="{FF2B5EF4-FFF2-40B4-BE49-F238E27FC236}">
                  <a16:creationId xmlns:a16="http://schemas.microsoft.com/office/drawing/2014/main" id="{3E482126-E6E9-943D-85A6-9EB755884863}"/>
                </a:ext>
              </a:extLst>
            </p:cNvPr>
            <p:cNvSpPr/>
            <p:nvPr/>
          </p:nvSpPr>
          <p:spPr>
            <a:xfrm>
              <a:off x="40875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sp>
          <p:nvSpPr>
            <p:cNvPr id="201" name="Rounded Rectangle 29">
              <a:extLst>
                <a:ext uri="{FF2B5EF4-FFF2-40B4-BE49-F238E27FC236}">
                  <a16:creationId xmlns:a16="http://schemas.microsoft.com/office/drawing/2014/main" id="{C27A7738-E3A6-EC7F-4EA1-46C26EA8BC5B}"/>
                </a:ext>
              </a:extLst>
            </p:cNvPr>
            <p:cNvSpPr/>
            <p:nvPr/>
          </p:nvSpPr>
          <p:spPr>
            <a:xfrm>
              <a:off x="1397837" y="2748313"/>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solidFill>
                  <a:ea typeface="맑은 고딕"/>
                </a:rPr>
                <a:t>재고 </a:t>
              </a:r>
              <a:r>
                <a:rPr lang="en-US" altLang="ko-KR" sz="800" dirty="0">
                  <a:solidFill>
                    <a:schemeClr val="bg1"/>
                  </a:solidFill>
                  <a:ea typeface="맑은 고딕"/>
                </a:rPr>
                <a:t>3</a:t>
              </a:r>
              <a:r>
                <a:rPr lang="ko-KR" altLang="en-US" sz="800" dirty="0">
                  <a:solidFill>
                    <a:schemeClr val="bg1"/>
                  </a:solidFill>
                  <a:ea typeface="맑은 고딕"/>
                </a:rPr>
                <a:t>개</a:t>
              </a:r>
            </a:p>
          </p:txBody>
        </p:sp>
      </p:grpSp>
      <p:sp>
        <p:nvSpPr>
          <p:cNvPr id="7" name="직사각형 6">
            <a:extLst>
              <a:ext uri="{FF2B5EF4-FFF2-40B4-BE49-F238E27FC236}">
                <a16:creationId xmlns:a16="http://schemas.microsoft.com/office/drawing/2014/main" id="{0530BBB6-4A74-5F38-16E7-B165A9BCA9D1}"/>
              </a:ext>
            </a:extLst>
          </p:cNvPr>
          <p:cNvSpPr/>
          <p:nvPr/>
        </p:nvSpPr>
        <p:spPr>
          <a:xfrm>
            <a:off x="165779"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6" name="그룹 135">
            <a:extLst>
              <a:ext uri="{FF2B5EF4-FFF2-40B4-BE49-F238E27FC236}">
                <a16:creationId xmlns:a16="http://schemas.microsoft.com/office/drawing/2014/main" id="{0F43A47C-690C-B17A-2A1E-383E4BAEA123}"/>
              </a:ext>
            </a:extLst>
          </p:cNvPr>
          <p:cNvGrpSpPr/>
          <p:nvPr/>
        </p:nvGrpSpPr>
        <p:grpSpPr>
          <a:xfrm>
            <a:off x="164698" y="3289809"/>
            <a:ext cx="3426314" cy="3166304"/>
            <a:chOff x="168324" y="3289809"/>
            <a:chExt cx="3426314" cy="3166304"/>
          </a:xfrm>
        </p:grpSpPr>
        <p:sp>
          <p:nvSpPr>
            <p:cNvPr id="9" name="사각형: 둥근 위쪽 모서리 8">
              <a:extLst>
                <a:ext uri="{FF2B5EF4-FFF2-40B4-BE49-F238E27FC236}">
                  <a16:creationId xmlns:a16="http://schemas.microsoft.com/office/drawing/2014/main" id="{D973673C-9FAC-6493-3627-7944482C1467}"/>
                </a:ext>
              </a:extLst>
            </p:cNvPr>
            <p:cNvSpPr/>
            <p:nvPr/>
          </p:nvSpPr>
          <p:spPr>
            <a:xfrm>
              <a:off x="168324" y="328980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10" name="직사각형 9">
              <a:extLst>
                <a:ext uri="{FF2B5EF4-FFF2-40B4-BE49-F238E27FC236}">
                  <a16:creationId xmlns:a16="http://schemas.microsoft.com/office/drawing/2014/main" id="{A64A07F8-6E08-BB57-A5E8-17432505E27D}"/>
                </a:ext>
              </a:extLst>
            </p:cNvPr>
            <p:cNvSpPr/>
            <p:nvPr/>
          </p:nvSpPr>
          <p:spPr>
            <a:xfrm>
              <a:off x="168324" y="3573076"/>
              <a:ext cx="3426314" cy="288303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28" name="그룹 127">
              <a:extLst>
                <a:ext uri="{FF2B5EF4-FFF2-40B4-BE49-F238E27FC236}">
                  <a16:creationId xmlns:a16="http://schemas.microsoft.com/office/drawing/2014/main" id="{A8B38022-A695-003D-9339-A41A83D0E9A6}"/>
                </a:ext>
              </a:extLst>
            </p:cNvPr>
            <p:cNvGrpSpPr/>
            <p:nvPr/>
          </p:nvGrpSpPr>
          <p:grpSpPr>
            <a:xfrm>
              <a:off x="345381" y="6079910"/>
              <a:ext cx="3069471" cy="222103"/>
              <a:chOff x="345382" y="6079910"/>
              <a:chExt cx="2672376" cy="222103"/>
            </a:xfrm>
          </p:grpSpPr>
          <p:sp>
            <p:nvSpPr>
              <p:cNvPr id="17" name="Rounded Rectangle 35">
                <a:extLst>
                  <a:ext uri="{FF2B5EF4-FFF2-40B4-BE49-F238E27FC236}">
                    <a16:creationId xmlns:a16="http://schemas.microsoft.com/office/drawing/2014/main" id="{213525FC-80A3-2423-73A5-13F03E3FC98A}"/>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47" name="Rounded Rectangle 35">
                <a:extLst>
                  <a:ext uri="{FF2B5EF4-FFF2-40B4-BE49-F238E27FC236}">
                    <a16:creationId xmlns:a16="http://schemas.microsoft.com/office/drawing/2014/main" id="{01958A86-BC6D-F48A-F2AA-7BF7F8A1129C}"/>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50" name="TextBox 49">
              <a:extLst>
                <a:ext uri="{FF2B5EF4-FFF2-40B4-BE49-F238E27FC236}">
                  <a16:creationId xmlns:a16="http://schemas.microsoft.com/office/drawing/2014/main" id="{04039981-D44F-02B8-8BE7-38B42A3809DE}"/>
                </a:ext>
              </a:extLst>
            </p:cNvPr>
            <p:cNvSpPr txBox="1"/>
            <p:nvPr/>
          </p:nvSpPr>
          <p:spPr>
            <a:xfrm>
              <a:off x="349514" y="369759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61" name="그룹 60">
              <a:extLst>
                <a:ext uri="{FF2B5EF4-FFF2-40B4-BE49-F238E27FC236}">
                  <a16:creationId xmlns:a16="http://schemas.microsoft.com/office/drawing/2014/main" id="{5C61BCAE-D8E6-1E3D-726F-1A320991AAA8}"/>
                </a:ext>
              </a:extLst>
            </p:cNvPr>
            <p:cNvGrpSpPr/>
            <p:nvPr/>
          </p:nvGrpSpPr>
          <p:grpSpPr>
            <a:xfrm>
              <a:off x="367778" y="3961995"/>
              <a:ext cx="2982798" cy="311239"/>
              <a:chOff x="5112789" y="3704581"/>
              <a:chExt cx="2982798" cy="311239"/>
            </a:xfrm>
          </p:grpSpPr>
          <p:sp>
            <p:nvSpPr>
              <p:cNvPr id="15" name="TextBox 14">
                <a:extLst>
                  <a:ext uri="{FF2B5EF4-FFF2-40B4-BE49-F238E27FC236}">
                    <a16:creationId xmlns:a16="http://schemas.microsoft.com/office/drawing/2014/main" id="{53926C7E-91EE-3CDB-589E-9522D88BDA10}"/>
                  </a:ext>
                </a:extLst>
              </p:cNvPr>
              <p:cNvSpPr txBox="1"/>
              <p:nvPr/>
            </p:nvSpPr>
            <p:spPr>
              <a:xfrm>
                <a:off x="5537811" y="3760746"/>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27" name="직사각형 26">
                <a:extLst>
                  <a:ext uri="{FF2B5EF4-FFF2-40B4-BE49-F238E27FC236}">
                    <a16:creationId xmlns:a16="http://schemas.microsoft.com/office/drawing/2014/main" id="{C91EF6F0-9FDA-2F59-81ED-95B2B70983B9}"/>
                  </a:ext>
                </a:extLst>
              </p:cNvPr>
              <p:cNvSpPr/>
              <p:nvPr/>
            </p:nvSpPr>
            <p:spPr>
              <a:xfrm>
                <a:off x="5112789" y="3704581"/>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grpSp>
          <p:nvGrpSpPr>
            <p:cNvPr id="62" name="그룹 61">
              <a:extLst>
                <a:ext uri="{FF2B5EF4-FFF2-40B4-BE49-F238E27FC236}">
                  <a16:creationId xmlns:a16="http://schemas.microsoft.com/office/drawing/2014/main" id="{7D91E361-2F72-3D6C-41F7-DA1A7A17F5D4}"/>
                </a:ext>
              </a:extLst>
            </p:cNvPr>
            <p:cNvGrpSpPr/>
            <p:nvPr/>
          </p:nvGrpSpPr>
          <p:grpSpPr>
            <a:xfrm>
              <a:off x="347047" y="5510561"/>
              <a:ext cx="3045134" cy="426937"/>
              <a:chOff x="5114729" y="5253147"/>
              <a:chExt cx="3045134" cy="426937"/>
            </a:xfrm>
          </p:grpSpPr>
          <p:sp>
            <p:nvSpPr>
              <p:cNvPr id="55" name="Rounded Rectangle 27">
                <a:extLst>
                  <a:ext uri="{FF2B5EF4-FFF2-40B4-BE49-F238E27FC236}">
                    <a16:creationId xmlns:a16="http://schemas.microsoft.com/office/drawing/2014/main" id="{4C07D7D5-83C5-ABE0-1B1E-45D2A88DBF11}"/>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58" name="Rounded Rectangle 27">
                <a:extLst>
                  <a:ext uri="{FF2B5EF4-FFF2-40B4-BE49-F238E27FC236}">
                    <a16:creationId xmlns:a16="http://schemas.microsoft.com/office/drawing/2014/main" id="{A84F8995-E4AE-89B9-EFFC-771C4CC979DC}"/>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38,600</a:t>
                </a:r>
                <a:r>
                  <a:rPr lang="ko-KR" altLang="en-US" sz="900" b="1" dirty="0">
                    <a:solidFill>
                      <a:schemeClr val="tx1"/>
                    </a:solidFill>
                    <a:ea typeface="맑은 고딕"/>
                  </a:rPr>
                  <a:t>원</a:t>
                </a:r>
              </a:p>
            </p:txBody>
          </p:sp>
          <p:sp>
            <p:nvSpPr>
              <p:cNvPr id="59" name="Rounded Rectangle 27">
                <a:extLst>
                  <a:ext uri="{FF2B5EF4-FFF2-40B4-BE49-F238E27FC236}">
                    <a16:creationId xmlns:a16="http://schemas.microsoft.com/office/drawing/2014/main" id="{7819C617-F2AB-35C4-71FD-8E6113A9A7C8}"/>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60" name="Rounded Rectangle 27">
                <a:extLst>
                  <a:ext uri="{FF2B5EF4-FFF2-40B4-BE49-F238E27FC236}">
                    <a16:creationId xmlns:a16="http://schemas.microsoft.com/office/drawing/2014/main" id="{C5BD589F-EB9A-CC2A-3206-6F323B9440F5}"/>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133" name="그룹 132">
              <a:extLst>
                <a:ext uri="{FF2B5EF4-FFF2-40B4-BE49-F238E27FC236}">
                  <a16:creationId xmlns:a16="http://schemas.microsoft.com/office/drawing/2014/main" id="{DB98D99E-5A30-22E8-2C1A-8417929D7020}"/>
                </a:ext>
              </a:extLst>
            </p:cNvPr>
            <p:cNvGrpSpPr/>
            <p:nvPr/>
          </p:nvGrpSpPr>
          <p:grpSpPr>
            <a:xfrm>
              <a:off x="332574" y="4846817"/>
              <a:ext cx="3085578" cy="541093"/>
              <a:chOff x="332574" y="4846817"/>
              <a:chExt cx="3085578" cy="541093"/>
            </a:xfrm>
          </p:grpSpPr>
          <p:sp>
            <p:nvSpPr>
              <p:cNvPr id="29" name="직사각형 28">
                <a:extLst>
                  <a:ext uri="{FF2B5EF4-FFF2-40B4-BE49-F238E27FC236}">
                    <a16:creationId xmlns:a16="http://schemas.microsoft.com/office/drawing/2014/main" id="{AC0C97AE-C261-1956-53CD-CA21A57D504F}"/>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9" name="TextBox 128">
                <a:extLst>
                  <a:ext uri="{FF2B5EF4-FFF2-40B4-BE49-F238E27FC236}">
                    <a16:creationId xmlns:a16="http://schemas.microsoft.com/office/drawing/2014/main" id="{49F6E4C5-BFF5-545A-02DF-B8F4F3EBAB07}"/>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130" name="Rounded Rectangle 33">
                <a:extLst>
                  <a:ext uri="{FF2B5EF4-FFF2-40B4-BE49-F238E27FC236}">
                    <a16:creationId xmlns:a16="http://schemas.microsoft.com/office/drawing/2014/main" id="{AB759AAF-F1E4-1DF4-6D97-FFD91F39341B}"/>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131" name="Rounded Rectangle 27">
                <a:extLst>
                  <a:ext uri="{FF2B5EF4-FFF2-40B4-BE49-F238E27FC236}">
                    <a16:creationId xmlns:a16="http://schemas.microsoft.com/office/drawing/2014/main" id="{34167F88-F628-1CCF-899B-9EDFA64302C7}"/>
                  </a:ext>
                </a:extLst>
              </p:cNvPr>
              <p:cNvSpPr/>
              <p:nvPr/>
            </p:nvSpPr>
            <p:spPr>
              <a:xfrm>
                <a:off x="385216" y="4886439"/>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51" name="Rounded Rectangle 35">
              <a:extLst>
                <a:ext uri="{FF2B5EF4-FFF2-40B4-BE49-F238E27FC236}">
                  <a16:creationId xmlns:a16="http://schemas.microsoft.com/office/drawing/2014/main" id="{3E5F85CD-5E79-8D0B-073E-588B4A9606C1}"/>
                </a:ext>
              </a:extLst>
            </p:cNvPr>
            <p:cNvSpPr/>
            <p:nvPr/>
          </p:nvSpPr>
          <p:spPr>
            <a:xfrm>
              <a:off x="340131" y="4466878"/>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sp>
        <p:nvSpPr>
          <p:cNvPr id="234" name="사각형: 둥근 위쪽 모서리 233">
            <a:extLst>
              <a:ext uri="{FF2B5EF4-FFF2-40B4-BE49-F238E27FC236}">
                <a16:creationId xmlns:a16="http://schemas.microsoft.com/office/drawing/2014/main" id="{72351E50-FBFE-C1DC-2666-6E94E54D65F2}"/>
              </a:ext>
            </a:extLst>
          </p:cNvPr>
          <p:cNvSpPr/>
          <p:nvPr/>
        </p:nvSpPr>
        <p:spPr>
          <a:xfrm>
            <a:off x="3871569" y="276068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35" name="직사각형 234">
            <a:extLst>
              <a:ext uri="{FF2B5EF4-FFF2-40B4-BE49-F238E27FC236}">
                <a16:creationId xmlns:a16="http://schemas.microsoft.com/office/drawing/2014/main" id="{2F6AE3E6-89B3-0D16-908D-AB2FEC4C3812}"/>
              </a:ext>
            </a:extLst>
          </p:cNvPr>
          <p:cNvSpPr/>
          <p:nvPr/>
        </p:nvSpPr>
        <p:spPr>
          <a:xfrm>
            <a:off x="3871569" y="3043956"/>
            <a:ext cx="3426314" cy="341215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236" name="그룹 235">
            <a:extLst>
              <a:ext uri="{FF2B5EF4-FFF2-40B4-BE49-F238E27FC236}">
                <a16:creationId xmlns:a16="http://schemas.microsoft.com/office/drawing/2014/main" id="{D1F7E050-2A05-BF6A-86BE-893B484F42CE}"/>
              </a:ext>
            </a:extLst>
          </p:cNvPr>
          <p:cNvGrpSpPr/>
          <p:nvPr/>
        </p:nvGrpSpPr>
        <p:grpSpPr>
          <a:xfrm>
            <a:off x="4048626" y="6079910"/>
            <a:ext cx="3069471" cy="222103"/>
            <a:chOff x="345382" y="6079910"/>
            <a:chExt cx="2672376" cy="222103"/>
          </a:xfrm>
        </p:grpSpPr>
        <p:sp>
          <p:nvSpPr>
            <p:cNvPr id="258" name="Rounded Rectangle 35">
              <a:extLst>
                <a:ext uri="{FF2B5EF4-FFF2-40B4-BE49-F238E27FC236}">
                  <a16:creationId xmlns:a16="http://schemas.microsoft.com/office/drawing/2014/main" id="{6752C736-012F-1C27-CA4F-6BA0178EE279}"/>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259" name="Rounded Rectangle 35">
              <a:extLst>
                <a:ext uri="{FF2B5EF4-FFF2-40B4-BE49-F238E27FC236}">
                  <a16:creationId xmlns:a16="http://schemas.microsoft.com/office/drawing/2014/main" id="{5B0E6334-55FD-10C2-0D00-1E90FFC7B3D8}"/>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237" name="TextBox 236">
            <a:extLst>
              <a:ext uri="{FF2B5EF4-FFF2-40B4-BE49-F238E27FC236}">
                <a16:creationId xmlns:a16="http://schemas.microsoft.com/office/drawing/2014/main" id="{50FA526E-8B3D-E969-5776-42B2AD1815D2}"/>
              </a:ext>
            </a:extLst>
          </p:cNvPr>
          <p:cNvSpPr txBox="1"/>
          <p:nvPr/>
        </p:nvSpPr>
        <p:spPr>
          <a:xfrm>
            <a:off x="4052759" y="316847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239" name="그룹 238">
            <a:extLst>
              <a:ext uri="{FF2B5EF4-FFF2-40B4-BE49-F238E27FC236}">
                <a16:creationId xmlns:a16="http://schemas.microsoft.com/office/drawing/2014/main" id="{D8DD9F5A-7C31-099B-DA18-12DFD849EE30}"/>
              </a:ext>
            </a:extLst>
          </p:cNvPr>
          <p:cNvGrpSpPr/>
          <p:nvPr/>
        </p:nvGrpSpPr>
        <p:grpSpPr>
          <a:xfrm>
            <a:off x="4050292" y="5510561"/>
            <a:ext cx="3045134" cy="426937"/>
            <a:chOff x="5114729" y="5253147"/>
            <a:chExt cx="3045134" cy="426937"/>
          </a:xfrm>
        </p:grpSpPr>
        <p:sp>
          <p:nvSpPr>
            <p:cNvPr id="248" name="Rounded Rectangle 27">
              <a:extLst>
                <a:ext uri="{FF2B5EF4-FFF2-40B4-BE49-F238E27FC236}">
                  <a16:creationId xmlns:a16="http://schemas.microsoft.com/office/drawing/2014/main" id="{3444A4DC-1BF7-0454-D64E-0826BFB26074}"/>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249" name="Rounded Rectangle 27">
              <a:extLst>
                <a:ext uri="{FF2B5EF4-FFF2-40B4-BE49-F238E27FC236}">
                  <a16:creationId xmlns:a16="http://schemas.microsoft.com/office/drawing/2014/main" id="{46C48590-348B-FE63-0BE2-AF9095BA3457}"/>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152,400</a:t>
              </a:r>
              <a:r>
                <a:rPr lang="ko-KR" altLang="en-US" sz="900" b="1" dirty="0">
                  <a:solidFill>
                    <a:schemeClr val="tx1"/>
                  </a:solidFill>
                  <a:ea typeface="맑은 고딕"/>
                </a:rPr>
                <a:t>원</a:t>
              </a:r>
            </a:p>
          </p:txBody>
        </p:sp>
        <p:sp>
          <p:nvSpPr>
            <p:cNvPr id="250" name="Rounded Rectangle 27">
              <a:extLst>
                <a:ext uri="{FF2B5EF4-FFF2-40B4-BE49-F238E27FC236}">
                  <a16:creationId xmlns:a16="http://schemas.microsoft.com/office/drawing/2014/main" id="{082F7271-0515-B59D-DEB4-BD03B4C753DD}"/>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251" name="Rounded Rectangle 27">
              <a:extLst>
                <a:ext uri="{FF2B5EF4-FFF2-40B4-BE49-F238E27FC236}">
                  <a16:creationId xmlns:a16="http://schemas.microsoft.com/office/drawing/2014/main" id="{AB25D94E-3E3A-4E48-658B-8A9841A2AEC7}"/>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240" name="그룹 239">
            <a:extLst>
              <a:ext uri="{FF2B5EF4-FFF2-40B4-BE49-F238E27FC236}">
                <a16:creationId xmlns:a16="http://schemas.microsoft.com/office/drawing/2014/main" id="{F9146242-283A-1909-7888-631F868E9715}"/>
              </a:ext>
            </a:extLst>
          </p:cNvPr>
          <p:cNvGrpSpPr/>
          <p:nvPr/>
        </p:nvGrpSpPr>
        <p:grpSpPr>
          <a:xfrm>
            <a:off x="4035819" y="4245689"/>
            <a:ext cx="3085578" cy="541093"/>
            <a:chOff x="332574" y="4846817"/>
            <a:chExt cx="3085578" cy="541093"/>
          </a:xfrm>
        </p:grpSpPr>
        <p:sp>
          <p:nvSpPr>
            <p:cNvPr id="244" name="직사각형 243">
              <a:extLst>
                <a:ext uri="{FF2B5EF4-FFF2-40B4-BE49-F238E27FC236}">
                  <a16:creationId xmlns:a16="http://schemas.microsoft.com/office/drawing/2014/main" id="{6B42A8FE-0443-3B8D-AE55-3A95485E1649}"/>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5" name="TextBox 244">
              <a:extLst>
                <a:ext uri="{FF2B5EF4-FFF2-40B4-BE49-F238E27FC236}">
                  <a16:creationId xmlns:a16="http://schemas.microsoft.com/office/drawing/2014/main" id="{42A95F2C-51C4-7224-FF56-1F8D42E2D82A}"/>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46" name="Rounded Rectangle 33">
              <a:extLst>
                <a:ext uri="{FF2B5EF4-FFF2-40B4-BE49-F238E27FC236}">
                  <a16:creationId xmlns:a16="http://schemas.microsoft.com/office/drawing/2014/main" id="{40F618CF-5D56-D809-CBA7-AC4FED0E7ACB}"/>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47" name="Rounded Rectangle 27">
              <a:extLst>
                <a:ext uri="{FF2B5EF4-FFF2-40B4-BE49-F238E27FC236}">
                  <a16:creationId xmlns:a16="http://schemas.microsoft.com/office/drawing/2014/main" id="{A0FDBBCD-6D7C-9EE2-5837-191ED9180FBD}"/>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73" name="Rounded Rectangle 27">
              <a:extLst>
                <a:ext uri="{FF2B5EF4-FFF2-40B4-BE49-F238E27FC236}">
                  <a16:creationId xmlns:a16="http://schemas.microsoft.com/office/drawing/2014/main" id="{662B1D1E-AE27-9C4C-6735-CFE53F0C0347}"/>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242" name="Rounded Rectangle 35">
            <a:extLst>
              <a:ext uri="{FF2B5EF4-FFF2-40B4-BE49-F238E27FC236}">
                <a16:creationId xmlns:a16="http://schemas.microsoft.com/office/drawing/2014/main" id="{5E81572B-A761-5D23-652A-04FA14CA1CEB}"/>
              </a:ext>
            </a:extLst>
          </p:cNvPr>
          <p:cNvSpPr/>
          <p:nvPr/>
        </p:nvSpPr>
        <p:spPr>
          <a:xfrm>
            <a:off x="4043376" y="386575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nvGrpSpPr>
          <p:cNvPr id="274" name="그룹 273">
            <a:extLst>
              <a:ext uri="{FF2B5EF4-FFF2-40B4-BE49-F238E27FC236}">
                <a16:creationId xmlns:a16="http://schemas.microsoft.com/office/drawing/2014/main" id="{70A735EF-CEC5-A58D-F7BC-AA4E6526B4A7}"/>
              </a:ext>
            </a:extLst>
          </p:cNvPr>
          <p:cNvGrpSpPr/>
          <p:nvPr/>
        </p:nvGrpSpPr>
        <p:grpSpPr>
          <a:xfrm>
            <a:off x="4035819" y="4860429"/>
            <a:ext cx="3085578" cy="541093"/>
            <a:chOff x="332574" y="4846817"/>
            <a:chExt cx="3085578" cy="541093"/>
          </a:xfrm>
        </p:grpSpPr>
        <p:sp>
          <p:nvSpPr>
            <p:cNvPr id="275" name="직사각형 274">
              <a:extLst>
                <a:ext uri="{FF2B5EF4-FFF2-40B4-BE49-F238E27FC236}">
                  <a16:creationId xmlns:a16="http://schemas.microsoft.com/office/drawing/2014/main" id="{E0609BF5-36A9-DBFD-FA70-76348D767921}"/>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76" name="TextBox 275">
              <a:extLst>
                <a:ext uri="{FF2B5EF4-FFF2-40B4-BE49-F238E27FC236}">
                  <a16:creationId xmlns:a16="http://schemas.microsoft.com/office/drawing/2014/main" id="{571A72A5-65A6-649B-0807-2E7202690362}"/>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p>
          </p:txBody>
        </p:sp>
        <p:sp>
          <p:nvSpPr>
            <p:cNvPr id="277" name="Rounded Rectangle 33">
              <a:extLst>
                <a:ext uri="{FF2B5EF4-FFF2-40B4-BE49-F238E27FC236}">
                  <a16:creationId xmlns:a16="http://schemas.microsoft.com/office/drawing/2014/main" id="{F6848901-60A4-44BF-B174-D1DE13C9CCDA}"/>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78" name="Rounded Rectangle 27">
              <a:extLst>
                <a:ext uri="{FF2B5EF4-FFF2-40B4-BE49-F238E27FC236}">
                  <a16:creationId xmlns:a16="http://schemas.microsoft.com/office/drawing/2014/main" id="{3C409A0E-F393-D848-46EC-E772C6DEFD49}"/>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79" name="Rounded Rectangle 27">
              <a:extLst>
                <a:ext uri="{FF2B5EF4-FFF2-40B4-BE49-F238E27FC236}">
                  <a16:creationId xmlns:a16="http://schemas.microsoft.com/office/drawing/2014/main" id="{8D1987D5-73B3-BAC4-9887-1D84D86F5C47}"/>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135" name="모서리가 둥근 직사각형 114">
            <a:extLst>
              <a:ext uri="{FF2B5EF4-FFF2-40B4-BE49-F238E27FC236}">
                <a16:creationId xmlns:a16="http://schemas.microsoft.com/office/drawing/2014/main" id="{0989AE81-274D-2316-CB1D-84733A4089BF}"/>
              </a:ext>
            </a:extLst>
          </p:cNvPr>
          <p:cNvSpPr/>
          <p:nvPr/>
        </p:nvSpPr>
        <p:spPr>
          <a:xfrm>
            <a:off x="102003" y="70393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38" name="모서리가 둥근 직사각형 114">
            <a:extLst>
              <a:ext uri="{FF2B5EF4-FFF2-40B4-BE49-F238E27FC236}">
                <a16:creationId xmlns:a16="http://schemas.microsoft.com/office/drawing/2014/main" id="{D38AF696-19D8-5F9F-261E-E21D6AA07609}"/>
              </a:ext>
            </a:extLst>
          </p:cNvPr>
          <p:cNvSpPr/>
          <p:nvPr/>
        </p:nvSpPr>
        <p:spPr>
          <a:xfrm>
            <a:off x="75833" y="383146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280" name="모서리가 둥근 직사각형 114">
            <a:extLst>
              <a:ext uri="{FF2B5EF4-FFF2-40B4-BE49-F238E27FC236}">
                <a16:creationId xmlns:a16="http://schemas.microsoft.com/office/drawing/2014/main" id="{F17658D9-DC44-75FE-3383-DE932BECB59A}"/>
              </a:ext>
            </a:extLst>
          </p:cNvPr>
          <p:cNvSpPr/>
          <p:nvPr/>
        </p:nvSpPr>
        <p:spPr>
          <a:xfrm>
            <a:off x="75833" y="439574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281" name="모서리가 둥근 직사각형 114">
            <a:extLst>
              <a:ext uri="{FF2B5EF4-FFF2-40B4-BE49-F238E27FC236}">
                <a16:creationId xmlns:a16="http://schemas.microsoft.com/office/drawing/2014/main" id="{C0B8BF18-71BA-6C37-165E-EC695E461FFB}"/>
              </a:ext>
            </a:extLst>
          </p:cNvPr>
          <p:cNvSpPr/>
          <p:nvPr/>
        </p:nvSpPr>
        <p:spPr>
          <a:xfrm>
            <a:off x="3694997" y="420110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2-4</a:t>
            </a:r>
            <a:endParaRPr lang="ko-KR" altLang="en-US" sz="900" dirty="0">
              <a:solidFill>
                <a:schemeClr val="bg1"/>
              </a:solidFill>
            </a:endParaRPr>
          </a:p>
        </p:txBody>
      </p:sp>
      <p:sp>
        <p:nvSpPr>
          <p:cNvPr id="282" name="모서리가 둥근 직사각형 114">
            <a:extLst>
              <a:ext uri="{FF2B5EF4-FFF2-40B4-BE49-F238E27FC236}">
                <a16:creationId xmlns:a16="http://schemas.microsoft.com/office/drawing/2014/main" id="{DC4F7D17-120B-D149-CDC5-84F504A0CE5A}"/>
              </a:ext>
            </a:extLst>
          </p:cNvPr>
          <p:cNvSpPr/>
          <p:nvPr/>
        </p:nvSpPr>
        <p:spPr>
          <a:xfrm>
            <a:off x="3694997" y="610839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283" name="모서리가 둥근 직사각형 114">
            <a:extLst>
              <a:ext uri="{FF2B5EF4-FFF2-40B4-BE49-F238E27FC236}">
                <a16:creationId xmlns:a16="http://schemas.microsoft.com/office/drawing/2014/main" id="{A573F214-4C36-B938-BF4C-708C34393269}"/>
              </a:ext>
            </a:extLst>
          </p:cNvPr>
          <p:cNvSpPr/>
          <p:nvPr/>
        </p:nvSpPr>
        <p:spPr>
          <a:xfrm>
            <a:off x="3694997" y="5540036"/>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14" name="모서리가 둥근 직사각형 114">
            <a:extLst>
              <a:ext uri="{FF2B5EF4-FFF2-40B4-BE49-F238E27FC236}">
                <a16:creationId xmlns:a16="http://schemas.microsoft.com/office/drawing/2014/main" id="{5E88A7F5-E9EC-9175-3B6C-7E7E11612A9E}"/>
              </a:ext>
            </a:extLst>
          </p:cNvPr>
          <p:cNvSpPr/>
          <p:nvPr/>
        </p:nvSpPr>
        <p:spPr>
          <a:xfrm>
            <a:off x="84260" y="479222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30" name="Rounded Rectangle 35">
            <a:extLst>
              <a:ext uri="{FF2B5EF4-FFF2-40B4-BE49-F238E27FC236}">
                <a16:creationId xmlns:a16="http://schemas.microsoft.com/office/drawing/2014/main" id="{F3734275-A3E7-07DE-BB7B-3DCB0886BDFF}"/>
              </a:ext>
            </a:extLst>
          </p:cNvPr>
          <p:cNvSpPr/>
          <p:nvPr/>
        </p:nvSpPr>
        <p:spPr>
          <a:xfrm>
            <a:off x="7343065" y="3865750"/>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 추가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sp>
        <p:nvSpPr>
          <p:cNvPr id="31" name="Rounded Rectangle 35">
            <a:extLst>
              <a:ext uri="{FF2B5EF4-FFF2-40B4-BE49-F238E27FC236}">
                <a16:creationId xmlns:a16="http://schemas.microsoft.com/office/drawing/2014/main" id="{F7404D1E-6A32-41CF-1316-894332BEC72D}"/>
              </a:ext>
            </a:extLst>
          </p:cNvPr>
          <p:cNvSpPr/>
          <p:nvPr/>
        </p:nvSpPr>
        <p:spPr>
          <a:xfrm>
            <a:off x="7343065" y="4085206"/>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ko-KR" sz="800" dirty="0">
                <a:solidFill>
                  <a:schemeClr val="tx1"/>
                </a:solidFill>
                <a:ea typeface="맑은 고딕"/>
              </a:rPr>
              <a:t>1)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9팩 NS61</a:t>
            </a:r>
            <a:endParaRPr lang="ko-KR" altLang="en-US" sz="800" dirty="0">
              <a:solidFill>
                <a:schemeClr val="tx1"/>
              </a:solidFill>
              <a:ea typeface="맑은 고딕"/>
            </a:endParaRPr>
          </a:p>
        </p:txBody>
      </p:sp>
      <p:sp>
        <p:nvSpPr>
          <p:cNvPr id="32" name="Rounded Rectangle 35">
            <a:extLst>
              <a:ext uri="{FF2B5EF4-FFF2-40B4-BE49-F238E27FC236}">
                <a16:creationId xmlns:a16="http://schemas.microsoft.com/office/drawing/2014/main" id="{228D49B9-C1E7-6D6C-8DB1-663972B84B36}"/>
              </a:ext>
            </a:extLst>
          </p:cNvPr>
          <p:cNvSpPr/>
          <p:nvPr/>
        </p:nvSpPr>
        <p:spPr>
          <a:xfrm>
            <a:off x="7343065" y="4299679"/>
            <a:ext cx="2590435" cy="34472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043 </a:t>
            </a:r>
            <a:r>
              <a:rPr lang="ko-KR" altLang="en-US" sz="800" dirty="0">
                <a:solidFill>
                  <a:schemeClr val="tx1"/>
                </a:solidFill>
                <a:ea typeface="맑은 고딕"/>
              </a:rPr>
              <a:t>옵션은 두줄까지 허용하고 </a:t>
            </a:r>
            <a:r>
              <a:rPr lang="ko-KR" altLang="en-US" sz="800" dirty="0" err="1">
                <a:solidFill>
                  <a:schemeClr val="tx1"/>
                </a:solidFill>
                <a:ea typeface="맑은 고딕"/>
              </a:rPr>
              <a:t>말줄임표</a:t>
            </a:r>
            <a:r>
              <a:rPr lang="ko-KR" altLang="en-US" sz="800" dirty="0">
                <a:solidFill>
                  <a:schemeClr val="tx1"/>
                </a:solidFill>
                <a:ea typeface="맑은 고딕"/>
              </a:rPr>
              <a:t> 처리합니다</a:t>
            </a:r>
            <a:r>
              <a:rPr lang="en-US" altLang="ko-KR" sz="800" dirty="0">
                <a:solidFill>
                  <a:schemeClr val="tx1"/>
                </a:solidFill>
                <a:ea typeface="맑은 고딕"/>
              </a:rPr>
              <a:t>…</a:t>
            </a:r>
            <a:endParaRPr lang="ko-KR" altLang="en-US" sz="800" dirty="0">
              <a:solidFill>
                <a:schemeClr val="tx1"/>
              </a:solidFill>
              <a:ea typeface="맑은 고딕"/>
            </a:endParaRPr>
          </a:p>
        </p:txBody>
      </p:sp>
      <p:sp>
        <p:nvSpPr>
          <p:cNvPr id="33" name="Rounded Rectangle 35">
            <a:extLst>
              <a:ext uri="{FF2B5EF4-FFF2-40B4-BE49-F238E27FC236}">
                <a16:creationId xmlns:a16="http://schemas.microsoft.com/office/drawing/2014/main" id="{7DB3DB15-DAEB-DF86-F3E0-56D3EE4C37CE}"/>
              </a:ext>
            </a:extLst>
          </p:cNvPr>
          <p:cNvSpPr/>
          <p:nvPr/>
        </p:nvSpPr>
        <p:spPr>
          <a:xfrm>
            <a:off x="7343065" y="4644405"/>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bg1">
                    <a:lumMod val="65000"/>
                  </a:schemeClr>
                </a:solidFill>
                <a:ea typeface="맑은 고딕"/>
              </a:rPr>
              <a:t>3</a:t>
            </a:r>
            <a:r>
              <a:rPr lang="ko-KR" altLang="ko-KR" sz="800" dirty="0">
                <a:solidFill>
                  <a:schemeClr val="bg1">
                    <a:lumMod val="65000"/>
                  </a:schemeClr>
                </a:solidFill>
                <a:ea typeface="맑은 고딕"/>
              </a:rPr>
              <a:t>) (26년형) 1단계 밴드형 공용 60매 </a:t>
            </a:r>
            <a:r>
              <a:rPr lang="ko-KR" altLang="ko-KR" sz="800" dirty="0" err="1">
                <a:solidFill>
                  <a:schemeClr val="bg1">
                    <a:lumMod val="65000"/>
                  </a:schemeClr>
                </a:solidFill>
                <a:ea typeface="맑은 고딕"/>
              </a:rPr>
              <a:t>x</a:t>
            </a:r>
            <a:r>
              <a:rPr lang="ko-KR" altLang="ko-KR" sz="800" dirty="0">
                <a:solidFill>
                  <a:schemeClr val="bg1">
                    <a:lumMod val="65000"/>
                  </a:schemeClr>
                </a:solidFill>
                <a:ea typeface="맑은 고딕"/>
              </a:rPr>
              <a:t> </a:t>
            </a:r>
            <a:r>
              <a:rPr lang="en-US" altLang="ko-KR" sz="800" dirty="0">
                <a:solidFill>
                  <a:schemeClr val="bg1">
                    <a:lumMod val="65000"/>
                  </a:schemeClr>
                </a:solidFill>
                <a:ea typeface="맑은 고딕"/>
              </a:rPr>
              <a:t>5</a:t>
            </a:r>
            <a:r>
              <a:rPr lang="ko-KR" altLang="ko-KR" sz="800" dirty="0">
                <a:solidFill>
                  <a:schemeClr val="bg1">
                    <a:lumMod val="65000"/>
                  </a:schemeClr>
                </a:solidFill>
                <a:ea typeface="맑은 고딕"/>
              </a:rPr>
              <a:t>팩 NS</a:t>
            </a:r>
            <a:r>
              <a:rPr lang="en-US" altLang="ko-KR" sz="800" dirty="0">
                <a:solidFill>
                  <a:schemeClr val="bg1">
                    <a:lumMod val="65000"/>
                  </a:schemeClr>
                </a:solidFill>
                <a:ea typeface="맑은 고딕"/>
              </a:rPr>
              <a:t>…[</a:t>
            </a:r>
            <a:r>
              <a:rPr lang="ko-KR" altLang="en-US" sz="800" dirty="0">
                <a:solidFill>
                  <a:schemeClr val="bg1">
                    <a:lumMod val="65000"/>
                  </a:schemeClr>
                </a:solidFill>
                <a:ea typeface="맑은 고딕"/>
              </a:rPr>
              <a:t>품절</a:t>
            </a:r>
            <a:r>
              <a:rPr lang="en-US" altLang="ko-KR" sz="800" dirty="0">
                <a:solidFill>
                  <a:schemeClr val="bg1">
                    <a:lumMod val="65000"/>
                  </a:schemeClr>
                </a:solidFill>
                <a:ea typeface="맑은 고딕"/>
              </a:rPr>
              <a:t>]</a:t>
            </a:r>
            <a:endParaRPr lang="ko-KR" altLang="en-US" sz="800" dirty="0">
              <a:solidFill>
                <a:schemeClr val="bg1">
                  <a:lumMod val="65000"/>
                </a:schemeClr>
              </a:solidFill>
              <a:ea typeface="맑은 고딕"/>
            </a:endParaRPr>
          </a:p>
        </p:txBody>
      </p:sp>
      <p:sp>
        <p:nvSpPr>
          <p:cNvPr id="34" name="Rounded Rectangle 35">
            <a:extLst>
              <a:ext uri="{FF2B5EF4-FFF2-40B4-BE49-F238E27FC236}">
                <a16:creationId xmlns:a16="http://schemas.microsoft.com/office/drawing/2014/main" id="{8B3CBA87-3175-5A78-7CA5-3A7D985068C6}"/>
              </a:ext>
            </a:extLst>
          </p:cNvPr>
          <p:cNvSpPr/>
          <p:nvPr/>
        </p:nvSpPr>
        <p:spPr>
          <a:xfrm>
            <a:off x="7343065" y="4858878"/>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a:t>
            </a:r>
            <a:endParaRPr lang="ko-KR" altLang="en-US" sz="800" dirty="0">
              <a:solidFill>
                <a:schemeClr val="tx1"/>
              </a:solidFill>
              <a:ea typeface="맑은 고딕"/>
            </a:endParaRPr>
          </a:p>
        </p:txBody>
      </p:sp>
      <p:sp>
        <p:nvSpPr>
          <p:cNvPr id="35" name="모서리가 둥근 직사각형 114">
            <a:extLst>
              <a:ext uri="{FF2B5EF4-FFF2-40B4-BE49-F238E27FC236}">
                <a16:creationId xmlns:a16="http://schemas.microsoft.com/office/drawing/2014/main" id="{F9CCD789-F397-3B1F-87ED-265EE242FC2F}"/>
              </a:ext>
            </a:extLst>
          </p:cNvPr>
          <p:cNvSpPr/>
          <p:nvPr/>
        </p:nvSpPr>
        <p:spPr>
          <a:xfrm>
            <a:off x="7207025" y="37391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2-5</a:t>
            </a:r>
            <a:endParaRPr lang="ko-KR" altLang="en-US" sz="900" dirty="0">
              <a:solidFill>
                <a:schemeClr val="bg1"/>
              </a:solidFill>
            </a:endParaRPr>
          </a:p>
        </p:txBody>
      </p:sp>
      <p:sp>
        <p:nvSpPr>
          <p:cNvPr id="36" name="TextBox 35">
            <a:extLst>
              <a:ext uri="{FF2B5EF4-FFF2-40B4-BE49-F238E27FC236}">
                <a16:creationId xmlns:a16="http://schemas.microsoft.com/office/drawing/2014/main" id="{9BAA260F-D184-433D-D62C-1C0FD4948F0B}"/>
              </a:ext>
            </a:extLst>
          </p:cNvPr>
          <p:cNvSpPr txBox="1"/>
          <p:nvPr/>
        </p:nvSpPr>
        <p:spPr>
          <a:xfrm>
            <a:off x="4477781" y="3517721"/>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37" name="직사각형 36">
            <a:extLst>
              <a:ext uri="{FF2B5EF4-FFF2-40B4-BE49-F238E27FC236}">
                <a16:creationId xmlns:a16="http://schemas.microsoft.com/office/drawing/2014/main" id="{95EEB567-34C3-E4F2-4974-CD838C59E8DE}"/>
              </a:ext>
            </a:extLst>
          </p:cNvPr>
          <p:cNvSpPr/>
          <p:nvPr/>
        </p:nvSpPr>
        <p:spPr>
          <a:xfrm>
            <a:off x="4052759" y="3461556"/>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Tree>
    <p:extLst>
      <p:ext uri="{BB962C8B-B14F-4D97-AF65-F5344CB8AC3E}">
        <p14:creationId xmlns:p14="http://schemas.microsoft.com/office/powerpoint/2010/main" val="2096306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52A66-F90E-DFF0-2253-C1928B9DA479}"/>
            </a:ext>
          </a:extLst>
        </p:cNvPr>
        <p:cNvGrpSpPr/>
        <p:nvPr/>
      </p:nvGrpSpPr>
      <p:grpSpPr>
        <a:xfrm>
          <a:off x="0" y="0"/>
          <a:ext cx="0" cy="0"/>
          <a:chOff x="0" y="0"/>
          <a:chExt cx="0" cy="0"/>
        </a:xfrm>
      </p:grpSpPr>
      <p:sp>
        <p:nvSpPr>
          <p:cNvPr id="46" name="직사각형 45">
            <a:extLst>
              <a:ext uri="{FF2B5EF4-FFF2-40B4-BE49-F238E27FC236}">
                <a16:creationId xmlns:a16="http://schemas.microsoft.com/office/drawing/2014/main" id="{4906C5CC-35EE-3B7E-2D1F-15B52BFB9C07}"/>
              </a:ext>
            </a:extLst>
          </p:cNvPr>
          <p:cNvSpPr/>
          <p:nvPr/>
        </p:nvSpPr>
        <p:spPr>
          <a:xfrm>
            <a:off x="268006" y="1354698"/>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DB0A8193-4986-96D1-9CC7-02295A84CD2F}"/>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 name="직사각형 3">
            <a:extLst>
              <a:ext uri="{FF2B5EF4-FFF2-40B4-BE49-F238E27FC236}">
                <a16:creationId xmlns:a16="http://schemas.microsoft.com/office/drawing/2014/main" id="{D0972F17-A00E-EAFD-1AE7-BCD9DF4A4A0C}"/>
              </a:ext>
            </a:extLst>
          </p:cNvPr>
          <p:cNvSpPr/>
          <p:nvPr/>
        </p:nvSpPr>
        <p:spPr>
          <a:xfrm>
            <a:off x="7921129" y="58428"/>
            <a:ext cx="1109599" cy="246221"/>
          </a:xfrm>
          <a:prstGeom prst="rect">
            <a:avLst/>
          </a:prstGeom>
        </p:spPr>
        <p:txBody>
          <a:bodyPr wrap="none">
            <a:spAutoFit/>
          </a:bodyPr>
          <a:lstStyle/>
          <a:p>
            <a:pPr fontAlgn="ctr"/>
            <a:r>
              <a:rPr lang="en-US" altLang="ko-KR" sz="1000" dirty="0"/>
              <a:t>CH-U-CA-02-01</a:t>
            </a:r>
            <a:endParaRPr lang="ko-KR" altLang="ko-KR" sz="1000" dirty="0"/>
          </a:p>
        </p:txBody>
      </p:sp>
      <p:sp>
        <p:nvSpPr>
          <p:cNvPr id="5" name="TextBox 4">
            <a:extLst>
              <a:ext uri="{FF2B5EF4-FFF2-40B4-BE49-F238E27FC236}">
                <a16:creationId xmlns:a16="http://schemas.microsoft.com/office/drawing/2014/main" id="{A3708032-0508-0922-CAAD-10EB6DE0ECED}"/>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CE121E2D-1245-6245-0423-22CAA93F292E}"/>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1ABEDBD0-6370-CDEF-5D08-4A614EA1A06E}"/>
              </a:ext>
            </a:extLst>
          </p:cNvPr>
          <p:cNvSpPr/>
          <p:nvPr/>
        </p:nvSpPr>
        <p:spPr>
          <a:xfrm>
            <a:off x="168443" y="665138"/>
            <a:ext cx="3430800" cy="34612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47D51514-A0B8-B907-D727-60B7B5313416}"/>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DD7D71B5-B56F-8066-67B1-F39D4745F79B}"/>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0CD11A2A-AF92-FD3B-B310-23B068F16299}"/>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FEF7D1FE-FBD4-B75D-8558-97BAD58353B2}"/>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2F4E1F10-E44A-CD7E-EF90-0A715394AF4D}"/>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218D3D16-D805-D8DC-6A41-03B1A12B50B0}"/>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8" name="TextBox 17">
            <a:extLst>
              <a:ext uri="{FF2B5EF4-FFF2-40B4-BE49-F238E27FC236}">
                <a16:creationId xmlns:a16="http://schemas.microsoft.com/office/drawing/2014/main" id="{FA04E621-1539-2A10-A80D-FC55CC5B38C3}"/>
              </a:ext>
            </a:extLst>
          </p:cNvPr>
          <p:cNvSpPr txBox="1"/>
          <p:nvPr/>
        </p:nvSpPr>
        <p:spPr>
          <a:xfrm>
            <a:off x="316560" y="100242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36" name="모서리가 둥근 직사각형 114">
            <a:extLst>
              <a:ext uri="{FF2B5EF4-FFF2-40B4-BE49-F238E27FC236}">
                <a16:creationId xmlns:a16="http://schemas.microsoft.com/office/drawing/2014/main" id="{D1DE133C-3719-CEDC-DBC8-6C2B1817ACB3}"/>
              </a:ext>
            </a:extLst>
          </p:cNvPr>
          <p:cNvSpPr/>
          <p:nvPr/>
        </p:nvSpPr>
        <p:spPr>
          <a:xfrm>
            <a:off x="230569" y="127877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41" name="Rounded Rectangle 35">
            <a:extLst>
              <a:ext uri="{FF2B5EF4-FFF2-40B4-BE49-F238E27FC236}">
                <a16:creationId xmlns:a16="http://schemas.microsoft.com/office/drawing/2014/main" id="{A92FB630-FD65-8DF6-9FC1-E4BBA32A634A}"/>
              </a:ext>
            </a:extLst>
          </p:cNvPr>
          <p:cNvSpPr/>
          <p:nvPr/>
        </p:nvSpPr>
        <p:spPr>
          <a:xfrm>
            <a:off x="2687208" y="104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43" name="Rounded Rectangle 27">
            <a:extLst>
              <a:ext uri="{FF2B5EF4-FFF2-40B4-BE49-F238E27FC236}">
                <a16:creationId xmlns:a16="http://schemas.microsoft.com/office/drawing/2014/main" id="{6567B636-D37B-C070-348D-A3716A6BFE96}"/>
              </a:ext>
            </a:extLst>
          </p:cNvPr>
          <p:cNvSpPr/>
          <p:nvPr/>
        </p:nvSpPr>
        <p:spPr>
          <a:xfrm>
            <a:off x="349978" y="143412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12DE2C24-E8FA-E3D0-A6A2-5D5E3D650538}"/>
              </a:ext>
            </a:extLst>
          </p:cNvPr>
          <p:cNvSpPr/>
          <p:nvPr/>
        </p:nvSpPr>
        <p:spPr>
          <a:xfrm>
            <a:off x="881149" y="143592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90E0D817-8737-8F52-53A1-7CA0DD743BA8}"/>
              </a:ext>
            </a:extLst>
          </p:cNvPr>
          <p:cNvSpPr/>
          <p:nvPr/>
        </p:nvSpPr>
        <p:spPr>
          <a:xfrm>
            <a:off x="349977" y="161145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8F760F07-9B7B-42DE-26C2-E7735D43F50F}"/>
              </a:ext>
            </a:extLst>
          </p:cNvPr>
          <p:cNvSpPr/>
          <p:nvPr/>
        </p:nvSpPr>
        <p:spPr>
          <a:xfrm>
            <a:off x="378663" y="1855077"/>
            <a:ext cx="294120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sp>
        <p:nvSpPr>
          <p:cNvPr id="52" name="TextBox 51">
            <a:extLst>
              <a:ext uri="{FF2B5EF4-FFF2-40B4-BE49-F238E27FC236}">
                <a16:creationId xmlns:a16="http://schemas.microsoft.com/office/drawing/2014/main" id="{DE50480C-762D-FC60-A05E-3DD4E6912F14}"/>
              </a:ext>
            </a:extLst>
          </p:cNvPr>
          <p:cNvSpPr txBox="1"/>
          <p:nvPr/>
        </p:nvSpPr>
        <p:spPr>
          <a:xfrm>
            <a:off x="316560" y="226814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sp>
        <p:nvSpPr>
          <p:cNvPr id="77" name="Rounded Rectangle 27">
            <a:extLst>
              <a:ext uri="{FF2B5EF4-FFF2-40B4-BE49-F238E27FC236}">
                <a16:creationId xmlns:a16="http://schemas.microsoft.com/office/drawing/2014/main" id="{3A6ABD98-4E17-A378-1868-076676EBE1F6}"/>
              </a:ext>
            </a:extLst>
          </p:cNvPr>
          <p:cNvSpPr/>
          <p:nvPr/>
        </p:nvSpPr>
        <p:spPr>
          <a:xfrm>
            <a:off x="1715649" y="2374445"/>
            <a:ext cx="177606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a:t>
            </a:r>
            <a:r>
              <a:rPr lang="ko-KR" altLang="en-US" sz="700" dirty="0">
                <a:solidFill>
                  <a:schemeClr val="tx1"/>
                </a:solidFill>
                <a:ea typeface="맑은 고딕"/>
              </a:rPr>
              <a:t>바우처 잔액</a:t>
            </a:r>
            <a:r>
              <a:rPr lang="en-US" altLang="ko-KR" sz="700" dirty="0">
                <a:solidFill>
                  <a:schemeClr val="tx1"/>
                </a:solidFill>
                <a:ea typeface="맑은 고딕"/>
              </a:rPr>
              <a:t>: 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84" name="Rounded Rectangle 27">
            <a:extLst>
              <a:ext uri="{FF2B5EF4-FFF2-40B4-BE49-F238E27FC236}">
                <a16:creationId xmlns:a16="http://schemas.microsoft.com/office/drawing/2014/main" id="{680F9400-AEB1-C18D-6AA4-F0CF259458AC}"/>
              </a:ext>
            </a:extLst>
          </p:cNvPr>
          <p:cNvSpPr/>
          <p:nvPr/>
        </p:nvSpPr>
        <p:spPr>
          <a:xfrm>
            <a:off x="298450" y="6211116"/>
            <a:ext cx="3021419" cy="269814"/>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실제 결제 시점의 바우처 잔액은 달라질 수 있습니다</a:t>
            </a:r>
            <a:r>
              <a:rPr lang="en-US" altLang="ko-KR" sz="600" dirty="0">
                <a:solidFill>
                  <a:schemeClr val="tx1"/>
                </a:solidFill>
                <a:ea typeface="맑은 고딕"/>
              </a:rPr>
              <a:t>.</a:t>
            </a:r>
          </a:p>
          <a:p>
            <a:r>
              <a:rPr lang="en-US" altLang="ko-KR" sz="600" dirty="0">
                <a:solidFill>
                  <a:schemeClr val="tx1"/>
                </a:solidFill>
                <a:ea typeface="맑은 고딕"/>
              </a:rPr>
              <a:t>※ </a:t>
            </a:r>
            <a:r>
              <a:rPr lang="ko-KR" altLang="en-US" sz="600" dirty="0">
                <a:solidFill>
                  <a:schemeClr val="tx1"/>
                </a:solidFill>
                <a:ea typeface="맑은 고딕"/>
              </a:rPr>
              <a:t>실시간 잔액 확인이 불가한 바우처 잔액은 각 카드사를 통해 확인 가능합니다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64" name="모서리가 둥근 직사각형 114">
            <a:extLst>
              <a:ext uri="{FF2B5EF4-FFF2-40B4-BE49-F238E27FC236}">
                <a16:creationId xmlns:a16="http://schemas.microsoft.com/office/drawing/2014/main" id="{3CA4049E-EB2B-8320-644D-A4698F4C012D}"/>
              </a:ext>
            </a:extLst>
          </p:cNvPr>
          <p:cNvSpPr/>
          <p:nvPr/>
        </p:nvSpPr>
        <p:spPr>
          <a:xfrm>
            <a:off x="2415816" y="109501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166" name="모서리가 둥근 직사각형 114">
            <a:extLst>
              <a:ext uri="{FF2B5EF4-FFF2-40B4-BE49-F238E27FC236}">
                <a16:creationId xmlns:a16="http://schemas.microsoft.com/office/drawing/2014/main" id="{40BA709E-CB96-FCD0-7D7E-3D013D0A6B56}"/>
              </a:ext>
            </a:extLst>
          </p:cNvPr>
          <p:cNvSpPr/>
          <p:nvPr/>
        </p:nvSpPr>
        <p:spPr>
          <a:xfrm>
            <a:off x="230569" y="179742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1-3</a:t>
            </a:r>
            <a:endParaRPr lang="ko-KR" altLang="en-US" sz="900" dirty="0">
              <a:solidFill>
                <a:schemeClr val="bg1"/>
              </a:solidFill>
            </a:endParaRPr>
          </a:p>
        </p:txBody>
      </p:sp>
      <p:sp>
        <p:nvSpPr>
          <p:cNvPr id="175" name="TextBox 174">
            <a:extLst>
              <a:ext uri="{FF2B5EF4-FFF2-40B4-BE49-F238E27FC236}">
                <a16:creationId xmlns:a16="http://schemas.microsoft.com/office/drawing/2014/main" id="{6FFB8651-0752-04C4-F28B-92D62D2B5F6A}"/>
              </a:ext>
            </a:extLst>
          </p:cNvPr>
          <p:cNvSpPr txBox="1"/>
          <p:nvPr/>
        </p:nvSpPr>
        <p:spPr>
          <a:xfrm>
            <a:off x="1307907" y="78285"/>
            <a:ext cx="79380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수정</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76" name="Group 59">
            <a:extLst>
              <a:ext uri="{FF2B5EF4-FFF2-40B4-BE49-F238E27FC236}">
                <a16:creationId xmlns:a16="http://schemas.microsoft.com/office/drawing/2014/main" id="{A413CA51-CAF3-8016-F513-A7BD2A2F51B9}"/>
              </a:ext>
            </a:extLst>
          </p:cNvPr>
          <p:cNvGraphicFramePr>
            <a:graphicFrameLocks noGrp="1"/>
          </p:cNvGraphicFramePr>
          <p:nvPr>
            <p:extLst>
              <p:ext uri="{D42A27DB-BD31-4B8C-83A1-F6EECF244321}">
                <p14:modId xmlns:p14="http://schemas.microsoft.com/office/powerpoint/2010/main" val="3889145907"/>
              </p:ext>
            </p:extLst>
          </p:nvPr>
        </p:nvGraphicFramePr>
        <p:xfrm>
          <a:off x="10128399" y="623854"/>
          <a:ext cx="2850436" cy="6434711"/>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1-1</a:t>
                      </a:r>
                      <a:r>
                        <a:rPr lang="ko-KR" altLang="en-US" sz="800" b="1" u="sng" kern="0" spc="-70" baseline="0" dirty="0">
                          <a:solidFill>
                            <a:schemeClr val="tx1"/>
                          </a:solidFill>
                          <a:latin typeface="+mn-ea"/>
                        </a:rPr>
                        <a:t> 배송정보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기본배송지로 설정한 정보 자동표시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1-2 </a:t>
                      </a:r>
                      <a:r>
                        <a:rPr lang="ko-KR" altLang="en-US" sz="800" b="1" u="sng" kern="0" spc="-70" baseline="0" dirty="0">
                          <a:solidFill>
                            <a:schemeClr val="tx1"/>
                          </a:solidFill>
                          <a:latin typeface="+mn-ea"/>
                        </a:rPr>
                        <a:t>배송지 목록</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클릭시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배송지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생성 </a:t>
                      </a:r>
                      <a:r>
                        <a:rPr lang="en-US" altLang="ko-KR" sz="800" dirty="0"/>
                        <a:t>CH-U-CA-02-02-01p</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1-3</a:t>
                      </a:r>
                      <a:r>
                        <a:rPr lang="ko-KR" altLang="en-US" sz="800" b="1" u="sng" kern="0" spc="-70" baseline="0" dirty="0">
                          <a:solidFill>
                            <a:schemeClr val="tx1"/>
                          </a:solidFill>
                          <a:latin typeface="+mn-ea"/>
                        </a:rPr>
                        <a:t> 배송요청사항 인풋</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최대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25</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자 입력가능</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미입력</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가능</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placeholder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배송요청사항 입력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최대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25</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자</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배송지가 미등록시 미노출됨</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1-4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기본배송지 없는 경우</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배송지가 없을 경우 배송지 등록 안내문구 노출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 등록하기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클릭시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생성 </a:t>
                      </a:r>
                      <a:br>
                        <a:rPr kumimoji="0" lang="en-US" altLang="ko-KR" sz="800" b="0" i="0" u="none" strike="noStrike" kern="0" cap="none" spc="-70" normalizeH="0" baseline="0" noProof="0" dirty="0">
                          <a:ln>
                            <a:noFill/>
                          </a:ln>
                          <a:solidFill>
                            <a:schemeClr val="tx1"/>
                          </a:solidFill>
                          <a:effectLst/>
                          <a:uLnTx/>
                          <a:uFillTx/>
                          <a:latin typeface="+mn-ea"/>
                          <a:ea typeface="+mn-ea"/>
                          <a:cs typeface="+mn-cs"/>
                        </a:rPr>
                      </a:br>
                      <a:r>
                        <a:rPr lang="en-US" altLang="ko-KR" sz="800" dirty="0"/>
                        <a:t>CH-U-CA-02-02-01p (3-1 </a:t>
                      </a:r>
                      <a:r>
                        <a:rPr lang="ko-KR" altLang="en-US" sz="800" dirty="0"/>
                        <a:t>인풋화면</a:t>
                      </a:r>
                      <a:r>
                        <a:rPr lang="en-US" altLang="ko-KR" sz="800" dirty="0"/>
                        <a:t>)</a:t>
                      </a:r>
                      <a:endParaRPr lang="ko-KR" altLang="ko-KR" sz="800" dirty="0"/>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 </a:t>
                      </a:r>
                      <a:r>
                        <a:rPr lang="ko-KR" altLang="en-US" sz="800" b="1" u="sng" kern="0" spc="-70" baseline="0" dirty="0">
                          <a:solidFill>
                            <a:schemeClr val="tx1"/>
                          </a:solidFill>
                          <a:latin typeface="+mn-ea"/>
                        </a:rPr>
                        <a:t>주문상품 요약</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장바구니에서 선택해 넘어온 상품 목록</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상단에 건수 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상품이 여러 개면 카드를 세로로 나열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배송비는 전 상품 무료라 배송비 표기 없음</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rgbClr val="234DD3"/>
                          </a:solidFill>
                          <a:latin typeface="+mn-ea"/>
                        </a:rPr>
                        <a:t>3-1</a:t>
                      </a:r>
                      <a:r>
                        <a:rPr lang="ko-KR" altLang="en-US" sz="800" b="1" u="sng" kern="0" spc="-70" baseline="0" dirty="0">
                          <a:solidFill>
                            <a:srgbClr val="234DD3"/>
                          </a:solidFill>
                          <a:latin typeface="+mn-ea"/>
                        </a:rPr>
                        <a:t> 바우처 선택 드롭다운</a:t>
                      </a:r>
                      <a:endParaRPr lang="en-US" altLang="ko-KR" sz="800" b="1" u="sng" kern="0" spc="-70" baseline="0" dirty="0">
                        <a:solidFill>
                          <a:srgbClr val="234DD3"/>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구성</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바우처명</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잔액라벨</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금액정보</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실시간 잔액 조회가 안 되는 바우처는 확인불가 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확인 불가 바우처에 대한 잔액 확인 방법 안내는 하단에 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미선택시 바우처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0</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원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전액 본인부담 기본값</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rgbClr val="234DD3"/>
                          </a:solidFill>
                          <a:latin typeface="+mn-ea"/>
                        </a:rPr>
                        <a:t>3-2</a:t>
                      </a:r>
                      <a:r>
                        <a:rPr lang="ko-KR" altLang="en-US" sz="800" b="1" u="sng" kern="0" spc="-70" baseline="0" dirty="0">
                          <a:solidFill>
                            <a:srgbClr val="234DD3"/>
                          </a:solidFill>
                          <a:latin typeface="+mn-ea"/>
                        </a:rPr>
                        <a:t> 선택 바우처 안내 바</a:t>
                      </a:r>
                      <a:endParaRPr lang="en-US" altLang="ko-KR" sz="800" b="1" u="sng" kern="0" spc="-70" baseline="0" dirty="0">
                        <a:solidFill>
                          <a:srgbClr val="234DD3"/>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구성</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태그</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잔액</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본인부담금</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본인부담금</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상품금액</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잔액</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3-3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잔액 확인 불가 바우처 케이스</a:t>
                      </a: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본인부담금 영역에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결제 후 확인 가능</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3-4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드롭다운 케이스</a:t>
                      </a: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디폴트</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선택하기</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선택안함과</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 동일</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선택안함</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바우처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0</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원 사용 </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전액 본인부담</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표기 바우처</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선택 시 하단에 잔액 전액 노출</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잔액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미표기</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 바우처</a:t>
                      </a:r>
                      <a:endParaRPr kumimoji="0" lang="en-US" altLang="ko-KR" sz="800" b="1" i="0" u="none" strike="noStrike" kern="0" cap="none" spc="-70" normalizeH="0" baseline="0" noProof="0" dirty="0">
                        <a:ln>
                          <a:noFill/>
                        </a:ln>
                        <a:solidFill>
                          <a:srgbClr val="234DD3"/>
                        </a:solidFill>
                        <a:effectLst/>
                        <a:highlight>
                          <a:srgbClr val="FFFF00"/>
                        </a:highligh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사용 불가 바우처</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비활성화 처리</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선택불가</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45" name="TextBox 244">
            <a:extLst>
              <a:ext uri="{FF2B5EF4-FFF2-40B4-BE49-F238E27FC236}">
                <a16:creationId xmlns:a16="http://schemas.microsoft.com/office/drawing/2014/main" id="{D5BF5D63-5E6B-C1AD-CFF2-E61CEA207FEE}"/>
              </a:ext>
            </a:extLst>
          </p:cNvPr>
          <p:cNvSpPr txBox="1"/>
          <p:nvPr/>
        </p:nvSpPr>
        <p:spPr>
          <a:xfrm>
            <a:off x="4209884" y="1002446"/>
            <a:ext cx="1091966"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기본배송지 없는 경우</a:t>
            </a:r>
          </a:p>
        </p:txBody>
      </p:sp>
      <p:sp>
        <p:nvSpPr>
          <p:cNvPr id="246" name="직사각형 245">
            <a:extLst>
              <a:ext uri="{FF2B5EF4-FFF2-40B4-BE49-F238E27FC236}">
                <a16:creationId xmlns:a16="http://schemas.microsoft.com/office/drawing/2014/main" id="{A4CA9CBA-8956-1FD7-FF0F-7C8030821708}"/>
              </a:ext>
            </a:extLst>
          </p:cNvPr>
          <p:cNvSpPr/>
          <p:nvPr/>
        </p:nvSpPr>
        <p:spPr>
          <a:xfrm>
            <a:off x="4164852" y="1334197"/>
            <a:ext cx="2244544"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7" name="Rounded Rectangle 27">
            <a:extLst>
              <a:ext uri="{FF2B5EF4-FFF2-40B4-BE49-F238E27FC236}">
                <a16:creationId xmlns:a16="http://schemas.microsoft.com/office/drawing/2014/main" id="{3DEA8741-0573-8AED-495F-61DFA02B2A9A}"/>
              </a:ext>
            </a:extLst>
          </p:cNvPr>
          <p:cNvSpPr/>
          <p:nvPr/>
        </p:nvSpPr>
        <p:spPr>
          <a:xfrm>
            <a:off x="4195331" y="147427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ctr"/>
            <a:r>
              <a:rPr lang="ko-KR" altLang="en-US" sz="900" dirty="0">
                <a:solidFill>
                  <a:schemeClr val="tx1"/>
                </a:solidFill>
                <a:ea typeface="맑은 고딕"/>
              </a:rPr>
              <a:t>배송지를 등록해 주세요</a:t>
            </a:r>
          </a:p>
        </p:txBody>
      </p:sp>
      <p:sp>
        <p:nvSpPr>
          <p:cNvPr id="248" name="Rounded Rectangle 33">
            <a:extLst>
              <a:ext uri="{FF2B5EF4-FFF2-40B4-BE49-F238E27FC236}">
                <a16:creationId xmlns:a16="http://schemas.microsoft.com/office/drawing/2014/main" id="{ED09A0C3-06EA-8B52-0EE2-417282E1900F}"/>
              </a:ext>
            </a:extLst>
          </p:cNvPr>
          <p:cNvSpPr/>
          <p:nvPr/>
        </p:nvSpPr>
        <p:spPr>
          <a:xfrm>
            <a:off x="4543916" y="1834576"/>
            <a:ext cx="148641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a:solidFill>
                  <a:srgbClr val="595959"/>
                </a:solidFill>
                <a:ea typeface="맑은 고딕"/>
              </a:rPr>
              <a:t>+ </a:t>
            </a:r>
            <a:r>
              <a:rPr lang="ko-KR" altLang="en-US" sz="800" dirty="0">
                <a:solidFill>
                  <a:srgbClr val="595959"/>
                </a:solidFill>
                <a:ea typeface="맑은 고딕"/>
              </a:rPr>
              <a:t>배송지 등록하기</a:t>
            </a:r>
            <a:endParaRPr lang="en-US" altLang="ko-KR" sz="800" dirty="0">
              <a:solidFill>
                <a:srgbClr val="595959"/>
              </a:solidFill>
              <a:ea typeface="맑은 고딕"/>
            </a:endParaRPr>
          </a:p>
        </p:txBody>
      </p:sp>
      <p:sp>
        <p:nvSpPr>
          <p:cNvPr id="249" name="모서리가 둥근 직사각형 114">
            <a:extLst>
              <a:ext uri="{FF2B5EF4-FFF2-40B4-BE49-F238E27FC236}">
                <a16:creationId xmlns:a16="http://schemas.microsoft.com/office/drawing/2014/main" id="{F04008C4-30CB-AC61-5859-E400C27AD7FD}"/>
              </a:ext>
            </a:extLst>
          </p:cNvPr>
          <p:cNvSpPr/>
          <p:nvPr/>
        </p:nvSpPr>
        <p:spPr>
          <a:xfrm>
            <a:off x="3933421" y="94508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1-4</a:t>
            </a:r>
            <a:endParaRPr lang="ko-KR" altLang="en-US" sz="900" dirty="0">
              <a:solidFill>
                <a:schemeClr val="bg1"/>
              </a:solidFill>
            </a:endParaRPr>
          </a:p>
        </p:txBody>
      </p:sp>
      <p:grpSp>
        <p:nvGrpSpPr>
          <p:cNvPr id="29" name="그룹 28">
            <a:extLst>
              <a:ext uri="{FF2B5EF4-FFF2-40B4-BE49-F238E27FC236}">
                <a16:creationId xmlns:a16="http://schemas.microsoft.com/office/drawing/2014/main" id="{0110C6BB-FF16-0BB0-8AC1-80ABBF0ADC9D}"/>
              </a:ext>
            </a:extLst>
          </p:cNvPr>
          <p:cNvGrpSpPr/>
          <p:nvPr/>
        </p:nvGrpSpPr>
        <p:grpSpPr>
          <a:xfrm>
            <a:off x="268006" y="2617626"/>
            <a:ext cx="3206508" cy="1746000"/>
            <a:chOff x="268006" y="2617626"/>
            <a:chExt cx="3206508" cy="1746000"/>
          </a:xfrm>
        </p:grpSpPr>
        <p:sp>
          <p:nvSpPr>
            <p:cNvPr id="105" name="Rounded Rectangle 22">
              <a:extLst>
                <a:ext uri="{FF2B5EF4-FFF2-40B4-BE49-F238E27FC236}">
                  <a16:creationId xmlns:a16="http://schemas.microsoft.com/office/drawing/2014/main" id="{6A564AAB-2F25-68C8-41D2-916178957F26}"/>
                </a:ext>
              </a:extLst>
            </p:cNvPr>
            <p:cNvSpPr/>
            <p:nvPr/>
          </p:nvSpPr>
          <p:spPr>
            <a:xfrm>
              <a:off x="268006" y="2617626"/>
              <a:ext cx="3206508" cy="1746000"/>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7" name="직사각형 106">
              <a:extLst>
                <a:ext uri="{FF2B5EF4-FFF2-40B4-BE49-F238E27FC236}">
                  <a16:creationId xmlns:a16="http://schemas.microsoft.com/office/drawing/2014/main" id="{E0C868C6-DD06-1747-FAE0-249887D62CCC}"/>
                </a:ext>
              </a:extLst>
            </p:cNvPr>
            <p:cNvSpPr/>
            <p:nvPr/>
          </p:nvSpPr>
          <p:spPr>
            <a:xfrm>
              <a:off x="437563" y="278671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28" name="그룹 27">
              <a:extLst>
                <a:ext uri="{FF2B5EF4-FFF2-40B4-BE49-F238E27FC236}">
                  <a16:creationId xmlns:a16="http://schemas.microsoft.com/office/drawing/2014/main" id="{941BC36F-2003-62C0-A15E-7B07B2B7D0C0}"/>
                </a:ext>
              </a:extLst>
            </p:cNvPr>
            <p:cNvGrpSpPr/>
            <p:nvPr/>
          </p:nvGrpSpPr>
          <p:grpSpPr>
            <a:xfrm>
              <a:off x="1099284" y="2801947"/>
              <a:ext cx="2138679" cy="641401"/>
              <a:chOff x="1099284" y="2801947"/>
              <a:chExt cx="2138679" cy="641401"/>
            </a:xfrm>
          </p:grpSpPr>
          <p:sp>
            <p:nvSpPr>
              <p:cNvPr id="106" name="TextBox 105">
                <a:extLst>
                  <a:ext uri="{FF2B5EF4-FFF2-40B4-BE49-F238E27FC236}">
                    <a16:creationId xmlns:a16="http://schemas.microsoft.com/office/drawing/2014/main" id="{F22E59ED-2E1E-E48C-58A1-80233568CF99}"/>
                  </a:ext>
                </a:extLst>
              </p:cNvPr>
              <p:cNvSpPr txBox="1"/>
              <p:nvPr/>
            </p:nvSpPr>
            <p:spPr>
              <a:xfrm>
                <a:off x="1230633" y="2801947"/>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109" name="Rounded Rectangle 27">
                <a:extLst>
                  <a:ext uri="{FF2B5EF4-FFF2-40B4-BE49-F238E27FC236}">
                    <a16:creationId xmlns:a16="http://schemas.microsoft.com/office/drawing/2014/main" id="{F3309D31-56DB-C6EF-8A09-7A98BBB55463}"/>
                  </a:ext>
                </a:extLst>
              </p:cNvPr>
              <p:cNvSpPr/>
              <p:nvPr/>
            </p:nvSpPr>
            <p:spPr>
              <a:xfrm>
                <a:off x="1220170" y="3076044"/>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0" name="Rounded Rectangle 27">
                <a:extLst>
                  <a:ext uri="{FF2B5EF4-FFF2-40B4-BE49-F238E27FC236}">
                    <a16:creationId xmlns:a16="http://schemas.microsoft.com/office/drawing/2014/main" id="{619D0B73-5733-34AF-C177-6EDB5C73045B}"/>
                  </a:ext>
                </a:extLst>
              </p:cNvPr>
              <p:cNvSpPr/>
              <p:nvPr/>
            </p:nvSpPr>
            <p:spPr>
              <a:xfrm>
                <a:off x="1099284" y="3238065"/>
                <a:ext cx="213123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800" b="1" dirty="0">
                    <a:solidFill>
                      <a:srgbClr val="404040"/>
                    </a:solidFill>
                    <a:ea typeface="맑은 고딕"/>
                  </a:rPr>
                  <a:t>113,800</a:t>
                </a:r>
                <a:r>
                  <a:rPr lang="ko-KR" altLang="en-US" sz="800" b="1" dirty="0">
                    <a:solidFill>
                      <a:srgbClr val="404040"/>
                    </a:solidFill>
                    <a:ea typeface="맑은 고딕"/>
                  </a:rPr>
                  <a:t>원</a:t>
                </a:r>
                <a:r>
                  <a:rPr lang="en-US" altLang="ko-KR" sz="800" dirty="0">
                    <a:solidFill>
                      <a:schemeClr val="tx1"/>
                    </a:solidFill>
                    <a:ea typeface="맑은 고딕"/>
                  </a:rPr>
                  <a:t> </a:t>
                </a:r>
                <a:endParaRPr lang="ko-KR" altLang="en-US" sz="800" dirty="0">
                  <a:solidFill>
                    <a:schemeClr val="tx1"/>
                  </a:solidFill>
                  <a:ea typeface="맑은 고딕"/>
                </a:endParaRPr>
              </a:p>
            </p:txBody>
          </p:sp>
        </p:grpSp>
        <p:grpSp>
          <p:nvGrpSpPr>
            <p:cNvPr id="2" name="그룹 1">
              <a:extLst>
                <a:ext uri="{FF2B5EF4-FFF2-40B4-BE49-F238E27FC236}">
                  <a16:creationId xmlns:a16="http://schemas.microsoft.com/office/drawing/2014/main" id="{C653061F-3A3B-F95C-DA4C-CDA5BD2CE660}"/>
                </a:ext>
              </a:extLst>
            </p:cNvPr>
            <p:cNvGrpSpPr/>
            <p:nvPr/>
          </p:nvGrpSpPr>
          <p:grpSpPr>
            <a:xfrm>
              <a:off x="425178" y="3533954"/>
              <a:ext cx="2894692" cy="318788"/>
              <a:chOff x="406983" y="5542727"/>
              <a:chExt cx="2894692" cy="318788"/>
            </a:xfrm>
          </p:grpSpPr>
          <p:sp>
            <p:nvSpPr>
              <p:cNvPr id="14" name="직사각형 13">
                <a:extLst>
                  <a:ext uri="{FF2B5EF4-FFF2-40B4-BE49-F238E27FC236}">
                    <a16:creationId xmlns:a16="http://schemas.microsoft.com/office/drawing/2014/main" id="{770A8708-FFCD-300A-A4FB-DC74D6A1D956}"/>
                  </a:ext>
                </a:extLst>
              </p:cNvPr>
              <p:cNvSpPr/>
              <p:nvPr/>
            </p:nvSpPr>
            <p:spPr>
              <a:xfrm>
                <a:off x="406983" y="5542727"/>
                <a:ext cx="2894692"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6" name="Rounded Rectangle 27">
                <a:extLst>
                  <a:ext uri="{FF2B5EF4-FFF2-40B4-BE49-F238E27FC236}">
                    <a16:creationId xmlns:a16="http://schemas.microsoft.com/office/drawing/2014/main" id="{85E48485-BC21-8F52-EA3E-346DCC1907CE}"/>
                  </a:ext>
                </a:extLst>
              </p:cNvPr>
              <p:cNvSpPr/>
              <p:nvPr/>
            </p:nvSpPr>
            <p:spPr>
              <a:xfrm>
                <a:off x="486556" y="5604987"/>
                <a:ext cx="272315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sp>
        <p:nvSpPr>
          <p:cNvPr id="37" name="모서리가 둥근 직사각형 114">
            <a:extLst>
              <a:ext uri="{FF2B5EF4-FFF2-40B4-BE49-F238E27FC236}">
                <a16:creationId xmlns:a16="http://schemas.microsoft.com/office/drawing/2014/main" id="{17EE309D-1A4B-0E14-6197-ED6D2AF76254}"/>
              </a:ext>
            </a:extLst>
          </p:cNvPr>
          <p:cNvSpPr/>
          <p:nvPr/>
        </p:nvSpPr>
        <p:spPr>
          <a:xfrm>
            <a:off x="204373" y="252531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grpSp>
        <p:nvGrpSpPr>
          <p:cNvPr id="129" name="그룹 128">
            <a:extLst>
              <a:ext uri="{FF2B5EF4-FFF2-40B4-BE49-F238E27FC236}">
                <a16:creationId xmlns:a16="http://schemas.microsoft.com/office/drawing/2014/main" id="{3ECC6872-D8F5-1E59-DE62-14316D8467AD}"/>
              </a:ext>
            </a:extLst>
          </p:cNvPr>
          <p:cNvGrpSpPr/>
          <p:nvPr/>
        </p:nvGrpSpPr>
        <p:grpSpPr>
          <a:xfrm>
            <a:off x="268006" y="4429447"/>
            <a:ext cx="3206508" cy="1744496"/>
            <a:chOff x="268006" y="4461944"/>
            <a:chExt cx="3206508" cy="1744496"/>
          </a:xfrm>
        </p:grpSpPr>
        <p:sp>
          <p:nvSpPr>
            <p:cNvPr id="31" name="Rounded Rectangle 22">
              <a:extLst>
                <a:ext uri="{FF2B5EF4-FFF2-40B4-BE49-F238E27FC236}">
                  <a16:creationId xmlns:a16="http://schemas.microsoft.com/office/drawing/2014/main" id="{81AAEAFD-0B43-78B7-BB73-7D8AA3941159}"/>
                </a:ext>
              </a:extLst>
            </p:cNvPr>
            <p:cNvSpPr/>
            <p:nvPr/>
          </p:nvSpPr>
          <p:spPr>
            <a:xfrm>
              <a:off x="268006" y="4461944"/>
              <a:ext cx="3206508" cy="1744496"/>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직사각형 31">
              <a:extLst>
                <a:ext uri="{FF2B5EF4-FFF2-40B4-BE49-F238E27FC236}">
                  <a16:creationId xmlns:a16="http://schemas.microsoft.com/office/drawing/2014/main" id="{3F0FBF94-1529-813F-9773-D7CC7708DE40}"/>
                </a:ext>
              </a:extLst>
            </p:cNvPr>
            <p:cNvSpPr/>
            <p:nvPr/>
          </p:nvSpPr>
          <p:spPr>
            <a:xfrm>
              <a:off x="437563" y="4631035"/>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33" name="그룹 32">
              <a:extLst>
                <a:ext uri="{FF2B5EF4-FFF2-40B4-BE49-F238E27FC236}">
                  <a16:creationId xmlns:a16="http://schemas.microsoft.com/office/drawing/2014/main" id="{D3719A4F-D737-E9BE-42DC-37A5CFB90305}"/>
                </a:ext>
              </a:extLst>
            </p:cNvPr>
            <p:cNvGrpSpPr/>
            <p:nvPr/>
          </p:nvGrpSpPr>
          <p:grpSpPr>
            <a:xfrm>
              <a:off x="1099284" y="4646263"/>
              <a:ext cx="2138679" cy="641401"/>
              <a:chOff x="1099284" y="2801947"/>
              <a:chExt cx="2138679" cy="641401"/>
            </a:xfrm>
          </p:grpSpPr>
          <p:sp>
            <p:nvSpPr>
              <p:cNvPr id="47" name="TextBox 46">
                <a:extLst>
                  <a:ext uri="{FF2B5EF4-FFF2-40B4-BE49-F238E27FC236}">
                    <a16:creationId xmlns:a16="http://schemas.microsoft.com/office/drawing/2014/main" id="{EE6918D1-9AD3-5BBD-025F-685CE93D12F5}"/>
                  </a:ext>
                </a:extLst>
              </p:cNvPr>
              <p:cNvSpPr txBox="1"/>
              <p:nvPr/>
            </p:nvSpPr>
            <p:spPr>
              <a:xfrm>
                <a:off x="1230633" y="2801947"/>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53" name="Rounded Rectangle 27">
                <a:extLst>
                  <a:ext uri="{FF2B5EF4-FFF2-40B4-BE49-F238E27FC236}">
                    <a16:creationId xmlns:a16="http://schemas.microsoft.com/office/drawing/2014/main" id="{BFFE66B0-1CD9-0DDB-D078-37FA92E06FCA}"/>
                  </a:ext>
                </a:extLst>
              </p:cNvPr>
              <p:cNvSpPr/>
              <p:nvPr/>
            </p:nvSpPr>
            <p:spPr>
              <a:xfrm>
                <a:off x="1220170" y="3076044"/>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54" name="Rounded Rectangle 27">
                <a:extLst>
                  <a:ext uri="{FF2B5EF4-FFF2-40B4-BE49-F238E27FC236}">
                    <a16:creationId xmlns:a16="http://schemas.microsoft.com/office/drawing/2014/main" id="{9F9C8A92-8DD6-670D-3AA2-0CD75681E524}"/>
                  </a:ext>
                </a:extLst>
              </p:cNvPr>
              <p:cNvSpPr/>
              <p:nvPr/>
            </p:nvSpPr>
            <p:spPr>
              <a:xfrm>
                <a:off x="1099284" y="3238065"/>
                <a:ext cx="213123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800" b="1" dirty="0">
                    <a:solidFill>
                      <a:srgbClr val="404040"/>
                    </a:solidFill>
                    <a:ea typeface="맑은 고딕"/>
                  </a:rPr>
                  <a:t>121,800</a:t>
                </a:r>
                <a:r>
                  <a:rPr lang="ko-KR" altLang="en-US" sz="800" b="1" dirty="0">
                    <a:solidFill>
                      <a:srgbClr val="404040"/>
                    </a:solidFill>
                    <a:ea typeface="맑은 고딕"/>
                  </a:rPr>
                  <a:t>원</a:t>
                </a:r>
                <a:r>
                  <a:rPr lang="en-US" altLang="ko-KR" sz="800" dirty="0">
                    <a:solidFill>
                      <a:schemeClr val="tx1"/>
                    </a:solidFill>
                    <a:ea typeface="맑은 고딕"/>
                  </a:rPr>
                  <a:t> </a:t>
                </a:r>
                <a:endParaRPr lang="ko-KR" altLang="en-US" sz="800" dirty="0">
                  <a:solidFill>
                    <a:schemeClr val="tx1"/>
                  </a:solidFill>
                  <a:ea typeface="맑은 고딕"/>
                </a:endParaRPr>
              </a:p>
            </p:txBody>
          </p:sp>
        </p:grpSp>
        <p:grpSp>
          <p:nvGrpSpPr>
            <p:cNvPr id="126" name="그룹 125">
              <a:extLst>
                <a:ext uri="{FF2B5EF4-FFF2-40B4-BE49-F238E27FC236}">
                  <a16:creationId xmlns:a16="http://schemas.microsoft.com/office/drawing/2014/main" id="{44E50BF5-5B77-AFFD-9F58-E7824F7C93FC}"/>
                </a:ext>
              </a:extLst>
            </p:cNvPr>
            <p:cNvGrpSpPr/>
            <p:nvPr/>
          </p:nvGrpSpPr>
          <p:grpSpPr>
            <a:xfrm>
              <a:off x="425178" y="5378270"/>
              <a:ext cx="2894692" cy="318788"/>
              <a:chOff x="425178" y="5378270"/>
              <a:chExt cx="2894692" cy="318788"/>
            </a:xfrm>
          </p:grpSpPr>
          <p:sp>
            <p:nvSpPr>
              <p:cNvPr id="35" name="직사각형 34">
                <a:extLst>
                  <a:ext uri="{FF2B5EF4-FFF2-40B4-BE49-F238E27FC236}">
                    <a16:creationId xmlns:a16="http://schemas.microsoft.com/office/drawing/2014/main" id="{05D0B170-0577-7E73-2DFA-E44D34029500}"/>
                  </a:ext>
                </a:extLst>
              </p:cNvPr>
              <p:cNvSpPr/>
              <p:nvPr/>
            </p:nvSpPr>
            <p:spPr>
              <a:xfrm>
                <a:off x="425178" y="5378270"/>
                <a:ext cx="2894692"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854DE513-6E18-5FD6-283C-BC0D4F33BAAE}"/>
                  </a:ext>
                </a:extLst>
              </p:cNvPr>
              <p:cNvSpPr/>
              <p:nvPr/>
            </p:nvSpPr>
            <p:spPr>
              <a:xfrm>
                <a:off x="504751" y="5440530"/>
                <a:ext cx="272315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ko-KR" altLang="en-US" sz="700" dirty="0">
                    <a:solidFill>
                      <a:schemeClr val="tx1"/>
                    </a:solidFill>
                    <a:ea typeface="맑은 고딕"/>
                  </a:rPr>
                  <a:t>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nvGrpSpPr>
            <p:cNvPr id="125" name="그룹 124">
              <a:extLst>
                <a:ext uri="{FF2B5EF4-FFF2-40B4-BE49-F238E27FC236}">
                  <a16:creationId xmlns:a16="http://schemas.microsoft.com/office/drawing/2014/main" id="{5C5979E1-FDB9-B7C7-F845-77AB8C6421F8}"/>
                </a:ext>
              </a:extLst>
            </p:cNvPr>
            <p:cNvGrpSpPr/>
            <p:nvPr/>
          </p:nvGrpSpPr>
          <p:grpSpPr>
            <a:xfrm>
              <a:off x="425178" y="5730045"/>
              <a:ext cx="2894692" cy="318788"/>
              <a:chOff x="425178" y="5730045"/>
              <a:chExt cx="2894692" cy="318788"/>
            </a:xfrm>
          </p:grpSpPr>
          <p:sp>
            <p:nvSpPr>
              <p:cNvPr id="57" name="직사각형 56">
                <a:extLst>
                  <a:ext uri="{FF2B5EF4-FFF2-40B4-BE49-F238E27FC236}">
                    <a16:creationId xmlns:a16="http://schemas.microsoft.com/office/drawing/2014/main" id="{678B1F4D-918D-D35B-F23E-9DA200D6676F}"/>
                  </a:ext>
                </a:extLst>
              </p:cNvPr>
              <p:cNvSpPr/>
              <p:nvPr/>
            </p:nvSpPr>
            <p:spPr>
              <a:xfrm>
                <a:off x="425178" y="5730045"/>
                <a:ext cx="2894692"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5" name="TextBox 54">
                <a:extLst>
                  <a:ext uri="{FF2B5EF4-FFF2-40B4-BE49-F238E27FC236}">
                    <a16:creationId xmlns:a16="http://schemas.microsoft.com/office/drawing/2014/main" id="{B834B4E1-D386-48DA-21C2-DA3364645BAB}"/>
                  </a:ext>
                </a:extLst>
              </p:cNvPr>
              <p:cNvSpPr txBox="1"/>
              <p:nvPr/>
            </p:nvSpPr>
            <p:spPr>
              <a:xfrm>
                <a:off x="936353" y="5781087"/>
                <a:ext cx="914400" cy="182880"/>
              </a:xfrm>
              <a:prstGeom prst="rect">
                <a:avLst/>
              </a:prstGeom>
              <a:noFill/>
            </p:spPr>
            <p:txBody>
              <a:bodyPr wrap="square" lIns="0" tIns="0" rIns="0" bIns="0" anchor="ctr">
                <a:noAutofit/>
              </a:bodyPr>
              <a:lstStyle/>
              <a:p>
                <a:r>
                  <a:rPr sz="900" b="1" dirty="0">
                    <a:solidFill>
                      <a:srgbClr val="404040"/>
                    </a:solidFill>
                    <a:latin typeface="맑은 고딕"/>
                    <a:ea typeface="맑은 고딕"/>
                  </a:rPr>
                  <a:t>1</a:t>
                </a:r>
                <a:r>
                  <a:rPr lang="en-US" sz="900" b="1" dirty="0">
                    <a:solidFill>
                      <a:srgbClr val="404040"/>
                    </a:solidFill>
                    <a:latin typeface="맑은 고딕"/>
                    <a:ea typeface="맑은 고딕"/>
                  </a:rPr>
                  <a:t>20</a:t>
                </a:r>
                <a:r>
                  <a:rPr sz="900" b="1" dirty="0">
                    <a:solidFill>
                      <a:srgbClr val="404040"/>
                    </a:solidFill>
                    <a:latin typeface="맑은 고딕"/>
                    <a:ea typeface="맑은 고딕"/>
                  </a:rPr>
                  <a:t>,</a:t>
                </a:r>
                <a:r>
                  <a:rPr lang="en-US" sz="900" b="1" dirty="0">
                    <a:solidFill>
                      <a:srgbClr val="404040"/>
                    </a:solidFill>
                    <a:latin typeface="맑은 고딕"/>
                    <a:ea typeface="맑은 고딕"/>
                  </a:rPr>
                  <a:t>0</a:t>
                </a:r>
                <a:r>
                  <a:rPr sz="900" b="1" dirty="0">
                    <a:solidFill>
                      <a:srgbClr val="404040"/>
                    </a:solidFill>
                    <a:latin typeface="맑은 고딕"/>
                    <a:ea typeface="맑은 고딕"/>
                  </a:rPr>
                  <a:t>00원</a:t>
                </a:r>
              </a:p>
            </p:txBody>
          </p:sp>
          <p:sp>
            <p:nvSpPr>
              <p:cNvPr id="56" name="Rounded Rectangle 33">
                <a:extLst>
                  <a:ext uri="{FF2B5EF4-FFF2-40B4-BE49-F238E27FC236}">
                    <a16:creationId xmlns:a16="http://schemas.microsoft.com/office/drawing/2014/main" id="{EB944185-93A4-F423-3237-D84123709841}"/>
                  </a:ext>
                </a:extLst>
              </p:cNvPr>
              <p:cNvSpPr/>
              <p:nvPr/>
            </p:nvSpPr>
            <p:spPr>
              <a:xfrm>
                <a:off x="500179" y="5800734"/>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58" name="TextBox 57">
                <a:extLst>
                  <a:ext uri="{FF2B5EF4-FFF2-40B4-BE49-F238E27FC236}">
                    <a16:creationId xmlns:a16="http://schemas.microsoft.com/office/drawing/2014/main" id="{3F87C1CB-AE8B-BCA0-FA2D-B67F2CE7331A}"/>
                  </a:ext>
                </a:extLst>
              </p:cNvPr>
              <p:cNvSpPr txBox="1"/>
              <p:nvPr/>
            </p:nvSpPr>
            <p:spPr>
              <a:xfrm>
                <a:off x="1800449" y="5790613"/>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grpSp>
      </p:grpSp>
      <p:grpSp>
        <p:nvGrpSpPr>
          <p:cNvPr id="108" name="그룹 107">
            <a:extLst>
              <a:ext uri="{FF2B5EF4-FFF2-40B4-BE49-F238E27FC236}">
                <a16:creationId xmlns:a16="http://schemas.microsoft.com/office/drawing/2014/main" id="{87FB0100-A608-180C-0C80-DF8EAF75F4B9}"/>
              </a:ext>
            </a:extLst>
          </p:cNvPr>
          <p:cNvGrpSpPr/>
          <p:nvPr/>
        </p:nvGrpSpPr>
        <p:grpSpPr>
          <a:xfrm>
            <a:off x="3961595" y="5770563"/>
            <a:ext cx="2447801" cy="318788"/>
            <a:chOff x="7502643" y="5722939"/>
            <a:chExt cx="2447801" cy="318788"/>
          </a:xfrm>
        </p:grpSpPr>
        <p:sp>
          <p:nvSpPr>
            <p:cNvPr id="88" name="직사각형 87">
              <a:extLst>
                <a:ext uri="{FF2B5EF4-FFF2-40B4-BE49-F238E27FC236}">
                  <a16:creationId xmlns:a16="http://schemas.microsoft.com/office/drawing/2014/main" id="{3F46B231-DBF7-055A-17DF-D45AD3F9304C}"/>
                </a:ext>
              </a:extLst>
            </p:cNvPr>
            <p:cNvSpPr/>
            <p:nvPr/>
          </p:nvSpPr>
          <p:spPr>
            <a:xfrm>
              <a:off x="7502643" y="572293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3" name="Rounded Rectangle 27">
              <a:extLst>
                <a:ext uri="{FF2B5EF4-FFF2-40B4-BE49-F238E27FC236}">
                  <a16:creationId xmlns:a16="http://schemas.microsoft.com/office/drawing/2014/main" id="{30F482F7-1598-ACD2-9286-153D1B0EC359}"/>
                </a:ext>
              </a:extLst>
            </p:cNvPr>
            <p:cNvSpPr/>
            <p:nvPr/>
          </p:nvSpPr>
          <p:spPr>
            <a:xfrm>
              <a:off x="7582216" y="5785199"/>
              <a:ext cx="117835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94" name="TextBox 93">
              <a:extLst>
                <a:ext uri="{FF2B5EF4-FFF2-40B4-BE49-F238E27FC236}">
                  <a16:creationId xmlns:a16="http://schemas.microsoft.com/office/drawing/2014/main" id="{B45C285C-FC3E-A25E-1C88-40D3C35C537E}"/>
                </a:ext>
              </a:extLst>
            </p:cNvPr>
            <p:cNvSpPr txBox="1"/>
            <p:nvPr/>
          </p:nvSpPr>
          <p:spPr>
            <a:xfrm>
              <a:off x="8957028" y="5797428"/>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95" name="Rounded Rectangle 33">
              <a:extLst>
                <a:ext uri="{FF2B5EF4-FFF2-40B4-BE49-F238E27FC236}">
                  <a16:creationId xmlns:a16="http://schemas.microsoft.com/office/drawing/2014/main" id="{AEDC6A19-4BA2-0E52-980A-DD8C6E42FFA1}"/>
                </a:ext>
              </a:extLst>
            </p:cNvPr>
            <p:cNvSpPr/>
            <p:nvPr/>
          </p:nvSpPr>
          <p:spPr>
            <a:xfrm>
              <a:off x="8977636" y="5818349"/>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grpSp>
        <p:nvGrpSpPr>
          <p:cNvPr id="111" name="그룹 110">
            <a:extLst>
              <a:ext uri="{FF2B5EF4-FFF2-40B4-BE49-F238E27FC236}">
                <a16:creationId xmlns:a16="http://schemas.microsoft.com/office/drawing/2014/main" id="{1899D3B4-2BDD-DC21-EDCD-3593ECB2926E}"/>
              </a:ext>
            </a:extLst>
          </p:cNvPr>
          <p:cNvGrpSpPr/>
          <p:nvPr/>
        </p:nvGrpSpPr>
        <p:grpSpPr>
          <a:xfrm>
            <a:off x="3961595" y="6083453"/>
            <a:ext cx="2447801" cy="318788"/>
            <a:chOff x="7502643" y="6035829"/>
            <a:chExt cx="2447801" cy="318788"/>
          </a:xfrm>
        </p:grpSpPr>
        <p:sp>
          <p:nvSpPr>
            <p:cNvPr id="97" name="직사각형 96">
              <a:extLst>
                <a:ext uri="{FF2B5EF4-FFF2-40B4-BE49-F238E27FC236}">
                  <a16:creationId xmlns:a16="http://schemas.microsoft.com/office/drawing/2014/main" id="{6CE3EA29-C836-DF41-20AF-8492B2B32CFD}"/>
                </a:ext>
              </a:extLst>
            </p:cNvPr>
            <p:cNvSpPr/>
            <p:nvPr/>
          </p:nvSpPr>
          <p:spPr>
            <a:xfrm>
              <a:off x="7502643" y="603582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8" name="Rounded Rectangle 27">
              <a:extLst>
                <a:ext uri="{FF2B5EF4-FFF2-40B4-BE49-F238E27FC236}">
                  <a16:creationId xmlns:a16="http://schemas.microsoft.com/office/drawing/2014/main" id="{19B7937F-3E0C-0FF4-83CF-F0EF61BA7759}"/>
                </a:ext>
              </a:extLst>
            </p:cNvPr>
            <p:cNvSpPr/>
            <p:nvPr/>
          </p:nvSpPr>
          <p:spPr>
            <a:xfrm>
              <a:off x="7582216" y="6098089"/>
              <a:ext cx="136919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bg1">
                      <a:lumMod val="50000"/>
                    </a:schemeClr>
                  </a:solidFill>
                  <a:ea typeface="맑은 고딕"/>
                </a:rPr>
                <a:t>여성청소년생리대지원</a:t>
              </a:r>
              <a:endParaRPr lang="ko-KR" altLang="en-US" sz="700" dirty="0">
                <a:solidFill>
                  <a:schemeClr val="bg1">
                    <a:lumMod val="50000"/>
                  </a:schemeClr>
                </a:solidFill>
                <a:ea typeface="맑은 고딕"/>
              </a:endParaRPr>
            </a:p>
          </p:txBody>
        </p:sp>
        <p:sp>
          <p:nvSpPr>
            <p:cNvPr id="99" name="TextBox 98">
              <a:extLst>
                <a:ext uri="{FF2B5EF4-FFF2-40B4-BE49-F238E27FC236}">
                  <a16:creationId xmlns:a16="http://schemas.microsoft.com/office/drawing/2014/main" id="{B2587E2F-DDEA-D800-5B2E-2432A76FF5A5}"/>
                </a:ext>
              </a:extLst>
            </p:cNvPr>
            <p:cNvSpPr txBox="1"/>
            <p:nvPr/>
          </p:nvSpPr>
          <p:spPr>
            <a:xfrm>
              <a:off x="8966948" y="6105923"/>
              <a:ext cx="914400" cy="182880"/>
            </a:xfrm>
            <a:prstGeom prst="rect">
              <a:avLst/>
            </a:prstGeom>
            <a:noFill/>
          </p:spPr>
          <p:txBody>
            <a:bodyPr wrap="square" lIns="0" tIns="0" rIns="0" bIns="0" anchor="ctr">
              <a:noAutofit/>
            </a:bodyPr>
            <a:lstStyle/>
            <a:p>
              <a:pPr algn="r"/>
              <a:r>
                <a:rPr lang="en-US" sz="900" b="1" dirty="0">
                  <a:solidFill>
                    <a:schemeClr val="bg1">
                      <a:lumMod val="50000"/>
                    </a:schemeClr>
                  </a:solidFill>
                  <a:latin typeface="맑은 고딕"/>
                  <a:ea typeface="맑은 고딕"/>
                </a:rPr>
                <a:t>50</a:t>
              </a:r>
              <a:r>
                <a:rPr sz="900" b="1" dirty="0">
                  <a:solidFill>
                    <a:schemeClr val="bg1">
                      <a:lumMod val="50000"/>
                    </a:schemeClr>
                  </a:solidFill>
                  <a:latin typeface="맑은 고딕"/>
                  <a:ea typeface="맑은 고딕"/>
                </a:rPr>
                <a:t>,</a:t>
              </a:r>
              <a:r>
                <a:rPr lang="en-US" sz="900" b="1" dirty="0">
                  <a:solidFill>
                    <a:schemeClr val="bg1">
                      <a:lumMod val="50000"/>
                    </a:schemeClr>
                  </a:solidFill>
                  <a:latin typeface="맑은 고딕"/>
                  <a:ea typeface="맑은 고딕"/>
                </a:rPr>
                <a:t>0</a:t>
              </a:r>
              <a:r>
                <a:rPr sz="900" b="1" dirty="0">
                  <a:solidFill>
                    <a:schemeClr val="bg1">
                      <a:lumMod val="50000"/>
                    </a:schemeClr>
                  </a:solidFill>
                  <a:latin typeface="맑은 고딕"/>
                  <a:ea typeface="맑은 고딕"/>
                </a:rPr>
                <a:t>00원</a:t>
              </a:r>
            </a:p>
          </p:txBody>
        </p:sp>
        <p:sp>
          <p:nvSpPr>
            <p:cNvPr id="100" name="Rounded Rectangle 33">
              <a:extLst>
                <a:ext uri="{FF2B5EF4-FFF2-40B4-BE49-F238E27FC236}">
                  <a16:creationId xmlns:a16="http://schemas.microsoft.com/office/drawing/2014/main" id="{EF5703FC-188D-D3E0-9E84-D599C485ED21}"/>
                </a:ext>
              </a:extLst>
            </p:cNvPr>
            <p:cNvSpPr/>
            <p:nvPr/>
          </p:nvSpPr>
          <p:spPr>
            <a:xfrm>
              <a:off x="8785225" y="6127474"/>
              <a:ext cx="517867"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사용불가</a:t>
              </a:r>
              <a:endParaRPr lang="en-US" altLang="ko-KR" sz="700" dirty="0">
                <a:solidFill>
                  <a:srgbClr val="595959"/>
                </a:solidFill>
                <a:ea typeface="맑은 고딕"/>
              </a:endParaRPr>
            </a:p>
          </p:txBody>
        </p:sp>
      </p:grpSp>
      <p:grpSp>
        <p:nvGrpSpPr>
          <p:cNvPr id="103" name="그룹 102">
            <a:extLst>
              <a:ext uri="{FF2B5EF4-FFF2-40B4-BE49-F238E27FC236}">
                <a16:creationId xmlns:a16="http://schemas.microsoft.com/office/drawing/2014/main" id="{55E53FE0-6D53-39E8-5D44-D3D1E8F3CB22}"/>
              </a:ext>
            </a:extLst>
          </p:cNvPr>
          <p:cNvGrpSpPr/>
          <p:nvPr/>
        </p:nvGrpSpPr>
        <p:grpSpPr>
          <a:xfrm>
            <a:off x="3961595" y="4832348"/>
            <a:ext cx="2448000" cy="318788"/>
            <a:chOff x="577578" y="3686354"/>
            <a:chExt cx="2448000" cy="318788"/>
          </a:xfrm>
        </p:grpSpPr>
        <p:sp>
          <p:nvSpPr>
            <p:cNvPr id="101" name="직사각형 100">
              <a:extLst>
                <a:ext uri="{FF2B5EF4-FFF2-40B4-BE49-F238E27FC236}">
                  <a16:creationId xmlns:a16="http://schemas.microsoft.com/office/drawing/2014/main" id="{3E6063CF-8680-7840-C573-FA44BC439E6A}"/>
                </a:ext>
              </a:extLst>
            </p:cNvPr>
            <p:cNvSpPr/>
            <p:nvPr/>
          </p:nvSpPr>
          <p:spPr>
            <a:xfrm>
              <a:off x="577578" y="3686354"/>
              <a:ext cx="2448000"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2" name="Rounded Rectangle 27">
              <a:extLst>
                <a:ext uri="{FF2B5EF4-FFF2-40B4-BE49-F238E27FC236}">
                  <a16:creationId xmlns:a16="http://schemas.microsoft.com/office/drawing/2014/main" id="{1CA75303-5441-0207-8EDF-0FAA5C13D83A}"/>
                </a:ext>
              </a:extLst>
            </p:cNvPr>
            <p:cNvSpPr/>
            <p:nvPr/>
          </p:nvSpPr>
          <p:spPr>
            <a:xfrm>
              <a:off x="657151" y="3748614"/>
              <a:ext cx="23075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nvGrpSpPr>
          <p:cNvPr id="112" name="그룹 111">
            <a:extLst>
              <a:ext uri="{FF2B5EF4-FFF2-40B4-BE49-F238E27FC236}">
                <a16:creationId xmlns:a16="http://schemas.microsoft.com/office/drawing/2014/main" id="{3728FE68-4DC7-5C3F-989D-6B637F387B7D}"/>
              </a:ext>
            </a:extLst>
          </p:cNvPr>
          <p:cNvGrpSpPr/>
          <p:nvPr/>
        </p:nvGrpSpPr>
        <p:grpSpPr>
          <a:xfrm>
            <a:off x="3961595" y="5138472"/>
            <a:ext cx="2447801" cy="318788"/>
            <a:chOff x="7502643" y="5722939"/>
            <a:chExt cx="2447801" cy="318788"/>
          </a:xfrm>
        </p:grpSpPr>
        <p:sp>
          <p:nvSpPr>
            <p:cNvPr id="113" name="직사각형 112">
              <a:extLst>
                <a:ext uri="{FF2B5EF4-FFF2-40B4-BE49-F238E27FC236}">
                  <a16:creationId xmlns:a16="http://schemas.microsoft.com/office/drawing/2014/main" id="{731322C5-30B9-9241-4A58-45A9DB645663}"/>
                </a:ext>
              </a:extLst>
            </p:cNvPr>
            <p:cNvSpPr/>
            <p:nvPr/>
          </p:nvSpPr>
          <p:spPr>
            <a:xfrm>
              <a:off x="7502643" y="572293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7" name="Rounded Rectangle 27">
              <a:extLst>
                <a:ext uri="{FF2B5EF4-FFF2-40B4-BE49-F238E27FC236}">
                  <a16:creationId xmlns:a16="http://schemas.microsoft.com/office/drawing/2014/main" id="{29C650B6-2714-1056-4249-371F06898596}"/>
                </a:ext>
              </a:extLst>
            </p:cNvPr>
            <p:cNvSpPr/>
            <p:nvPr/>
          </p:nvSpPr>
          <p:spPr>
            <a:xfrm>
              <a:off x="7582216" y="5785199"/>
              <a:ext cx="117835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 </a:t>
              </a:r>
              <a:r>
                <a:rPr lang="ko-KR" altLang="en-US" sz="700" dirty="0" err="1">
                  <a:solidFill>
                    <a:schemeClr val="tx1"/>
                  </a:solidFill>
                  <a:ea typeface="맑은 고딕"/>
                </a:rPr>
                <a:t>선택안함</a:t>
              </a:r>
              <a:endParaRPr lang="ko-KR" altLang="en-US" sz="700" dirty="0">
                <a:solidFill>
                  <a:schemeClr val="tx1"/>
                </a:solidFill>
                <a:ea typeface="맑은 고딕"/>
              </a:endParaRPr>
            </a:p>
          </p:txBody>
        </p:sp>
      </p:grpSp>
      <p:grpSp>
        <p:nvGrpSpPr>
          <p:cNvPr id="120" name="그룹 119">
            <a:extLst>
              <a:ext uri="{FF2B5EF4-FFF2-40B4-BE49-F238E27FC236}">
                <a16:creationId xmlns:a16="http://schemas.microsoft.com/office/drawing/2014/main" id="{57420081-1C6D-E964-0671-21DC3B9E3110}"/>
              </a:ext>
            </a:extLst>
          </p:cNvPr>
          <p:cNvGrpSpPr/>
          <p:nvPr/>
        </p:nvGrpSpPr>
        <p:grpSpPr>
          <a:xfrm>
            <a:off x="3961595" y="5451893"/>
            <a:ext cx="2447801" cy="318788"/>
            <a:chOff x="7502643" y="5722939"/>
            <a:chExt cx="2447801" cy="318788"/>
          </a:xfrm>
        </p:grpSpPr>
        <p:sp>
          <p:nvSpPr>
            <p:cNvPr id="121" name="직사각형 120">
              <a:extLst>
                <a:ext uri="{FF2B5EF4-FFF2-40B4-BE49-F238E27FC236}">
                  <a16:creationId xmlns:a16="http://schemas.microsoft.com/office/drawing/2014/main" id="{354EF852-9AA1-A804-6B80-E91C41C4D329}"/>
                </a:ext>
              </a:extLst>
            </p:cNvPr>
            <p:cNvSpPr/>
            <p:nvPr/>
          </p:nvSpPr>
          <p:spPr>
            <a:xfrm>
              <a:off x="7502643" y="5722939"/>
              <a:ext cx="2447801"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2" name="Rounded Rectangle 27">
              <a:extLst>
                <a:ext uri="{FF2B5EF4-FFF2-40B4-BE49-F238E27FC236}">
                  <a16:creationId xmlns:a16="http://schemas.microsoft.com/office/drawing/2014/main" id="{4135A271-9F0F-3432-D9CA-190F5E3FFBCB}"/>
                </a:ext>
              </a:extLst>
            </p:cNvPr>
            <p:cNvSpPr/>
            <p:nvPr/>
          </p:nvSpPr>
          <p:spPr>
            <a:xfrm>
              <a:off x="7582216" y="5785199"/>
              <a:ext cx="117835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sp>
          <p:nvSpPr>
            <p:cNvPr id="123" name="TextBox 122">
              <a:extLst>
                <a:ext uri="{FF2B5EF4-FFF2-40B4-BE49-F238E27FC236}">
                  <a16:creationId xmlns:a16="http://schemas.microsoft.com/office/drawing/2014/main" id="{5C3F8AF5-6525-8A10-C916-93A7357E2B24}"/>
                </a:ext>
              </a:extLst>
            </p:cNvPr>
            <p:cNvSpPr txBox="1"/>
            <p:nvPr/>
          </p:nvSpPr>
          <p:spPr>
            <a:xfrm>
              <a:off x="8957028" y="5797428"/>
              <a:ext cx="914400" cy="182880"/>
            </a:xfrm>
            <a:prstGeom prst="rect">
              <a:avLst/>
            </a:prstGeom>
            <a:noFill/>
          </p:spPr>
          <p:txBody>
            <a:bodyPr wrap="square" lIns="0" tIns="0" rIns="0" bIns="0" anchor="ctr">
              <a:noAutofit/>
            </a:bodyPr>
            <a:lstStyle/>
            <a:p>
              <a:pPr algn="r"/>
              <a:r>
                <a:rPr lang="en-US" altLang="ko-KR" sz="900" b="1" dirty="0">
                  <a:solidFill>
                    <a:srgbClr val="404040"/>
                  </a:solidFill>
                  <a:latin typeface="맑은 고딕"/>
                  <a:ea typeface="맑은 고딕"/>
                </a:rPr>
                <a:t>120,000</a:t>
              </a:r>
              <a:r>
                <a:rPr lang="ko-KR" altLang="en-US" sz="900" b="1" dirty="0">
                  <a:solidFill>
                    <a:srgbClr val="404040"/>
                  </a:solidFill>
                  <a:latin typeface="맑은 고딕"/>
                  <a:ea typeface="맑은 고딕"/>
                </a:rPr>
                <a:t>원</a:t>
              </a:r>
              <a:endParaRPr sz="900" b="1" dirty="0">
                <a:solidFill>
                  <a:srgbClr val="404040"/>
                </a:solidFill>
                <a:latin typeface="맑은 고딕"/>
                <a:ea typeface="맑은 고딕"/>
              </a:endParaRPr>
            </a:p>
          </p:txBody>
        </p:sp>
        <p:sp>
          <p:nvSpPr>
            <p:cNvPr id="124" name="Rounded Rectangle 33">
              <a:extLst>
                <a:ext uri="{FF2B5EF4-FFF2-40B4-BE49-F238E27FC236}">
                  <a16:creationId xmlns:a16="http://schemas.microsoft.com/office/drawing/2014/main" id="{2DF1B028-E2E3-7B7D-2FAA-579FA098D62B}"/>
                </a:ext>
              </a:extLst>
            </p:cNvPr>
            <p:cNvSpPr/>
            <p:nvPr/>
          </p:nvSpPr>
          <p:spPr>
            <a:xfrm>
              <a:off x="8919716" y="5818349"/>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31" name="모서리가 둥근 직사각형 114">
            <a:extLst>
              <a:ext uri="{FF2B5EF4-FFF2-40B4-BE49-F238E27FC236}">
                <a16:creationId xmlns:a16="http://schemas.microsoft.com/office/drawing/2014/main" id="{9BCB57E7-5859-1FF8-3857-C4EAFDA6D106}"/>
              </a:ext>
            </a:extLst>
          </p:cNvPr>
          <p:cNvSpPr/>
          <p:nvPr/>
        </p:nvSpPr>
        <p:spPr>
          <a:xfrm>
            <a:off x="137679" y="358472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sp>
        <p:nvSpPr>
          <p:cNvPr id="132" name="모서리가 둥근 직사각형 114">
            <a:extLst>
              <a:ext uri="{FF2B5EF4-FFF2-40B4-BE49-F238E27FC236}">
                <a16:creationId xmlns:a16="http://schemas.microsoft.com/office/drawing/2014/main" id="{34AC27D1-4E93-9379-7051-2FE9CFC59BA6}"/>
              </a:ext>
            </a:extLst>
          </p:cNvPr>
          <p:cNvSpPr/>
          <p:nvPr/>
        </p:nvSpPr>
        <p:spPr>
          <a:xfrm>
            <a:off x="137679" y="567804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
        <p:nvSpPr>
          <p:cNvPr id="133" name="모서리가 둥근 직사각형 114">
            <a:extLst>
              <a:ext uri="{FF2B5EF4-FFF2-40B4-BE49-F238E27FC236}">
                <a16:creationId xmlns:a16="http://schemas.microsoft.com/office/drawing/2014/main" id="{B9A15CC7-76B0-58AB-341E-FCE576F1D73B}"/>
              </a:ext>
            </a:extLst>
          </p:cNvPr>
          <p:cNvSpPr/>
          <p:nvPr/>
        </p:nvSpPr>
        <p:spPr>
          <a:xfrm>
            <a:off x="3850019" y="475138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3-4</a:t>
            </a:r>
            <a:endParaRPr lang="ko-KR" altLang="en-US" sz="900" dirty="0">
              <a:solidFill>
                <a:schemeClr val="bg1"/>
              </a:solidFill>
            </a:endParaRPr>
          </a:p>
        </p:txBody>
      </p:sp>
      <p:sp>
        <p:nvSpPr>
          <p:cNvPr id="134" name="직사각형 133">
            <a:extLst>
              <a:ext uri="{FF2B5EF4-FFF2-40B4-BE49-F238E27FC236}">
                <a16:creationId xmlns:a16="http://schemas.microsoft.com/office/drawing/2014/main" id="{5C09086D-3588-58C8-3232-8F82A0A0424C}"/>
              </a:ext>
            </a:extLst>
          </p:cNvPr>
          <p:cNvSpPr/>
          <p:nvPr/>
        </p:nvSpPr>
        <p:spPr>
          <a:xfrm>
            <a:off x="429948" y="3889826"/>
            <a:ext cx="2894692"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35" name="TextBox 134">
            <a:extLst>
              <a:ext uri="{FF2B5EF4-FFF2-40B4-BE49-F238E27FC236}">
                <a16:creationId xmlns:a16="http://schemas.microsoft.com/office/drawing/2014/main" id="{344ED9EA-288A-3C52-B0F0-4E26851E236F}"/>
              </a:ext>
            </a:extLst>
          </p:cNvPr>
          <p:cNvSpPr txBox="1"/>
          <p:nvPr/>
        </p:nvSpPr>
        <p:spPr>
          <a:xfrm>
            <a:off x="936353" y="3945631"/>
            <a:ext cx="914400"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0</a:t>
            </a:r>
            <a:r>
              <a:rPr sz="900" b="1" dirty="0">
                <a:solidFill>
                  <a:srgbClr val="404040"/>
                </a:solidFill>
                <a:latin typeface="맑은 고딕"/>
                <a:ea typeface="맑은 고딕"/>
              </a:rPr>
              <a:t>원</a:t>
            </a:r>
          </a:p>
        </p:txBody>
      </p:sp>
      <p:sp>
        <p:nvSpPr>
          <p:cNvPr id="136" name="Rounded Rectangle 33">
            <a:extLst>
              <a:ext uri="{FF2B5EF4-FFF2-40B4-BE49-F238E27FC236}">
                <a16:creationId xmlns:a16="http://schemas.microsoft.com/office/drawing/2014/main" id="{B92CE65D-0184-C930-6430-5EF853CF9BED}"/>
              </a:ext>
            </a:extLst>
          </p:cNvPr>
          <p:cNvSpPr/>
          <p:nvPr/>
        </p:nvSpPr>
        <p:spPr>
          <a:xfrm>
            <a:off x="504949" y="3960515"/>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137" name="TextBox 136">
            <a:extLst>
              <a:ext uri="{FF2B5EF4-FFF2-40B4-BE49-F238E27FC236}">
                <a16:creationId xmlns:a16="http://schemas.microsoft.com/office/drawing/2014/main" id="{9B430BF2-990D-48F4-17EC-33DD3D81C0AC}"/>
              </a:ext>
            </a:extLst>
          </p:cNvPr>
          <p:cNvSpPr txBox="1"/>
          <p:nvPr/>
        </p:nvSpPr>
        <p:spPr>
          <a:xfrm>
            <a:off x="1805219" y="3950394"/>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113,800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sp>
        <p:nvSpPr>
          <p:cNvPr id="138" name="TextBox 137">
            <a:extLst>
              <a:ext uri="{FF2B5EF4-FFF2-40B4-BE49-F238E27FC236}">
                <a16:creationId xmlns:a16="http://schemas.microsoft.com/office/drawing/2014/main" id="{636846E0-A5A1-6ADD-0CED-E21B47D0E0E8}"/>
              </a:ext>
            </a:extLst>
          </p:cNvPr>
          <p:cNvSpPr txBox="1"/>
          <p:nvPr/>
        </p:nvSpPr>
        <p:spPr>
          <a:xfrm>
            <a:off x="4149231" y="4601332"/>
            <a:ext cx="78258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바우처 케이스</a:t>
            </a:r>
          </a:p>
        </p:txBody>
      </p:sp>
      <p:grpSp>
        <p:nvGrpSpPr>
          <p:cNvPr id="139" name="그룹 138">
            <a:extLst>
              <a:ext uri="{FF2B5EF4-FFF2-40B4-BE49-F238E27FC236}">
                <a16:creationId xmlns:a16="http://schemas.microsoft.com/office/drawing/2014/main" id="{45B8A02C-9B0C-ABB6-D853-0BCA372278B5}"/>
              </a:ext>
            </a:extLst>
          </p:cNvPr>
          <p:cNvGrpSpPr/>
          <p:nvPr/>
        </p:nvGrpSpPr>
        <p:grpSpPr>
          <a:xfrm>
            <a:off x="3792038" y="2683176"/>
            <a:ext cx="3206508" cy="1744496"/>
            <a:chOff x="268006" y="4461944"/>
            <a:chExt cx="3206508" cy="1744496"/>
          </a:xfrm>
        </p:grpSpPr>
        <p:sp>
          <p:nvSpPr>
            <p:cNvPr id="140" name="Rounded Rectangle 22">
              <a:extLst>
                <a:ext uri="{FF2B5EF4-FFF2-40B4-BE49-F238E27FC236}">
                  <a16:creationId xmlns:a16="http://schemas.microsoft.com/office/drawing/2014/main" id="{C4E08707-CD1F-2F0A-C263-80452EFEC4A8}"/>
                </a:ext>
              </a:extLst>
            </p:cNvPr>
            <p:cNvSpPr/>
            <p:nvPr/>
          </p:nvSpPr>
          <p:spPr>
            <a:xfrm>
              <a:off x="268006" y="4461944"/>
              <a:ext cx="3206508" cy="1744496"/>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직사각형 140">
              <a:extLst>
                <a:ext uri="{FF2B5EF4-FFF2-40B4-BE49-F238E27FC236}">
                  <a16:creationId xmlns:a16="http://schemas.microsoft.com/office/drawing/2014/main" id="{6A792AEE-E797-E667-A54B-D3266F51E79A}"/>
                </a:ext>
              </a:extLst>
            </p:cNvPr>
            <p:cNvSpPr/>
            <p:nvPr/>
          </p:nvSpPr>
          <p:spPr>
            <a:xfrm>
              <a:off x="437563" y="4631035"/>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42" name="그룹 141">
              <a:extLst>
                <a:ext uri="{FF2B5EF4-FFF2-40B4-BE49-F238E27FC236}">
                  <a16:creationId xmlns:a16="http://schemas.microsoft.com/office/drawing/2014/main" id="{50DD5A8D-7AD8-1946-3021-E0F73EFEB27E}"/>
                </a:ext>
              </a:extLst>
            </p:cNvPr>
            <p:cNvGrpSpPr/>
            <p:nvPr/>
          </p:nvGrpSpPr>
          <p:grpSpPr>
            <a:xfrm>
              <a:off x="1099284" y="4646263"/>
              <a:ext cx="2138679" cy="641401"/>
              <a:chOff x="1099284" y="2801947"/>
              <a:chExt cx="2138679" cy="641401"/>
            </a:xfrm>
          </p:grpSpPr>
          <p:sp>
            <p:nvSpPr>
              <p:cNvPr id="181" name="TextBox 180">
                <a:extLst>
                  <a:ext uri="{FF2B5EF4-FFF2-40B4-BE49-F238E27FC236}">
                    <a16:creationId xmlns:a16="http://schemas.microsoft.com/office/drawing/2014/main" id="{927C15C5-CE7B-B596-D056-B68DD5D89410}"/>
                  </a:ext>
                </a:extLst>
              </p:cNvPr>
              <p:cNvSpPr txBox="1"/>
              <p:nvPr/>
            </p:nvSpPr>
            <p:spPr>
              <a:xfrm>
                <a:off x="1230633" y="2801947"/>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182" name="Rounded Rectangle 27">
                <a:extLst>
                  <a:ext uri="{FF2B5EF4-FFF2-40B4-BE49-F238E27FC236}">
                    <a16:creationId xmlns:a16="http://schemas.microsoft.com/office/drawing/2014/main" id="{770C2865-4A35-A7AB-8228-F2C05AED98BD}"/>
                  </a:ext>
                </a:extLst>
              </p:cNvPr>
              <p:cNvSpPr/>
              <p:nvPr/>
            </p:nvSpPr>
            <p:spPr>
              <a:xfrm>
                <a:off x="1220170" y="3076044"/>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183" name="Rounded Rectangle 27">
                <a:extLst>
                  <a:ext uri="{FF2B5EF4-FFF2-40B4-BE49-F238E27FC236}">
                    <a16:creationId xmlns:a16="http://schemas.microsoft.com/office/drawing/2014/main" id="{75B04FB8-9641-2220-0071-05CB30300657}"/>
                  </a:ext>
                </a:extLst>
              </p:cNvPr>
              <p:cNvSpPr/>
              <p:nvPr/>
            </p:nvSpPr>
            <p:spPr>
              <a:xfrm>
                <a:off x="1099284" y="3238065"/>
                <a:ext cx="213123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800" b="1" dirty="0">
                    <a:solidFill>
                      <a:srgbClr val="404040"/>
                    </a:solidFill>
                    <a:ea typeface="맑은 고딕"/>
                  </a:rPr>
                  <a:t>121,800</a:t>
                </a:r>
                <a:r>
                  <a:rPr lang="ko-KR" altLang="en-US" sz="800" b="1" dirty="0">
                    <a:solidFill>
                      <a:srgbClr val="404040"/>
                    </a:solidFill>
                    <a:ea typeface="맑은 고딕"/>
                  </a:rPr>
                  <a:t>원</a:t>
                </a:r>
                <a:r>
                  <a:rPr lang="en-US" altLang="ko-KR" sz="800" dirty="0">
                    <a:solidFill>
                      <a:schemeClr val="tx1"/>
                    </a:solidFill>
                    <a:ea typeface="맑은 고딕"/>
                  </a:rPr>
                  <a:t> </a:t>
                </a:r>
                <a:endParaRPr lang="ko-KR" altLang="en-US" sz="800" dirty="0">
                  <a:solidFill>
                    <a:schemeClr val="tx1"/>
                  </a:solidFill>
                  <a:ea typeface="맑은 고딕"/>
                </a:endParaRPr>
              </a:p>
            </p:txBody>
          </p:sp>
        </p:grpSp>
        <p:grpSp>
          <p:nvGrpSpPr>
            <p:cNvPr id="165" name="그룹 164">
              <a:extLst>
                <a:ext uri="{FF2B5EF4-FFF2-40B4-BE49-F238E27FC236}">
                  <a16:creationId xmlns:a16="http://schemas.microsoft.com/office/drawing/2014/main" id="{0A34A586-5E5D-01F6-DAD4-2A43FA9DFC20}"/>
                </a:ext>
              </a:extLst>
            </p:cNvPr>
            <p:cNvGrpSpPr/>
            <p:nvPr/>
          </p:nvGrpSpPr>
          <p:grpSpPr>
            <a:xfrm>
              <a:off x="425178" y="5378270"/>
              <a:ext cx="2894692" cy="318788"/>
              <a:chOff x="425178" y="5378270"/>
              <a:chExt cx="2894692" cy="318788"/>
            </a:xfrm>
          </p:grpSpPr>
          <p:sp>
            <p:nvSpPr>
              <p:cNvPr id="179" name="직사각형 178">
                <a:extLst>
                  <a:ext uri="{FF2B5EF4-FFF2-40B4-BE49-F238E27FC236}">
                    <a16:creationId xmlns:a16="http://schemas.microsoft.com/office/drawing/2014/main" id="{FC17139D-F002-3F0C-815E-D53898D3A45A}"/>
                  </a:ext>
                </a:extLst>
              </p:cNvPr>
              <p:cNvSpPr/>
              <p:nvPr/>
            </p:nvSpPr>
            <p:spPr>
              <a:xfrm>
                <a:off x="425178" y="5378270"/>
                <a:ext cx="2894692"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0" name="Rounded Rectangle 27">
                <a:extLst>
                  <a:ext uri="{FF2B5EF4-FFF2-40B4-BE49-F238E27FC236}">
                    <a16:creationId xmlns:a16="http://schemas.microsoft.com/office/drawing/2014/main" id="{581DB748-A9C2-7B7A-80BD-C2A1DF37E2AC}"/>
                  </a:ext>
                </a:extLst>
              </p:cNvPr>
              <p:cNvSpPr/>
              <p:nvPr/>
            </p:nvSpPr>
            <p:spPr>
              <a:xfrm>
                <a:off x="504751" y="5440530"/>
                <a:ext cx="272315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첫만남 바우처                                                            </a:t>
                </a:r>
                <a:r>
                  <a:rPr lang="ko-KR" altLang="en-US" sz="700" dirty="0">
                    <a:solidFill>
                      <a:srgbClr val="595959"/>
                    </a:solidFill>
                    <a:ea typeface="맑은 고딕"/>
                  </a:rPr>
                  <a:t>▼</a:t>
                </a:r>
                <a:endParaRPr lang="ko-KR" altLang="en-US" sz="700" dirty="0">
                  <a:solidFill>
                    <a:schemeClr val="tx1"/>
                  </a:solidFill>
                  <a:ea typeface="맑은 고딕"/>
                </a:endParaRPr>
              </a:p>
            </p:txBody>
          </p:sp>
        </p:grpSp>
        <p:grpSp>
          <p:nvGrpSpPr>
            <p:cNvPr id="167" name="그룹 166">
              <a:extLst>
                <a:ext uri="{FF2B5EF4-FFF2-40B4-BE49-F238E27FC236}">
                  <a16:creationId xmlns:a16="http://schemas.microsoft.com/office/drawing/2014/main" id="{97217A65-8AC3-8105-B5B3-E53C25A21887}"/>
                </a:ext>
              </a:extLst>
            </p:cNvPr>
            <p:cNvGrpSpPr/>
            <p:nvPr/>
          </p:nvGrpSpPr>
          <p:grpSpPr>
            <a:xfrm>
              <a:off x="425178" y="5730045"/>
              <a:ext cx="2894692" cy="318788"/>
              <a:chOff x="425178" y="5730045"/>
              <a:chExt cx="2894692" cy="318788"/>
            </a:xfrm>
          </p:grpSpPr>
          <p:sp>
            <p:nvSpPr>
              <p:cNvPr id="173" name="직사각형 172">
                <a:extLst>
                  <a:ext uri="{FF2B5EF4-FFF2-40B4-BE49-F238E27FC236}">
                    <a16:creationId xmlns:a16="http://schemas.microsoft.com/office/drawing/2014/main" id="{0298660F-9893-3835-B577-87FADC66B01D}"/>
                  </a:ext>
                </a:extLst>
              </p:cNvPr>
              <p:cNvSpPr/>
              <p:nvPr/>
            </p:nvSpPr>
            <p:spPr>
              <a:xfrm>
                <a:off x="425178" y="5730045"/>
                <a:ext cx="2894692"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74" name="TextBox 173">
                <a:extLst>
                  <a:ext uri="{FF2B5EF4-FFF2-40B4-BE49-F238E27FC236}">
                    <a16:creationId xmlns:a16="http://schemas.microsoft.com/office/drawing/2014/main" id="{8F23BC12-52BD-5D86-6096-12AC384BF6A5}"/>
                  </a:ext>
                </a:extLst>
              </p:cNvPr>
              <p:cNvSpPr txBox="1"/>
              <p:nvPr/>
            </p:nvSpPr>
            <p:spPr>
              <a:xfrm>
                <a:off x="936353" y="5781087"/>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177" name="Rounded Rectangle 33">
                <a:extLst>
                  <a:ext uri="{FF2B5EF4-FFF2-40B4-BE49-F238E27FC236}">
                    <a16:creationId xmlns:a16="http://schemas.microsoft.com/office/drawing/2014/main" id="{40397C7C-24C0-1D4E-B6C5-AC850869C33C}"/>
                  </a:ext>
                </a:extLst>
              </p:cNvPr>
              <p:cNvSpPr/>
              <p:nvPr/>
            </p:nvSpPr>
            <p:spPr>
              <a:xfrm>
                <a:off x="500179" y="5800734"/>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178" name="TextBox 177">
                <a:extLst>
                  <a:ext uri="{FF2B5EF4-FFF2-40B4-BE49-F238E27FC236}">
                    <a16:creationId xmlns:a16="http://schemas.microsoft.com/office/drawing/2014/main" id="{1E05319F-95C9-D1A7-B8B7-48E0DDCA390D}"/>
                  </a:ext>
                </a:extLst>
              </p:cNvPr>
              <p:cNvSpPr txBox="1"/>
              <p:nvPr/>
            </p:nvSpPr>
            <p:spPr>
              <a:xfrm>
                <a:off x="1610135" y="5790613"/>
                <a:ext cx="1603666"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ko-KR" altLang="en-US" sz="900" b="1" dirty="0">
                    <a:solidFill>
                      <a:srgbClr val="FF0000"/>
                    </a:solidFill>
                    <a:latin typeface="맑은 고딕"/>
                    <a:ea typeface="맑은 고딕"/>
                  </a:rPr>
                  <a:t>결제 후 확인가능</a:t>
                </a:r>
                <a:endParaRPr sz="900" b="1" dirty="0">
                  <a:solidFill>
                    <a:srgbClr val="404040"/>
                  </a:solidFill>
                  <a:latin typeface="맑은 고딕"/>
                  <a:ea typeface="맑은 고딕"/>
                </a:endParaRPr>
              </a:p>
            </p:txBody>
          </p:sp>
        </p:grpSp>
      </p:grpSp>
      <p:sp>
        <p:nvSpPr>
          <p:cNvPr id="15" name="순서도: 천공 테이프 14">
            <a:extLst>
              <a:ext uri="{FF2B5EF4-FFF2-40B4-BE49-F238E27FC236}">
                <a16:creationId xmlns:a16="http://schemas.microsoft.com/office/drawing/2014/main" id="{857DC0DB-AE4F-ADE5-4D5D-F1E9BCEED12F}"/>
              </a:ext>
            </a:extLst>
          </p:cNvPr>
          <p:cNvSpPr/>
          <p:nvPr/>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17" name="모서리가 둥근 직사각형 114">
            <a:extLst>
              <a:ext uri="{FF2B5EF4-FFF2-40B4-BE49-F238E27FC236}">
                <a16:creationId xmlns:a16="http://schemas.microsoft.com/office/drawing/2014/main" id="{F9D2A32A-ED7E-1903-1881-2673082DFEFC}"/>
              </a:ext>
            </a:extLst>
          </p:cNvPr>
          <p:cNvSpPr/>
          <p:nvPr/>
        </p:nvSpPr>
        <p:spPr>
          <a:xfrm>
            <a:off x="3850019" y="400203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3-3</a:t>
            </a:r>
            <a:endParaRPr lang="ko-KR" altLang="en-US" sz="900" dirty="0">
              <a:solidFill>
                <a:schemeClr val="bg1"/>
              </a:solidFill>
            </a:endParaRPr>
          </a:p>
        </p:txBody>
      </p:sp>
      <p:sp>
        <p:nvSpPr>
          <p:cNvPr id="19" name="TextBox 18">
            <a:extLst>
              <a:ext uri="{FF2B5EF4-FFF2-40B4-BE49-F238E27FC236}">
                <a16:creationId xmlns:a16="http://schemas.microsoft.com/office/drawing/2014/main" id="{BDAF54DB-75A1-B3C1-35FB-8FC33D2D41B7}"/>
              </a:ext>
            </a:extLst>
          </p:cNvPr>
          <p:cNvSpPr txBox="1"/>
          <p:nvPr/>
        </p:nvSpPr>
        <p:spPr>
          <a:xfrm>
            <a:off x="4149231" y="2438501"/>
            <a:ext cx="1401346"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잔액 확인불가 바우처 케이스</a:t>
            </a:r>
          </a:p>
        </p:txBody>
      </p:sp>
    </p:spTree>
    <p:extLst>
      <p:ext uri="{BB962C8B-B14F-4D97-AF65-F5344CB8AC3E}">
        <p14:creationId xmlns:p14="http://schemas.microsoft.com/office/powerpoint/2010/main" val="4070199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DC32D-A246-1BD7-367D-80E9FADD03A3}"/>
            </a:ext>
          </a:extLst>
        </p:cNvPr>
        <p:cNvGrpSpPr/>
        <p:nvPr/>
      </p:nvGrpSpPr>
      <p:grpSpPr>
        <a:xfrm>
          <a:off x="0" y="0"/>
          <a:ext cx="0" cy="0"/>
          <a:chOff x="0" y="0"/>
          <a:chExt cx="0" cy="0"/>
        </a:xfrm>
      </p:grpSpPr>
      <p:sp>
        <p:nvSpPr>
          <p:cNvPr id="152" name="직사각형 151">
            <a:extLst>
              <a:ext uri="{FF2B5EF4-FFF2-40B4-BE49-F238E27FC236}">
                <a16:creationId xmlns:a16="http://schemas.microsoft.com/office/drawing/2014/main" id="{0CA50FDE-2F26-E075-E884-0F6081FAA21F}"/>
              </a:ext>
            </a:extLst>
          </p:cNvPr>
          <p:cNvSpPr/>
          <p:nvPr/>
        </p:nvSpPr>
        <p:spPr>
          <a:xfrm>
            <a:off x="369899" y="3757395"/>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AE525E1B-791C-B896-77BE-2A4554B1260F}"/>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 name="직사각형 3">
            <a:extLst>
              <a:ext uri="{FF2B5EF4-FFF2-40B4-BE49-F238E27FC236}">
                <a16:creationId xmlns:a16="http://schemas.microsoft.com/office/drawing/2014/main" id="{293AD257-0BB5-22A0-EB78-FA7E0807E56B}"/>
              </a:ext>
            </a:extLst>
          </p:cNvPr>
          <p:cNvSpPr/>
          <p:nvPr/>
        </p:nvSpPr>
        <p:spPr>
          <a:xfrm>
            <a:off x="7921129" y="58428"/>
            <a:ext cx="1109599" cy="246221"/>
          </a:xfrm>
          <a:prstGeom prst="rect">
            <a:avLst/>
          </a:prstGeom>
        </p:spPr>
        <p:txBody>
          <a:bodyPr wrap="none">
            <a:spAutoFit/>
          </a:bodyPr>
          <a:lstStyle/>
          <a:p>
            <a:pPr fontAlgn="ctr"/>
            <a:r>
              <a:rPr lang="en-US" altLang="ko-KR" sz="1000" dirty="0"/>
              <a:t>CH-U-CA-02-01</a:t>
            </a:r>
            <a:endParaRPr lang="ko-KR" altLang="ko-KR" sz="1000" dirty="0"/>
          </a:p>
        </p:txBody>
      </p:sp>
      <p:sp>
        <p:nvSpPr>
          <p:cNvPr id="5" name="TextBox 4">
            <a:extLst>
              <a:ext uri="{FF2B5EF4-FFF2-40B4-BE49-F238E27FC236}">
                <a16:creationId xmlns:a16="http://schemas.microsoft.com/office/drawing/2014/main" id="{4DB6168E-1B4F-F0F6-B438-7BC56110DE3E}"/>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DFA590A9-3128-A0F7-5D5F-1601FBB95BE3}"/>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48992748-C61A-3952-A239-751370F4BD0F}"/>
              </a:ext>
            </a:extLst>
          </p:cNvPr>
          <p:cNvSpPr/>
          <p:nvPr/>
        </p:nvSpPr>
        <p:spPr>
          <a:xfrm>
            <a:off x="168443" y="665138"/>
            <a:ext cx="3430800" cy="34612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C97D13BE-8EB0-A1A4-0C46-E6A978AC45DF}"/>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53E61BC1-EF1C-E4D5-FFFD-385C0579EF24}"/>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3A71DA41-800F-B796-BECC-C5A7F57EABDE}"/>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05527118-AAA6-29EF-F003-E271181B8CDD}"/>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C7C922CF-2ED4-1822-D5F4-AA0F13CD028F}"/>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A85BFC55-37BF-E473-EFA6-9AC28EC1F4E3}"/>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38" name="모서리가 둥근 직사각형 114">
            <a:extLst>
              <a:ext uri="{FF2B5EF4-FFF2-40B4-BE49-F238E27FC236}">
                <a16:creationId xmlns:a16="http://schemas.microsoft.com/office/drawing/2014/main" id="{9DB51063-F221-DEBC-DA82-AAEFD53F08FF}"/>
              </a:ext>
            </a:extLst>
          </p:cNvPr>
          <p:cNvSpPr/>
          <p:nvPr/>
        </p:nvSpPr>
        <p:spPr>
          <a:xfrm>
            <a:off x="74343" y="97252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4-1</a:t>
            </a:r>
            <a:endParaRPr lang="ko-KR" altLang="en-US" sz="900" dirty="0">
              <a:solidFill>
                <a:schemeClr val="bg1"/>
              </a:solidFill>
            </a:endParaRPr>
          </a:p>
        </p:txBody>
      </p:sp>
      <p:sp>
        <p:nvSpPr>
          <p:cNvPr id="85" name="TextBox 84">
            <a:extLst>
              <a:ext uri="{FF2B5EF4-FFF2-40B4-BE49-F238E27FC236}">
                <a16:creationId xmlns:a16="http://schemas.microsoft.com/office/drawing/2014/main" id="{212DE6A4-D966-FEF7-B283-EB1531205811}"/>
              </a:ext>
            </a:extLst>
          </p:cNvPr>
          <p:cNvSpPr txBox="1"/>
          <p:nvPr/>
        </p:nvSpPr>
        <p:spPr>
          <a:xfrm>
            <a:off x="354659" y="3033692"/>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86" name="Rounded Rectangle 33">
            <a:extLst>
              <a:ext uri="{FF2B5EF4-FFF2-40B4-BE49-F238E27FC236}">
                <a16:creationId xmlns:a16="http://schemas.microsoft.com/office/drawing/2014/main" id="{0667CC9D-150A-D78D-61CB-B62A406AAA0C}"/>
              </a:ext>
            </a:extLst>
          </p:cNvPr>
          <p:cNvSpPr/>
          <p:nvPr/>
        </p:nvSpPr>
        <p:spPr>
          <a:xfrm>
            <a:off x="365970" y="3427831"/>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87" name="TextBox 86">
            <a:extLst>
              <a:ext uri="{FF2B5EF4-FFF2-40B4-BE49-F238E27FC236}">
                <a16:creationId xmlns:a16="http://schemas.microsoft.com/office/drawing/2014/main" id="{624EE6AD-5BAD-22B5-6249-EF6C28A8C9F9}"/>
              </a:ext>
            </a:extLst>
          </p:cNvPr>
          <p:cNvSpPr txBox="1"/>
          <p:nvPr/>
        </p:nvSpPr>
        <p:spPr>
          <a:xfrm>
            <a:off x="354659" y="102974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총 주문금액</a:t>
            </a:r>
            <a:endParaRPr sz="1000" b="1" spc="-150" dirty="0">
              <a:solidFill>
                <a:srgbClr val="333333"/>
              </a:solidFill>
              <a:latin typeface="+mn-ea"/>
            </a:endParaRPr>
          </a:p>
        </p:txBody>
      </p:sp>
      <p:sp>
        <p:nvSpPr>
          <p:cNvPr id="89" name="Rounded Rectangle 27">
            <a:extLst>
              <a:ext uri="{FF2B5EF4-FFF2-40B4-BE49-F238E27FC236}">
                <a16:creationId xmlns:a16="http://schemas.microsoft.com/office/drawing/2014/main" id="{E1589C21-9F61-871E-27F2-15DC3C266A9D}"/>
              </a:ext>
            </a:extLst>
          </p:cNvPr>
          <p:cNvSpPr/>
          <p:nvPr/>
        </p:nvSpPr>
        <p:spPr>
          <a:xfrm>
            <a:off x="347072" y="134411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총 주문금액</a:t>
            </a:r>
          </a:p>
        </p:txBody>
      </p:sp>
      <p:sp>
        <p:nvSpPr>
          <p:cNvPr id="90" name="Rounded Rectangle 27">
            <a:extLst>
              <a:ext uri="{FF2B5EF4-FFF2-40B4-BE49-F238E27FC236}">
                <a16:creationId xmlns:a16="http://schemas.microsoft.com/office/drawing/2014/main" id="{6B78D94D-757A-876B-4F49-BF523B02C158}"/>
              </a:ext>
            </a:extLst>
          </p:cNvPr>
          <p:cNvSpPr/>
          <p:nvPr/>
        </p:nvSpPr>
        <p:spPr>
          <a:xfrm>
            <a:off x="1969550" y="1319916"/>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235,600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91" name="Rounded Rectangle 27">
            <a:extLst>
              <a:ext uri="{FF2B5EF4-FFF2-40B4-BE49-F238E27FC236}">
                <a16:creationId xmlns:a16="http://schemas.microsoft.com/office/drawing/2014/main" id="{D4F6E2AE-B21C-B501-4C3B-0E3A5221A880}"/>
              </a:ext>
            </a:extLst>
          </p:cNvPr>
          <p:cNvSpPr/>
          <p:nvPr/>
        </p:nvSpPr>
        <p:spPr>
          <a:xfrm>
            <a:off x="347072" y="1543142"/>
            <a:ext cx="210144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r>
              <a:rPr lang="en-US" altLang="ko-KR" sz="700" dirty="0">
                <a:solidFill>
                  <a:schemeClr val="tx1"/>
                </a:solidFill>
                <a:ea typeface="맑은 고딕"/>
              </a:rPr>
              <a:t>(</a:t>
            </a: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en-US" altLang="ko-KR" sz="700" dirty="0">
                <a:solidFill>
                  <a:schemeClr val="tx1"/>
                </a:solidFill>
                <a:ea typeface="맑은 고딕"/>
              </a:rPr>
              <a:t>)</a:t>
            </a:r>
          </a:p>
        </p:txBody>
      </p:sp>
      <p:sp>
        <p:nvSpPr>
          <p:cNvPr id="92" name="Rounded Rectangle 27">
            <a:extLst>
              <a:ext uri="{FF2B5EF4-FFF2-40B4-BE49-F238E27FC236}">
                <a16:creationId xmlns:a16="http://schemas.microsoft.com/office/drawing/2014/main" id="{7E23F1A6-6261-F099-A51C-D240990F1D8E}"/>
              </a:ext>
            </a:extLst>
          </p:cNvPr>
          <p:cNvSpPr/>
          <p:nvPr/>
        </p:nvSpPr>
        <p:spPr>
          <a:xfrm>
            <a:off x="1969550" y="1535075"/>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114" name="직선 연결선 113">
            <a:extLst>
              <a:ext uri="{FF2B5EF4-FFF2-40B4-BE49-F238E27FC236}">
                <a16:creationId xmlns:a16="http://schemas.microsoft.com/office/drawing/2014/main" id="{6592E7D9-5A6E-8EE2-2D70-6F57CE09B218}"/>
              </a:ext>
            </a:extLst>
          </p:cNvPr>
          <p:cNvCxnSpPr/>
          <p:nvPr/>
        </p:nvCxnSpPr>
        <p:spPr>
          <a:xfrm>
            <a:off x="266173" y="1789510"/>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5" name="Rounded Rectangle 27">
            <a:extLst>
              <a:ext uri="{FF2B5EF4-FFF2-40B4-BE49-F238E27FC236}">
                <a16:creationId xmlns:a16="http://schemas.microsoft.com/office/drawing/2014/main" id="{3371B2E2-5430-3821-FEC7-3531DF51521A}"/>
              </a:ext>
            </a:extLst>
          </p:cNvPr>
          <p:cNvSpPr/>
          <p:nvPr/>
        </p:nvSpPr>
        <p:spPr>
          <a:xfrm>
            <a:off x="347072" y="1928933"/>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16" name="Rounded Rectangle 27">
            <a:extLst>
              <a:ext uri="{FF2B5EF4-FFF2-40B4-BE49-F238E27FC236}">
                <a16:creationId xmlns:a16="http://schemas.microsoft.com/office/drawing/2014/main" id="{2684BF82-A39D-F95B-62AA-75296D5F5DF6}"/>
              </a:ext>
            </a:extLst>
          </p:cNvPr>
          <p:cNvSpPr/>
          <p:nvPr/>
        </p:nvSpPr>
        <p:spPr>
          <a:xfrm>
            <a:off x="1969550" y="1904734"/>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145" name="Rounded Rectangle 33">
            <a:extLst>
              <a:ext uri="{FF2B5EF4-FFF2-40B4-BE49-F238E27FC236}">
                <a16:creationId xmlns:a16="http://schemas.microsoft.com/office/drawing/2014/main" id="{6AADCBFA-8870-5A6A-E87D-D73BD7E9E196}"/>
              </a:ext>
            </a:extLst>
          </p:cNvPr>
          <p:cNvSpPr/>
          <p:nvPr/>
        </p:nvSpPr>
        <p:spPr>
          <a:xfrm>
            <a:off x="365970" y="4688010"/>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212" name="그룹 211">
            <a:extLst>
              <a:ext uri="{FF2B5EF4-FFF2-40B4-BE49-F238E27FC236}">
                <a16:creationId xmlns:a16="http://schemas.microsoft.com/office/drawing/2014/main" id="{5E919857-FA29-5762-70D5-5BE51CE1B9AD}"/>
              </a:ext>
            </a:extLst>
          </p:cNvPr>
          <p:cNvGrpSpPr/>
          <p:nvPr/>
        </p:nvGrpSpPr>
        <p:grpSpPr>
          <a:xfrm>
            <a:off x="453061" y="3906908"/>
            <a:ext cx="2833329" cy="219456"/>
            <a:chOff x="4219585" y="2872685"/>
            <a:chExt cx="2833329" cy="219456"/>
          </a:xfrm>
        </p:grpSpPr>
        <p:sp>
          <p:nvSpPr>
            <p:cNvPr id="146" name="Rounded Rectangle 33">
              <a:extLst>
                <a:ext uri="{FF2B5EF4-FFF2-40B4-BE49-F238E27FC236}">
                  <a16:creationId xmlns:a16="http://schemas.microsoft.com/office/drawing/2014/main" id="{8A82D122-EA94-E889-EBDC-625DD6311DE8}"/>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147" name="Rounded Rectangle 27">
              <a:extLst>
                <a:ext uri="{FF2B5EF4-FFF2-40B4-BE49-F238E27FC236}">
                  <a16:creationId xmlns:a16="http://schemas.microsoft.com/office/drawing/2014/main" id="{D892D470-A9FC-DA20-70C6-42396C5A141F}"/>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3" name="그룹 212">
            <a:extLst>
              <a:ext uri="{FF2B5EF4-FFF2-40B4-BE49-F238E27FC236}">
                <a16:creationId xmlns:a16="http://schemas.microsoft.com/office/drawing/2014/main" id="{B2AC031B-3C69-9C38-CA43-82C543464E27}"/>
              </a:ext>
            </a:extLst>
          </p:cNvPr>
          <p:cNvGrpSpPr/>
          <p:nvPr/>
        </p:nvGrpSpPr>
        <p:grpSpPr>
          <a:xfrm>
            <a:off x="453061" y="4191641"/>
            <a:ext cx="2934840" cy="219456"/>
            <a:chOff x="4219585" y="3157418"/>
            <a:chExt cx="2934840" cy="219456"/>
          </a:xfrm>
        </p:grpSpPr>
        <p:sp>
          <p:nvSpPr>
            <p:cNvPr id="148" name="Rounded Rectangle 33">
              <a:extLst>
                <a:ext uri="{FF2B5EF4-FFF2-40B4-BE49-F238E27FC236}">
                  <a16:creationId xmlns:a16="http://schemas.microsoft.com/office/drawing/2014/main" id="{3120C47F-EBC0-F2D5-46F2-EBF039C6EAB2}"/>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149" name="Rounded Rectangle 27">
              <a:extLst>
                <a:ext uri="{FF2B5EF4-FFF2-40B4-BE49-F238E27FC236}">
                  <a16:creationId xmlns:a16="http://schemas.microsoft.com/office/drawing/2014/main" id="{164DAD3D-0EAE-8830-979B-94EEBF6DC3CE}"/>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150" name="Rounded Rectangle 27">
              <a:extLst>
                <a:ext uri="{FF2B5EF4-FFF2-40B4-BE49-F238E27FC236}">
                  <a16:creationId xmlns:a16="http://schemas.microsoft.com/office/drawing/2014/main" id="{31D1C744-D1A6-6309-BE02-5BD7E0F694F7}"/>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51" name="Rounded Rectangle 27">
              <a:extLst>
                <a:ext uri="{FF2B5EF4-FFF2-40B4-BE49-F238E27FC236}">
                  <a16:creationId xmlns:a16="http://schemas.microsoft.com/office/drawing/2014/main" id="{3A1E58EF-21A5-E3A5-FC81-B35479D718D5}"/>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156" name="그룹 155">
            <a:extLst>
              <a:ext uri="{FF2B5EF4-FFF2-40B4-BE49-F238E27FC236}">
                <a16:creationId xmlns:a16="http://schemas.microsoft.com/office/drawing/2014/main" id="{34F513BF-429C-E5BB-60C1-58859756E09E}"/>
              </a:ext>
            </a:extLst>
          </p:cNvPr>
          <p:cNvGrpSpPr/>
          <p:nvPr/>
        </p:nvGrpSpPr>
        <p:grpSpPr>
          <a:xfrm>
            <a:off x="369899" y="5000078"/>
            <a:ext cx="3085978" cy="1549530"/>
            <a:chOff x="4136423" y="4080130"/>
            <a:chExt cx="3085978" cy="1549530"/>
          </a:xfrm>
        </p:grpSpPr>
        <p:sp>
          <p:nvSpPr>
            <p:cNvPr id="155" name="직사각형 154">
              <a:extLst>
                <a:ext uri="{FF2B5EF4-FFF2-40B4-BE49-F238E27FC236}">
                  <a16:creationId xmlns:a16="http://schemas.microsoft.com/office/drawing/2014/main" id="{BDC0F2BD-93AD-F6FB-2C9F-ECD855E708D8}"/>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53" name="Rounded Rectangle 27">
              <a:extLst>
                <a:ext uri="{FF2B5EF4-FFF2-40B4-BE49-F238E27FC236}">
                  <a16:creationId xmlns:a16="http://schemas.microsoft.com/office/drawing/2014/main" id="{3CE31239-B88B-175D-8E97-48824A1803A3}"/>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a:solidFill>
                    <a:schemeClr val="tx1">
                      <a:lumMod val="85000"/>
                      <a:lumOff val="15000"/>
                    </a:schemeClr>
                  </a:solidFill>
                  <a:latin typeface="+mn-ea"/>
                </a:rPr>
                <a:t>□ </a:t>
              </a:r>
              <a:r>
                <a:rPr lang="en-US" altLang="ko-KR" sz="70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154" name="TextBox 153">
              <a:extLst>
                <a:ext uri="{FF2B5EF4-FFF2-40B4-BE49-F238E27FC236}">
                  <a16:creationId xmlns:a16="http://schemas.microsoft.com/office/drawing/2014/main" id="{9E24A789-9D33-6C9A-6239-2119E73648FA}"/>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157" name="Rounded Rectangle 27">
              <a:extLst>
                <a:ext uri="{FF2B5EF4-FFF2-40B4-BE49-F238E27FC236}">
                  <a16:creationId xmlns:a16="http://schemas.microsoft.com/office/drawing/2014/main" id="{CC323689-5EBF-BF2E-3163-C1676D66882B}"/>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158" name="Rounded Rectangle 27">
              <a:extLst>
                <a:ext uri="{FF2B5EF4-FFF2-40B4-BE49-F238E27FC236}">
                  <a16:creationId xmlns:a16="http://schemas.microsoft.com/office/drawing/2014/main" id="{6A47FE2A-7E08-9FF9-7963-80B08C65357A}"/>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159" name="Rounded Rectangle 50">
            <a:extLst>
              <a:ext uri="{FF2B5EF4-FFF2-40B4-BE49-F238E27FC236}">
                <a16:creationId xmlns:a16="http://schemas.microsoft.com/office/drawing/2014/main" id="{2D484498-CC1B-E71A-3624-D925A616EF0C}"/>
              </a:ext>
            </a:extLst>
          </p:cNvPr>
          <p:cNvSpPr/>
          <p:nvPr/>
        </p:nvSpPr>
        <p:spPr>
          <a:xfrm>
            <a:off x="315634" y="6500202"/>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60" name="TextBox 159">
            <a:extLst>
              <a:ext uri="{FF2B5EF4-FFF2-40B4-BE49-F238E27FC236}">
                <a16:creationId xmlns:a16="http://schemas.microsoft.com/office/drawing/2014/main" id="{76064EEE-D18A-5CB2-4297-D01C9CC654A1}"/>
              </a:ext>
            </a:extLst>
          </p:cNvPr>
          <p:cNvSpPr txBox="1"/>
          <p:nvPr/>
        </p:nvSpPr>
        <p:spPr>
          <a:xfrm>
            <a:off x="342030" y="2263052"/>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161" name="Rounded Rectangle 27">
            <a:extLst>
              <a:ext uri="{FF2B5EF4-FFF2-40B4-BE49-F238E27FC236}">
                <a16:creationId xmlns:a16="http://schemas.microsoft.com/office/drawing/2014/main" id="{4D920D5A-1A11-D0E8-E63F-9DEA780E62CA}"/>
              </a:ext>
            </a:extLst>
          </p:cNvPr>
          <p:cNvSpPr/>
          <p:nvPr/>
        </p:nvSpPr>
        <p:spPr>
          <a:xfrm>
            <a:off x="334443" y="2562601"/>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162" name="Rounded Rectangle 27">
            <a:extLst>
              <a:ext uri="{FF2B5EF4-FFF2-40B4-BE49-F238E27FC236}">
                <a16:creationId xmlns:a16="http://schemas.microsoft.com/office/drawing/2014/main" id="{871175C6-AF63-CB29-F1DD-DCEC169BC41C}"/>
              </a:ext>
            </a:extLst>
          </p:cNvPr>
          <p:cNvSpPr/>
          <p:nvPr/>
        </p:nvSpPr>
        <p:spPr>
          <a:xfrm>
            <a:off x="1956921" y="2562600"/>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163" name="Rounded Rectangle 27">
            <a:extLst>
              <a:ext uri="{FF2B5EF4-FFF2-40B4-BE49-F238E27FC236}">
                <a16:creationId xmlns:a16="http://schemas.microsoft.com/office/drawing/2014/main" id="{ACCFD338-A45E-A23E-A784-71AEF745C62B}"/>
              </a:ext>
            </a:extLst>
          </p:cNvPr>
          <p:cNvSpPr/>
          <p:nvPr/>
        </p:nvSpPr>
        <p:spPr>
          <a:xfrm>
            <a:off x="363014" y="2737433"/>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9" name="모서리가 둥근 직사각형 114">
            <a:extLst>
              <a:ext uri="{FF2B5EF4-FFF2-40B4-BE49-F238E27FC236}">
                <a16:creationId xmlns:a16="http://schemas.microsoft.com/office/drawing/2014/main" id="{CC634D25-913C-DDBB-74CB-EBC8885B8232}"/>
              </a:ext>
            </a:extLst>
          </p:cNvPr>
          <p:cNvSpPr/>
          <p:nvPr/>
        </p:nvSpPr>
        <p:spPr>
          <a:xfrm>
            <a:off x="74343" y="334084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6-1</a:t>
            </a:r>
            <a:endParaRPr lang="ko-KR" altLang="en-US" sz="900" dirty="0">
              <a:solidFill>
                <a:schemeClr val="bg1"/>
              </a:solidFill>
            </a:endParaRPr>
          </a:p>
        </p:txBody>
      </p:sp>
      <p:sp>
        <p:nvSpPr>
          <p:cNvPr id="168" name="모서리가 둥근 직사각형 114">
            <a:extLst>
              <a:ext uri="{FF2B5EF4-FFF2-40B4-BE49-F238E27FC236}">
                <a16:creationId xmlns:a16="http://schemas.microsoft.com/office/drawing/2014/main" id="{F483658B-8126-9F4A-3E3A-136E25E3C616}"/>
              </a:ext>
            </a:extLst>
          </p:cNvPr>
          <p:cNvSpPr/>
          <p:nvPr/>
        </p:nvSpPr>
        <p:spPr>
          <a:xfrm>
            <a:off x="74343" y="379956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6-2</a:t>
            </a:r>
            <a:endParaRPr lang="ko-KR" altLang="en-US" sz="900" dirty="0">
              <a:solidFill>
                <a:schemeClr val="bg1"/>
              </a:solidFill>
            </a:endParaRPr>
          </a:p>
        </p:txBody>
      </p:sp>
      <p:sp>
        <p:nvSpPr>
          <p:cNvPr id="169" name="모서리가 둥근 직사각형 114">
            <a:extLst>
              <a:ext uri="{FF2B5EF4-FFF2-40B4-BE49-F238E27FC236}">
                <a16:creationId xmlns:a16="http://schemas.microsoft.com/office/drawing/2014/main" id="{CE1405E5-2B94-85A5-67F0-7F8B7C2D9F97}"/>
              </a:ext>
            </a:extLst>
          </p:cNvPr>
          <p:cNvSpPr/>
          <p:nvPr/>
        </p:nvSpPr>
        <p:spPr>
          <a:xfrm>
            <a:off x="74343" y="472854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6-4</a:t>
            </a:r>
            <a:endParaRPr lang="ko-KR" altLang="en-US" sz="900" dirty="0">
              <a:solidFill>
                <a:schemeClr val="bg1"/>
              </a:solidFill>
            </a:endParaRPr>
          </a:p>
        </p:txBody>
      </p:sp>
      <p:sp>
        <p:nvSpPr>
          <p:cNvPr id="170" name="모서리가 둥근 직사각형 114">
            <a:extLst>
              <a:ext uri="{FF2B5EF4-FFF2-40B4-BE49-F238E27FC236}">
                <a16:creationId xmlns:a16="http://schemas.microsoft.com/office/drawing/2014/main" id="{F8465072-E7B1-5D68-500C-18BD63A0F90E}"/>
              </a:ext>
            </a:extLst>
          </p:cNvPr>
          <p:cNvSpPr/>
          <p:nvPr/>
        </p:nvSpPr>
        <p:spPr>
          <a:xfrm>
            <a:off x="61714" y="224307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5</a:t>
            </a:r>
            <a:endParaRPr lang="ko-KR" altLang="en-US" sz="900" dirty="0">
              <a:solidFill>
                <a:schemeClr val="bg1"/>
              </a:solidFill>
            </a:endParaRPr>
          </a:p>
        </p:txBody>
      </p:sp>
      <p:sp>
        <p:nvSpPr>
          <p:cNvPr id="171" name="모서리가 둥근 직사각형 114">
            <a:extLst>
              <a:ext uri="{FF2B5EF4-FFF2-40B4-BE49-F238E27FC236}">
                <a16:creationId xmlns:a16="http://schemas.microsoft.com/office/drawing/2014/main" id="{82C823B2-9139-7FE5-5605-E08A229C2493}"/>
              </a:ext>
            </a:extLst>
          </p:cNvPr>
          <p:cNvSpPr/>
          <p:nvPr/>
        </p:nvSpPr>
        <p:spPr>
          <a:xfrm>
            <a:off x="74343" y="503112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7-1</a:t>
            </a:r>
            <a:endParaRPr lang="ko-KR" altLang="en-US" sz="900" dirty="0">
              <a:solidFill>
                <a:schemeClr val="bg1"/>
              </a:solidFill>
            </a:endParaRPr>
          </a:p>
        </p:txBody>
      </p:sp>
      <p:sp>
        <p:nvSpPr>
          <p:cNvPr id="172" name="모서리가 둥근 직사각형 114">
            <a:extLst>
              <a:ext uri="{FF2B5EF4-FFF2-40B4-BE49-F238E27FC236}">
                <a16:creationId xmlns:a16="http://schemas.microsoft.com/office/drawing/2014/main" id="{29CAB47F-A64E-E814-A7FE-96C43A721FA5}"/>
              </a:ext>
            </a:extLst>
          </p:cNvPr>
          <p:cNvSpPr/>
          <p:nvPr/>
        </p:nvSpPr>
        <p:spPr>
          <a:xfrm>
            <a:off x="74343" y="53812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7-2</a:t>
            </a:r>
            <a:endParaRPr lang="ko-KR" altLang="en-US" sz="900" dirty="0">
              <a:solidFill>
                <a:schemeClr val="bg1"/>
              </a:solidFill>
            </a:endParaRPr>
          </a:p>
        </p:txBody>
      </p:sp>
      <p:sp>
        <p:nvSpPr>
          <p:cNvPr id="175" name="TextBox 174">
            <a:extLst>
              <a:ext uri="{FF2B5EF4-FFF2-40B4-BE49-F238E27FC236}">
                <a16:creationId xmlns:a16="http://schemas.microsoft.com/office/drawing/2014/main" id="{092347E5-B49B-5717-A77A-83A005D96AD9}"/>
              </a:ext>
            </a:extLst>
          </p:cNvPr>
          <p:cNvSpPr txBox="1"/>
          <p:nvPr/>
        </p:nvSpPr>
        <p:spPr>
          <a:xfrm>
            <a:off x="1307907" y="78285"/>
            <a:ext cx="79380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수정</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76" name="Group 59">
            <a:extLst>
              <a:ext uri="{FF2B5EF4-FFF2-40B4-BE49-F238E27FC236}">
                <a16:creationId xmlns:a16="http://schemas.microsoft.com/office/drawing/2014/main" id="{0D31FDC9-1049-7382-D715-5C465F2A943C}"/>
              </a:ext>
            </a:extLst>
          </p:cNvPr>
          <p:cNvGraphicFramePr>
            <a:graphicFrameLocks noGrp="1"/>
          </p:cNvGraphicFramePr>
          <p:nvPr>
            <p:extLst>
              <p:ext uri="{D42A27DB-BD31-4B8C-83A1-F6EECF244321}">
                <p14:modId xmlns:p14="http://schemas.microsoft.com/office/powerpoint/2010/main" val="3541072317"/>
              </p:ext>
            </p:extLst>
          </p:nvPr>
        </p:nvGraphicFramePr>
        <p:xfrm>
          <a:off x="10128399" y="623854"/>
          <a:ext cx="2850436" cy="5428871"/>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4-1 </a:t>
                      </a:r>
                      <a:r>
                        <a:rPr lang="ko-KR" altLang="en-US" sz="800" b="1" u="sng" kern="0" spc="-70" baseline="0" dirty="0">
                          <a:solidFill>
                            <a:schemeClr val="tx1"/>
                          </a:solidFill>
                          <a:latin typeface="+mn-ea"/>
                        </a:rPr>
                        <a:t>총 주문금액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바우처 적용 </a:t>
                      </a:r>
                      <a:r>
                        <a:rPr lang="ko-KR" altLang="en-US" sz="800" b="1" u="sng" kern="0" spc="-70" baseline="0" dirty="0" err="1">
                          <a:solidFill>
                            <a:schemeClr val="tx1"/>
                          </a:solidFill>
                          <a:latin typeface="+mn-ea"/>
                        </a:rPr>
                        <a:t>단건</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총 주문금액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주문 상품 금액 합계</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바우처 적용금액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선택한 바우처로 차감되는 금액</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결제예정금액</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본인부담금</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총 주문금액 − 바우처 적용금액</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바우처 선택 변경 시 실시간으로 재계산하여 노출</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a:solidFill>
                            <a:schemeClr val="tx1"/>
                          </a:solidFill>
                          <a:latin typeface="+mn-ea"/>
                        </a:rPr>
                        <a:t>4-2 </a:t>
                      </a:r>
                      <a:r>
                        <a:rPr lang="ko-KR" altLang="en-US" sz="800" b="1" u="sng" kern="0" spc="-70" baseline="0" dirty="0">
                          <a:solidFill>
                            <a:schemeClr val="tx1"/>
                          </a:solidFill>
                          <a:latin typeface="+mn-ea"/>
                        </a:rPr>
                        <a:t>총 주문금액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바우처 적용 </a:t>
                      </a:r>
                      <a:r>
                        <a:rPr lang="ko-KR" altLang="en-US" sz="800" b="1" u="sng" kern="0" spc="-70" baseline="0" dirty="0" err="1">
                          <a:solidFill>
                            <a:schemeClr val="tx1"/>
                          </a:solidFill>
                          <a:latin typeface="+mn-ea"/>
                        </a:rPr>
                        <a:t>여러건</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총 주문금액 아래로 적용된 바우처가 항목별로 나열됨</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이외 상세 항목은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4-1</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과 동일</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5</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마일리지</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지급 시점과 금액 안내문구 표기</a:t>
                      </a: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46975129"/>
                  </a:ext>
                </a:extLst>
              </a:tr>
              <a:tr h="226239">
                <a:tc>
                  <a:txBody>
                    <a:bodyPr/>
                    <a:lstStyle/>
                    <a:p>
                      <a:pPr algn="ctr">
                        <a:lnSpc>
                          <a:spcPts val="1200"/>
                        </a:lnSpc>
                      </a:pPr>
                      <a:r>
                        <a:rPr lang="en-US" altLang="ko-KR" sz="800" spc="-150" dirty="0"/>
                        <a:t>6</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6-1 </a:t>
                      </a:r>
                      <a:r>
                        <a:rPr lang="ko-KR" altLang="en-US" sz="800" b="1" u="sng" kern="0" spc="-70" baseline="0" dirty="0">
                          <a:solidFill>
                            <a:schemeClr val="tx1"/>
                          </a:solidFill>
                          <a:latin typeface="+mn-ea"/>
                        </a:rPr>
                        <a:t>결제수단 선택 </a:t>
                      </a:r>
                      <a:r>
                        <a:rPr lang="ko-KR" altLang="en-US" sz="800" b="1" u="sng" kern="0" spc="-70" baseline="0" dirty="0" err="1">
                          <a:solidFill>
                            <a:schemeClr val="tx1"/>
                          </a:solidFill>
                          <a:latin typeface="+mn-ea"/>
                        </a:rPr>
                        <a:t>드롭박스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선택한 바우처가 등록된 카드로 자동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셀렉</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결제수단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변경시</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바우처 적용 불가 안내</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(confirm)</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800" b="1" u="sng" kern="0" spc="-70" baseline="0" dirty="0">
                        <a:solidFill>
                          <a:schemeClr val="tx1"/>
                        </a:solidFill>
                        <a:latin typeface="+mn-ea"/>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6-2 </a:t>
                      </a:r>
                      <a:r>
                        <a:rPr lang="ko-KR" altLang="en-US" sz="800" b="1" u="sng" kern="0" spc="-70" baseline="0" dirty="0">
                          <a:solidFill>
                            <a:schemeClr val="tx1"/>
                          </a:solidFill>
                          <a:latin typeface="+mn-ea"/>
                        </a:rPr>
                        <a:t>결제정보 입력 인풋</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생년월일은 등록된 개인정보 자동표시</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변경 불가</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결제비밀번호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마스킹</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처리</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6-3 </a:t>
                      </a:r>
                      <a:r>
                        <a:rPr lang="ko-KR" altLang="en-US" sz="800" b="1" u="sng" kern="0" spc="-70" baseline="0" dirty="0">
                          <a:solidFill>
                            <a:schemeClr val="tx1"/>
                          </a:solidFill>
                          <a:latin typeface="+mn-ea"/>
                        </a:rPr>
                        <a:t>카드결제 직접 입력 </a:t>
                      </a:r>
                      <a:r>
                        <a:rPr lang="ko-KR" altLang="en-US" sz="800" b="1" u="sng" kern="0" spc="-70" baseline="0" dirty="0" err="1">
                          <a:solidFill>
                            <a:schemeClr val="tx1"/>
                          </a:solidFill>
                          <a:latin typeface="+mn-ea"/>
                        </a:rPr>
                        <a:t>선택시</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입력안된</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항목 있을 경우 결제하기 버튼 비활성화</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prstClr val="black"/>
                          </a:solidFill>
                          <a:effectLst/>
                          <a:uLnTx/>
                          <a:uFillTx/>
                          <a:latin typeface="맑은 고딕" panose="020B0503020000020004" pitchFamily="50" charset="-127"/>
                          <a:ea typeface="+mn-ea"/>
                          <a:cs typeface="+mn-cs"/>
                        </a:rPr>
                        <a:t>6-4 </a:t>
                      </a:r>
                      <a:r>
                        <a:rPr kumimoji="0" lang="ko-KR" altLang="en-US" sz="800" b="1" i="0" u="sng"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카드추가 버튼</a:t>
                      </a:r>
                      <a:endParaRPr kumimoji="0" lang="en-US" altLang="ko-KR" sz="800" b="1" i="0" u="sng"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클릭 시 카드추가 </a:t>
                      </a:r>
                      <a:r>
                        <a:rPr kumimoji="0" lang="ko-KR" altLang="en-US" sz="800" b="0" i="0" u="none" strike="noStrike" kern="0" cap="none" spc="-70" normalizeH="0" baseline="0" noProof="0" dirty="0" err="1">
                          <a:ln>
                            <a:noFill/>
                          </a:ln>
                          <a:solidFill>
                            <a:prstClr val="black"/>
                          </a:solidFill>
                          <a:effectLst/>
                          <a:uLnTx/>
                          <a:uFillTx/>
                          <a:latin typeface="맑은 고딕" panose="020B0503020000020004" pitchFamily="50" charset="-127"/>
                          <a:ea typeface="+mn-ea"/>
                          <a:cs typeface="+mn-cs"/>
                        </a:rPr>
                        <a:t>바텀시트</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팝업 생성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7</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7-1 </a:t>
                      </a:r>
                      <a:r>
                        <a:rPr lang="ko-KR" altLang="en-US" sz="800" b="1" u="sng" kern="0" spc="-70" baseline="0" dirty="0">
                          <a:solidFill>
                            <a:schemeClr val="tx1"/>
                          </a:solidFill>
                          <a:latin typeface="+mn-ea"/>
                        </a:rPr>
                        <a:t>필수 동의</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전체</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구성</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안내문구</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라디오버튼</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펼침</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dirty="0" err="1">
                          <a:ln>
                            <a:noFill/>
                          </a:ln>
                          <a:solidFill>
                            <a:prstClr val="black"/>
                          </a:solidFill>
                          <a:effectLst/>
                          <a:uLnTx/>
                          <a:uFillTx/>
                          <a:latin typeface="맑은 고딕" panose="020B0503020000020004" pitchFamily="50" charset="-127"/>
                          <a:ea typeface="+mn-ea"/>
                          <a:cs typeface="+mn-cs"/>
                        </a:rPr>
                        <a:t>미체크</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 시 </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결제하기</a:t>
                      </a:r>
                      <a:r>
                        <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rPr>
                        <a:t>비활성</a:t>
                      </a: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7-2 </a:t>
                      </a:r>
                      <a:r>
                        <a:rPr lang="ko-KR" altLang="en-US" sz="800" b="1" u="sng" kern="0" spc="-70" baseline="0" dirty="0">
                          <a:solidFill>
                            <a:schemeClr val="tx1"/>
                          </a:solidFill>
                          <a:latin typeface="+mn-ea"/>
                        </a:rPr>
                        <a:t>세부약관</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펼침 버튼 클릭 시 약관 동의 전체 목록 노출</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rPr>
                        <a:t>각 항목 별 보기 링크 </a:t>
                      </a:r>
                      <a:r>
                        <a:rPr kumimoji="0" lang="ko-KR" altLang="en-US" sz="800" b="0" i="0" u="none" strike="noStrike" kern="0" cap="none" spc="-150" normalizeH="0" baseline="0" noProof="0" dirty="0" err="1">
                          <a:ln>
                            <a:noFill/>
                          </a:ln>
                          <a:solidFill>
                            <a:prstClr val="black">
                              <a:lumMod val="75000"/>
                              <a:lumOff val="25000"/>
                            </a:prstClr>
                          </a:solidFill>
                          <a:effectLst/>
                          <a:uLnTx/>
                          <a:uFillTx/>
                          <a:latin typeface="맑은 고딕" panose="020B0503020000020004" pitchFamily="50" charset="-127"/>
                          <a:ea typeface="+mn-ea"/>
                          <a:cs typeface="+mn-cs"/>
                        </a:rPr>
                        <a:t>클릭시</a:t>
                      </a:r>
                      <a:r>
                        <a:rPr kumimoji="0" lang="ko-KR" altLang="en-US"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rPr>
                        <a:t> 약관내용 레이어 팝업 생성</a:t>
                      </a: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grpSp>
        <p:nvGrpSpPr>
          <p:cNvPr id="257" name="그룹 256">
            <a:extLst>
              <a:ext uri="{FF2B5EF4-FFF2-40B4-BE49-F238E27FC236}">
                <a16:creationId xmlns:a16="http://schemas.microsoft.com/office/drawing/2014/main" id="{B529EDE0-EA91-87CF-8F61-86EE57FE7360}"/>
              </a:ext>
            </a:extLst>
          </p:cNvPr>
          <p:cNvGrpSpPr/>
          <p:nvPr/>
        </p:nvGrpSpPr>
        <p:grpSpPr>
          <a:xfrm>
            <a:off x="4040597" y="3484861"/>
            <a:ext cx="2770975" cy="1992252"/>
            <a:chOff x="7454411" y="2396649"/>
            <a:chExt cx="2770975" cy="1992252"/>
          </a:xfrm>
        </p:grpSpPr>
        <p:sp>
          <p:nvSpPr>
            <p:cNvPr id="214" name="직사각형 213">
              <a:extLst>
                <a:ext uri="{FF2B5EF4-FFF2-40B4-BE49-F238E27FC236}">
                  <a16:creationId xmlns:a16="http://schemas.microsoft.com/office/drawing/2014/main" id="{471048E6-6179-E396-8FB8-145F409F2B4F}"/>
                </a:ext>
              </a:extLst>
            </p:cNvPr>
            <p:cNvSpPr/>
            <p:nvPr/>
          </p:nvSpPr>
          <p:spPr>
            <a:xfrm>
              <a:off x="7472392" y="2745079"/>
              <a:ext cx="2752994" cy="164382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15" name="Rounded Rectangle 33">
              <a:extLst>
                <a:ext uri="{FF2B5EF4-FFF2-40B4-BE49-F238E27FC236}">
                  <a16:creationId xmlns:a16="http://schemas.microsoft.com/office/drawing/2014/main" id="{F4BD219C-A8F6-B0D0-21FE-253ECD5BD375}"/>
                </a:ext>
              </a:extLst>
            </p:cNvPr>
            <p:cNvSpPr/>
            <p:nvPr/>
          </p:nvSpPr>
          <p:spPr>
            <a:xfrm>
              <a:off x="7454411" y="2396649"/>
              <a:ext cx="2770975"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직접 입력                                                       ▼</a:t>
              </a:r>
              <a:endParaRPr lang="en-US" altLang="ko-KR" sz="800" dirty="0">
                <a:solidFill>
                  <a:srgbClr val="595959"/>
                </a:solidFill>
                <a:ea typeface="맑은 고딕"/>
              </a:endParaRPr>
            </a:p>
          </p:txBody>
        </p:sp>
        <p:grpSp>
          <p:nvGrpSpPr>
            <p:cNvPr id="253" name="그룹 252">
              <a:extLst>
                <a:ext uri="{FF2B5EF4-FFF2-40B4-BE49-F238E27FC236}">
                  <a16:creationId xmlns:a16="http://schemas.microsoft.com/office/drawing/2014/main" id="{C9829A97-1103-9BB3-3FB6-3FABEB151E72}"/>
                </a:ext>
              </a:extLst>
            </p:cNvPr>
            <p:cNvGrpSpPr/>
            <p:nvPr/>
          </p:nvGrpSpPr>
          <p:grpSpPr>
            <a:xfrm>
              <a:off x="7541502" y="3696221"/>
              <a:ext cx="2537320" cy="219456"/>
              <a:chOff x="7541502" y="3696221"/>
              <a:chExt cx="2537320" cy="219456"/>
            </a:xfrm>
          </p:grpSpPr>
          <p:sp>
            <p:nvSpPr>
              <p:cNvPr id="217" name="Rounded Rectangle 33">
                <a:extLst>
                  <a:ext uri="{FF2B5EF4-FFF2-40B4-BE49-F238E27FC236}">
                    <a16:creationId xmlns:a16="http://schemas.microsoft.com/office/drawing/2014/main" id="{3D121A71-525B-D487-9B1E-E0EAB428CDC1}"/>
                  </a:ext>
                </a:extLst>
              </p:cNvPr>
              <p:cNvSpPr/>
              <p:nvPr/>
            </p:nvSpPr>
            <p:spPr>
              <a:xfrm>
                <a:off x="8070575" y="3696221"/>
                <a:ext cx="200824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18" name="Rounded Rectangle 27">
                <a:extLst>
                  <a:ext uri="{FF2B5EF4-FFF2-40B4-BE49-F238E27FC236}">
                    <a16:creationId xmlns:a16="http://schemas.microsoft.com/office/drawing/2014/main" id="{BE73F78F-976F-D932-D19A-FBD0ED982D4A}"/>
                  </a:ext>
                </a:extLst>
              </p:cNvPr>
              <p:cNvSpPr/>
              <p:nvPr/>
            </p:nvSpPr>
            <p:spPr>
              <a:xfrm>
                <a:off x="7541502" y="3718907"/>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9" name="그룹 218">
              <a:extLst>
                <a:ext uri="{FF2B5EF4-FFF2-40B4-BE49-F238E27FC236}">
                  <a16:creationId xmlns:a16="http://schemas.microsoft.com/office/drawing/2014/main" id="{8F2679BA-97ED-BA3C-A4E8-0AF1290B17D1}"/>
                </a:ext>
              </a:extLst>
            </p:cNvPr>
            <p:cNvGrpSpPr/>
            <p:nvPr/>
          </p:nvGrpSpPr>
          <p:grpSpPr>
            <a:xfrm>
              <a:off x="7541502" y="3993191"/>
              <a:ext cx="2658440" cy="219456"/>
              <a:chOff x="4219585" y="3157418"/>
              <a:chExt cx="2658440" cy="219456"/>
            </a:xfrm>
          </p:grpSpPr>
          <p:sp>
            <p:nvSpPr>
              <p:cNvPr id="220" name="Rounded Rectangle 33">
                <a:extLst>
                  <a:ext uri="{FF2B5EF4-FFF2-40B4-BE49-F238E27FC236}">
                    <a16:creationId xmlns:a16="http://schemas.microsoft.com/office/drawing/2014/main" id="{02A760C7-714E-B2BA-55EB-470AEAAE644F}"/>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21" name="Rounded Rectangle 27">
                <a:extLst>
                  <a:ext uri="{FF2B5EF4-FFF2-40B4-BE49-F238E27FC236}">
                    <a16:creationId xmlns:a16="http://schemas.microsoft.com/office/drawing/2014/main" id="{BDB388A8-E536-703F-5C03-73E6D4FD53B2}"/>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222" name="Rounded Rectangle 27">
                <a:extLst>
                  <a:ext uri="{FF2B5EF4-FFF2-40B4-BE49-F238E27FC236}">
                    <a16:creationId xmlns:a16="http://schemas.microsoft.com/office/drawing/2014/main" id="{AE5E5743-6C0F-A721-8CFF-45C865C5F957}"/>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223" name="Rounded Rectangle 27">
                <a:extLst>
                  <a:ext uri="{FF2B5EF4-FFF2-40B4-BE49-F238E27FC236}">
                    <a16:creationId xmlns:a16="http://schemas.microsoft.com/office/drawing/2014/main" id="{2A3525E8-46A6-BEEB-057E-5AD28CA5FC11}"/>
                  </a:ext>
                </a:extLst>
              </p:cNvPr>
              <p:cNvSpPr/>
              <p:nvPr/>
            </p:nvSpPr>
            <p:spPr>
              <a:xfrm>
                <a:off x="5377151" y="3188170"/>
                <a:ext cx="1500874"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600" dirty="0">
                    <a:solidFill>
                      <a:schemeClr val="tx1"/>
                    </a:solidFill>
                    <a:ea typeface="맑은 고딕"/>
                  </a:rPr>
                  <a:t>※</a:t>
                </a:r>
                <a:r>
                  <a:rPr lang="ko-KR" altLang="en-US" sz="600" dirty="0">
                    <a:solidFill>
                      <a:schemeClr val="tx1"/>
                    </a:solidFill>
                    <a:ea typeface="맑은 고딕"/>
                  </a:rPr>
                  <a:t>카드 비밀번호 앞 두자리를 입력하세요</a:t>
                </a:r>
                <a:r>
                  <a:rPr lang="en-US" altLang="ko-KR" sz="600" dirty="0">
                    <a:solidFill>
                      <a:schemeClr val="tx1"/>
                    </a:solidFill>
                    <a:ea typeface="맑은 고딕"/>
                  </a:rPr>
                  <a:t>.</a:t>
                </a:r>
                <a:endParaRPr lang="ko-KR" altLang="en-US" sz="600" dirty="0">
                  <a:solidFill>
                    <a:schemeClr val="tx1"/>
                  </a:solidFill>
                  <a:ea typeface="맑은 고딕"/>
                </a:endParaRPr>
              </a:p>
            </p:txBody>
          </p:sp>
        </p:grpSp>
        <p:grpSp>
          <p:nvGrpSpPr>
            <p:cNvPr id="254" name="그룹 253">
              <a:extLst>
                <a:ext uri="{FF2B5EF4-FFF2-40B4-BE49-F238E27FC236}">
                  <a16:creationId xmlns:a16="http://schemas.microsoft.com/office/drawing/2014/main" id="{381EF73E-BD28-5DD1-5CBB-D4AF9B089A45}"/>
                </a:ext>
              </a:extLst>
            </p:cNvPr>
            <p:cNvGrpSpPr/>
            <p:nvPr/>
          </p:nvGrpSpPr>
          <p:grpSpPr>
            <a:xfrm>
              <a:off x="7541502" y="3396068"/>
              <a:ext cx="2534327" cy="222639"/>
              <a:chOff x="7541502" y="3396068"/>
              <a:chExt cx="2534327" cy="222639"/>
            </a:xfrm>
          </p:grpSpPr>
          <p:sp>
            <p:nvSpPr>
              <p:cNvPr id="226" name="Rounded Rectangle 27">
                <a:extLst>
                  <a:ext uri="{FF2B5EF4-FFF2-40B4-BE49-F238E27FC236}">
                    <a16:creationId xmlns:a16="http://schemas.microsoft.com/office/drawing/2014/main" id="{76AB0F57-3147-AE82-B2D5-CE66EF23884E}"/>
                  </a:ext>
                </a:extLst>
              </p:cNvPr>
              <p:cNvSpPr/>
              <p:nvPr/>
            </p:nvSpPr>
            <p:spPr>
              <a:xfrm>
                <a:off x="7541502" y="341875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유효기간</a:t>
                </a:r>
              </a:p>
            </p:txBody>
          </p:sp>
          <p:grpSp>
            <p:nvGrpSpPr>
              <p:cNvPr id="252" name="그룹 251">
                <a:extLst>
                  <a:ext uri="{FF2B5EF4-FFF2-40B4-BE49-F238E27FC236}">
                    <a16:creationId xmlns:a16="http://schemas.microsoft.com/office/drawing/2014/main" id="{4460D1A7-7F6D-5D8F-3B13-739072EB0E7C}"/>
                  </a:ext>
                </a:extLst>
              </p:cNvPr>
              <p:cNvGrpSpPr/>
              <p:nvPr/>
            </p:nvGrpSpPr>
            <p:grpSpPr>
              <a:xfrm>
                <a:off x="8070574" y="3396068"/>
                <a:ext cx="2005255" cy="222639"/>
                <a:chOff x="8070574" y="3396068"/>
                <a:chExt cx="2300823" cy="222639"/>
              </a:xfrm>
            </p:grpSpPr>
            <p:sp>
              <p:nvSpPr>
                <p:cNvPr id="225" name="Rounded Rectangle 33">
                  <a:extLst>
                    <a:ext uri="{FF2B5EF4-FFF2-40B4-BE49-F238E27FC236}">
                      <a16:creationId xmlns:a16="http://schemas.microsoft.com/office/drawing/2014/main" id="{DBE883CE-89AF-13C6-D663-F8D8D6AB6C9F}"/>
                    </a:ext>
                  </a:extLst>
                </p:cNvPr>
                <p:cNvSpPr/>
                <p:nvPr/>
              </p:nvSpPr>
              <p:spPr>
                <a:xfrm>
                  <a:off x="8070574" y="3396068"/>
                  <a:ext cx="1128395"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월</a:t>
                  </a:r>
                  <a:r>
                    <a:rPr lang="en-US" altLang="ko-KR" sz="800" dirty="0">
                      <a:solidFill>
                        <a:srgbClr val="595959"/>
                      </a:solidFill>
                      <a:ea typeface="맑은 고딕"/>
                    </a:rPr>
                    <a:t>(MM)</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233" name="Rounded Rectangle 33">
                  <a:extLst>
                    <a:ext uri="{FF2B5EF4-FFF2-40B4-BE49-F238E27FC236}">
                      <a16:creationId xmlns:a16="http://schemas.microsoft.com/office/drawing/2014/main" id="{3BD46CE4-389F-F066-F58B-A8A1FC685961}"/>
                    </a:ext>
                  </a:extLst>
                </p:cNvPr>
                <p:cNvSpPr/>
                <p:nvPr/>
              </p:nvSpPr>
              <p:spPr>
                <a:xfrm>
                  <a:off x="9252519" y="3399251"/>
                  <a:ext cx="111887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년</a:t>
                  </a:r>
                  <a:r>
                    <a:rPr lang="en-US" altLang="ko-KR" sz="800" dirty="0">
                      <a:solidFill>
                        <a:srgbClr val="595959"/>
                      </a:solidFill>
                      <a:ea typeface="맑은 고딕"/>
                    </a:rPr>
                    <a:t>(YY)</a:t>
                  </a:r>
                  <a:r>
                    <a:rPr lang="ko-KR" altLang="en-US" sz="800" dirty="0">
                      <a:solidFill>
                        <a:srgbClr val="595959"/>
                      </a:solidFill>
                      <a:ea typeface="맑은 고딕"/>
                    </a:rPr>
                    <a:t>         ▼</a:t>
                  </a:r>
                  <a:endParaRPr lang="en-US" altLang="ko-KR" sz="800" dirty="0">
                    <a:solidFill>
                      <a:srgbClr val="595959"/>
                    </a:solidFill>
                    <a:ea typeface="맑은 고딕"/>
                  </a:endParaRPr>
                </a:p>
              </p:txBody>
            </p:sp>
          </p:grpSp>
        </p:grpSp>
        <p:grpSp>
          <p:nvGrpSpPr>
            <p:cNvPr id="255" name="그룹 254">
              <a:extLst>
                <a:ext uri="{FF2B5EF4-FFF2-40B4-BE49-F238E27FC236}">
                  <a16:creationId xmlns:a16="http://schemas.microsoft.com/office/drawing/2014/main" id="{F8095C3B-9572-8D34-771C-E4B6A2266CB2}"/>
                </a:ext>
              </a:extLst>
            </p:cNvPr>
            <p:cNvGrpSpPr/>
            <p:nvPr/>
          </p:nvGrpSpPr>
          <p:grpSpPr>
            <a:xfrm>
              <a:off x="7541502" y="3099097"/>
              <a:ext cx="2540492" cy="219456"/>
              <a:chOff x="7541502" y="3099097"/>
              <a:chExt cx="2540492" cy="219456"/>
            </a:xfrm>
          </p:grpSpPr>
          <p:sp>
            <p:nvSpPr>
              <p:cNvPr id="229" name="Rounded Rectangle 27">
                <a:extLst>
                  <a:ext uri="{FF2B5EF4-FFF2-40B4-BE49-F238E27FC236}">
                    <a16:creationId xmlns:a16="http://schemas.microsoft.com/office/drawing/2014/main" id="{0AB0533D-5868-34EA-0C25-F4BCDF3926F0}"/>
                  </a:ext>
                </a:extLst>
              </p:cNvPr>
              <p:cNvSpPr/>
              <p:nvPr/>
            </p:nvSpPr>
            <p:spPr>
              <a:xfrm>
                <a:off x="7541502" y="3121783"/>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카드번호</a:t>
                </a:r>
              </a:p>
            </p:txBody>
          </p:sp>
          <p:grpSp>
            <p:nvGrpSpPr>
              <p:cNvPr id="251" name="그룹 250">
                <a:extLst>
                  <a:ext uri="{FF2B5EF4-FFF2-40B4-BE49-F238E27FC236}">
                    <a16:creationId xmlns:a16="http://schemas.microsoft.com/office/drawing/2014/main" id="{3BDEC6C7-3554-98C8-08F0-1466068A1F56}"/>
                  </a:ext>
                </a:extLst>
              </p:cNvPr>
              <p:cNvGrpSpPr/>
              <p:nvPr/>
            </p:nvGrpSpPr>
            <p:grpSpPr>
              <a:xfrm>
                <a:off x="8070575" y="3099097"/>
                <a:ext cx="2011419" cy="219456"/>
                <a:chOff x="8070575" y="3099097"/>
                <a:chExt cx="2307896" cy="219456"/>
              </a:xfrm>
            </p:grpSpPr>
            <p:sp>
              <p:nvSpPr>
                <p:cNvPr id="228" name="Rounded Rectangle 33">
                  <a:extLst>
                    <a:ext uri="{FF2B5EF4-FFF2-40B4-BE49-F238E27FC236}">
                      <a16:creationId xmlns:a16="http://schemas.microsoft.com/office/drawing/2014/main" id="{71DDA97F-5FA9-512C-2D95-A6F1E88A931D}"/>
                    </a:ext>
                  </a:extLst>
                </p:cNvPr>
                <p:cNvSpPr/>
                <p:nvPr/>
              </p:nvSpPr>
              <p:spPr>
                <a:xfrm>
                  <a:off x="8070575"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34" name="Rounded Rectangle 33">
                  <a:extLst>
                    <a:ext uri="{FF2B5EF4-FFF2-40B4-BE49-F238E27FC236}">
                      <a16:creationId xmlns:a16="http://schemas.microsoft.com/office/drawing/2014/main" id="{8BE93FBE-B9B6-FA5C-A57E-EE00BB850C76}"/>
                    </a:ext>
                  </a:extLst>
                </p:cNvPr>
                <p:cNvSpPr/>
                <p:nvPr/>
              </p:nvSpPr>
              <p:spPr>
                <a:xfrm>
                  <a:off x="8659874"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35" name="Rounded Rectangle 33">
                  <a:extLst>
                    <a:ext uri="{FF2B5EF4-FFF2-40B4-BE49-F238E27FC236}">
                      <a16:creationId xmlns:a16="http://schemas.microsoft.com/office/drawing/2014/main" id="{493F71A4-B093-E6F6-7E80-942A67BEBC9D}"/>
                    </a:ext>
                  </a:extLst>
                </p:cNvPr>
                <p:cNvSpPr/>
                <p:nvPr/>
              </p:nvSpPr>
              <p:spPr>
                <a:xfrm>
                  <a:off x="9249173"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236" name="Rounded Rectangle 33">
                  <a:extLst>
                    <a:ext uri="{FF2B5EF4-FFF2-40B4-BE49-F238E27FC236}">
                      <a16:creationId xmlns:a16="http://schemas.microsoft.com/office/drawing/2014/main" id="{577D31F5-5135-B97F-933C-5E738E4AD7F6}"/>
                    </a:ext>
                  </a:extLst>
                </p:cNvPr>
                <p:cNvSpPr/>
                <p:nvPr/>
              </p:nvSpPr>
              <p:spPr>
                <a:xfrm>
                  <a:off x="9838471" y="3099097"/>
                  <a:ext cx="54000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grpSp>
        </p:grpSp>
        <p:grpSp>
          <p:nvGrpSpPr>
            <p:cNvPr id="256" name="그룹 255">
              <a:extLst>
                <a:ext uri="{FF2B5EF4-FFF2-40B4-BE49-F238E27FC236}">
                  <a16:creationId xmlns:a16="http://schemas.microsoft.com/office/drawing/2014/main" id="{1FFBAD3E-7AAA-2684-3A9E-0673DDA46941}"/>
                </a:ext>
              </a:extLst>
            </p:cNvPr>
            <p:cNvGrpSpPr/>
            <p:nvPr/>
          </p:nvGrpSpPr>
          <p:grpSpPr>
            <a:xfrm>
              <a:off x="7541502" y="2802126"/>
              <a:ext cx="2537320" cy="219456"/>
              <a:chOff x="7541502" y="2802126"/>
              <a:chExt cx="2537320" cy="219456"/>
            </a:xfrm>
          </p:grpSpPr>
          <p:sp>
            <p:nvSpPr>
              <p:cNvPr id="231" name="Rounded Rectangle 33">
                <a:extLst>
                  <a:ext uri="{FF2B5EF4-FFF2-40B4-BE49-F238E27FC236}">
                    <a16:creationId xmlns:a16="http://schemas.microsoft.com/office/drawing/2014/main" id="{2DFE987F-782C-6BD7-20A5-CC7B1FE22350}"/>
                  </a:ext>
                </a:extLst>
              </p:cNvPr>
              <p:cNvSpPr/>
              <p:nvPr/>
            </p:nvSpPr>
            <p:spPr>
              <a:xfrm>
                <a:off x="8070575" y="2802126"/>
                <a:ext cx="200824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카드사를 선택하여 주십시오          ▼</a:t>
                </a:r>
                <a:endParaRPr lang="en-US" altLang="ko-KR" sz="800" dirty="0">
                  <a:solidFill>
                    <a:srgbClr val="595959"/>
                  </a:solidFill>
                  <a:ea typeface="맑은 고딕"/>
                </a:endParaRPr>
              </a:p>
            </p:txBody>
          </p:sp>
          <p:sp>
            <p:nvSpPr>
              <p:cNvPr id="232" name="Rounded Rectangle 27">
                <a:extLst>
                  <a:ext uri="{FF2B5EF4-FFF2-40B4-BE49-F238E27FC236}">
                    <a16:creationId xmlns:a16="http://schemas.microsoft.com/office/drawing/2014/main" id="{B996181B-E29B-912D-D61E-CAA3328CB194}"/>
                  </a:ext>
                </a:extLst>
              </p:cNvPr>
              <p:cNvSpPr/>
              <p:nvPr/>
            </p:nvSpPr>
            <p:spPr>
              <a:xfrm>
                <a:off x="7541502" y="2824812"/>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카드사</a:t>
                </a:r>
              </a:p>
            </p:txBody>
          </p:sp>
        </p:grpSp>
      </p:grpSp>
      <p:sp>
        <p:nvSpPr>
          <p:cNvPr id="238" name="모서리가 둥근 직사각형 114">
            <a:extLst>
              <a:ext uri="{FF2B5EF4-FFF2-40B4-BE49-F238E27FC236}">
                <a16:creationId xmlns:a16="http://schemas.microsoft.com/office/drawing/2014/main" id="{99F82165-36CE-359B-6836-9E726AFD3294}"/>
              </a:ext>
            </a:extLst>
          </p:cNvPr>
          <p:cNvSpPr/>
          <p:nvPr/>
        </p:nvSpPr>
        <p:spPr>
          <a:xfrm>
            <a:off x="3939978" y="336890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6-3</a:t>
            </a:r>
            <a:endParaRPr lang="ko-KR" altLang="en-US" sz="900" dirty="0">
              <a:solidFill>
                <a:schemeClr val="bg1"/>
              </a:solidFill>
            </a:endParaRPr>
          </a:p>
        </p:txBody>
      </p:sp>
      <p:sp>
        <p:nvSpPr>
          <p:cNvPr id="244" name="TextBox 243">
            <a:extLst>
              <a:ext uri="{FF2B5EF4-FFF2-40B4-BE49-F238E27FC236}">
                <a16:creationId xmlns:a16="http://schemas.microsoft.com/office/drawing/2014/main" id="{19D08085-1147-0A5A-2D4D-D0401EA1D60B}"/>
              </a:ext>
            </a:extLst>
          </p:cNvPr>
          <p:cNvSpPr txBox="1"/>
          <p:nvPr/>
        </p:nvSpPr>
        <p:spPr>
          <a:xfrm>
            <a:off x="4276465" y="3253492"/>
            <a:ext cx="97494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카드결제 직접선택</a:t>
            </a:r>
          </a:p>
        </p:txBody>
      </p:sp>
      <p:sp>
        <p:nvSpPr>
          <p:cNvPr id="2" name="TextBox 1">
            <a:extLst>
              <a:ext uri="{FF2B5EF4-FFF2-40B4-BE49-F238E27FC236}">
                <a16:creationId xmlns:a16="http://schemas.microsoft.com/office/drawing/2014/main" id="{F66A08D8-11E1-ADF2-994A-E605DBFC06A6}"/>
              </a:ext>
            </a:extLst>
          </p:cNvPr>
          <p:cNvSpPr txBox="1"/>
          <p:nvPr/>
        </p:nvSpPr>
        <p:spPr>
          <a:xfrm>
            <a:off x="4163435" y="102974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총 주문금액</a:t>
            </a:r>
            <a:endParaRPr sz="1000" b="1" spc="-150" dirty="0">
              <a:solidFill>
                <a:srgbClr val="333333"/>
              </a:solidFill>
              <a:latin typeface="+mn-ea"/>
            </a:endParaRPr>
          </a:p>
        </p:txBody>
      </p:sp>
      <p:sp>
        <p:nvSpPr>
          <p:cNvPr id="14" name="Rounded Rectangle 27">
            <a:extLst>
              <a:ext uri="{FF2B5EF4-FFF2-40B4-BE49-F238E27FC236}">
                <a16:creationId xmlns:a16="http://schemas.microsoft.com/office/drawing/2014/main" id="{0FC7B391-9B05-411E-6CC5-1DF18E077F24}"/>
              </a:ext>
            </a:extLst>
          </p:cNvPr>
          <p:cNvSpPr/>
          <p:nvPr/>
        </p:nvSpPr>
        <p:spPr>
          <a:xfrm>
            <a:off x="4155848" y="134411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총 주문금액</a:t>
            </a:r>
          </a:p>
        </p:txBody>
      </p:sp>
      <p:sp>
        <p:nvSpPr>
          <p:cNvPr id="15" name="Rounded Rectangle 27">
            <a:extLst>
              <a:ext uri="{FF2B5EF4-FFF2-40B4-BE49-F238E27FC236}">
                <a16:creationId xmlns:a16="http://schemas.microsoft.com/office/drawing/2014/main" id="{96059AA8-04B8-0684-AA34-FEDDD8144CBE}"/>
              </a:ext>
            </a:extLst>
          </p:cNvPr>
          <p:cNvSpPr/>
          <p:nvPr/>
        </p:nvSpPr>
        <p:spPr>
          <a:xfrm>
            <a:off x="5778326" y="1319916"/>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235,600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16" name="Rounded Rectangle 27">
            <a:extLst>
              <a:ext uri="{FF2B5EF4-FFF2-40B4-BE49-F238E27FC236}">
                <a16:creationId xmlns:a16="http://schemas.microsoft.com/office/drawing/2014/main" id="{9ED104AC-A924-4BED-1EB8-18C8D2AECF32}"/>
              </a:ext>
            </a:extLst>
          </p:cNvPr>
          <p:cNvSpPr/>
          <p:nvPr/>
        </p:nvSpPr>
        <p:spPr>
          <a:xfrm>
            <a:off x="4155848" y="1543142"/>
            <a:ext cx="182106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r>
              <a:rPr lang="en-US" altLang="ko-KR" sz="700" dirty="0">
                <a:solidFill>
                  <a:schemeClr val="tx1"/>
                </a:solidFill>
                <a:ea typeface="맑은 고딕"/>
              </a:rPr>
              <a:t>(</a:t>
            </a: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en-US" altLang="ko-KR" sz="700" dirty="0">
                <a:solidFill>
                  <a:schemeClr val="tx1"/>
                </a:solidFill>
                <a:ea typeface="맑은 고딕"/>
              </a:rPr>
              <a:t>)</a:t>
            </a:r>
          </a:p>
        </p:txBody>
      </p:sp>
      <p:sp>
        <p:nvSpPr>
          <p:cNvPr id="17" name="Rounded Rectangle 27">
            <a:extLst>
              <a:ext uri="{FF2B5EF4-FFF2-40B4-BE49-F238E27FC236}">
                <a16:creationId xmlns:a16="http://schemas.microsoft.com/office/drawing/2014/main" id="{D35CB284-01A1-9A08-EF3D-5B9D7BDAD294}"/>
              </a:ext>
            </a:extLst>
          </p:cNvPr>
          <p:cNvSpPr/>
          <p:nvPr/>
        </p:nvSpPr>
        <p:spPr>
          <a:xfrm>
            <a:off x="5778326" y="1535075"/>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18" name="직선 연결선 17">
            <a:extLst>
              <a:ext uri="{FF2B5EF4-FFF2-40B4-BE49-F238E27FC236}">
                <a16:creationId xmlns:a16="http://schemas.microsoft.com/office/drawing/2014/main" id="{88A22504-511E-E9AB-7D78-ABCB2A39958E}"/>
              </a:ext>
            </a:extLst>
          </p:cNvPr>
          <p:cNvCxnSpPr/>
          <p:nvPr/>
        </p:nvCxnSpPr>
        <p:spPr>
          <a:xfrm>
            <a:off x="4074949" y="2018858"/>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Rounded Rectangle 27">
            <a:extLst>
              <a:ext uri="{FF2B5EF4-FFF2-40B4-BE49-F238E27FC236}">
                <a16:creationId xmlns:a16="http://schemas.microsoft.com/office/drawing/2014/main" id="{5B6B3C77-5855-3FC4-CD5A-A37D58E6A974}"/>
              </a:ext>
            </a:extLst>
          </p:cNvPr>
          <p:cNvSpPr/>
          <p:nvPr/>
        </p:nvSpPr>
        <p:spPr>
          <a:xfrm>
            <a:off x="4155848" y="2158281"/>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20" name="Rounded Rectangle 27">
            <a:extLst>
              <a:ext uri="{FF2B5EF4-FFF2-40B4-BE49-F238E27FC236}">
                <a16:creationId xmlns:a16="http://schemas.microsoft.com/office/drawing/2014/main" id="{76711229-EDAE-ABBF-9E25-D62435A8EED4}"/>
              </a:ext>
            </a:extLst>
          </p:cNvPr>
          <p:cNvSpPr/>
          <p:nvPr/>
        </p:nvSpPr>
        <p:spPr>
          <a:xfrm>
            <a:off x="5778326" y="2134082"/>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21" name="Rounded Rectangle 27">
            <a:extLst>
              <a:ext uri="{FF2B5EF4-FFF2-40B4-BE49-F238E27FC236}">
                <a16:creationId xmlns:a16="http://schemas.microsoft.com/office/drawing/2014/main" id="{96A0E1C9-04F1-6711-A788-AB7DF77B74D8}"/>
              </a:ext>
            </a:extLst>
          </p:cNvPr>
          <p:cNvSpPr/>
          <p:nvPr/>
        </p:nvSpPr>
        <p:spPr>
          <a:xfrm>
            <a:off x="4155848" y="1732292"/>
            <a:ext cx="182106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r>
              <a:rPr lang="en-US" altLang="ko-KR" sz="700" dirty="0">
                <a:solidFill>
                  <a:schemeClr val="tx1"/>
                </a:solidFill>
                <a:ea typeface="맑은 고딕"/>
              </a:rPr>
              <a:t>(</a:t>
            </a:r>
            <a:r>
              <a:rPr lang="ko-KR" altLang="en-US" sz="700" dirty="0">
                <a:solidFill>
                  <a:schemeClr val="tx1"/>
                </a:solidFill>
                <a:ea typeface="맑은 고딕"/>
              </a:rPr>
              <a:t>첫만남 바우처</a:t>
            </a:r>
            <a:r>
              <a:rPr lang="en-US" altLang="ko-KR" sz="700" dirty="0">
                <a:solidFill>
                  <a:schemeClr val="tx1"/>
                </a:solidFill>
                <a:ea typeface="맑은 고딕"/>
              </a:rPr>
              <a:t>)</a:t>
            </a:r>
          </a:p>
        </p:txBody>
      </p:sp>
      <p:sp>
        <p:nvSpPr>
          <p:cNvPr id="22" name="Rounded Rectangle 27">
            <a:extLst>
              <a:ext uri="{FF2B5EF4-FFF2-40B4-BE49-F238E27FC236}">
                <a16:creationId xmlns:a16="http://schemas.microsoft.com/office/drawing/2014/main" id="{ED6CF962-F95D-FB6A-A594-629E97BA1740}"/>
              </a:ext>
            </a:extLst>
          </p:cNvPr>
          <p:cNvSpPr/>
          <p:nvPr/>
        </p:nvSpPr>
        <p:spPr>
          <a:xfrm>
            <a:off x="5778326" y="1724225"/>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100,000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sp>
        <p:nvSpPr>
          <p:cNvPr id="23" name="TextBox 22">
            <a:extLst>
              <a:ext uri="{FF2B5EF4-FFF2-40B4-BE49-F238E27FC236}">
                <a16:creationId xmlns:a16="http://schemas.microsoft.com/office/drawing/2014/main" id="{2433BB61-379C-B5F5-BED2-01CB54A5D3B9}"/>
              </a:ext>
            </a:extLst>
          </p:cNvPr>
          <p:cNvSpPr txBox="1"/>
          <p:nvPr/>
        </p:nvSpPr>
        <p:spPr>
          <a:xfrm>
            <a:off x="4928395" y="817116"/>
            <a:ext cx="1422184"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바우처 적용이 여러 건인 경우</a:t>
            </a:r>
          </a:p>
        </p:txBody>
      </p:sp>
      <p:sp>
        <p:nvSpPr>
          <p:cNvPr id="24" name="모서리가 둥근 직사각형 114">
            <a:extLst>
              <a:ext uri="{FF2B5EF4-FFF2-40B4-BE49-F238E27FC236}">
                <a16:creationId xmlns:a16="http://schemas.microsoft.com/office/drawing/2014/main" id="{37EC6A6D-C218-5E94-9C44-100C1AFD0CF8}"/>
              </a:ext>
            </a:extLst>
          </p:cNvPr>
          <p:cNvSpPr/>
          <p:nvPr/>
        </p:nvSpPr>
        <p:spPr>
          <a:xfrm>
            <a:off x="3953488" y="97252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4-2</a:t>
            </a:r>
            <a:endParaRPr lang="ko-KR" altLang="en-US" sz="900" dirty="0">
              <a:solidFill>
                <a:schemeClr val="bg1"/>
              </a:solidFill>
            </a:endParaRPr>
          </a:p>
        </p:txBody>
      </p:sp>
    </p:spTree>
    <p:extLst>
      <p:ext uri="{BB962C8B-B14F-4D97-AF65-F5344CB8AC3E}">
        <p14:creationId xmlns:p14="http://schemas.microsoft.com/office/powerpoint/2010/main" val="93447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BF824-998A-0B1A-E133-F82C738D4E54}"/>
            </a:ext>
          </a:extLst>
        </p:cNvPr>
        <p:cNvGrpSpPr/>
        <p:nvPr/>
      </p:nvGrpSpPr>
      <p:grpSpPr>
        <a:xfrm>
          <a:off x="0" y="0"/>
          <a:ext cx="0" cy="0"/>
          <a:chOff x="0" y="0"/>
          <a:chExt cx="0" cy="0"/>
        </a:xfrm>
      </p:grpSpPr>
      <p:sp>
        <p:nvSpPr>
          <p:cNvPr id="46" name="직사각형 45">
            <a:extLst>
              <a:ext uri="{FF2B5EF4-FFF2-40B4-BE49-F238E27FC236}">
                <a16:creationId xmlns:a16="http://schemas.microsoft.com/office/drawing/2014/main" id="{8683E6CE-2CC3-17DA-6D25-B0DAC4BA4BFE}"/>
              </a:ext>
            </a:extLst>
          </p:cNvPr>
          <p:cNvSpPr/>
          <p:nvPr/>
        </p:nvSpPr>
        <p:spPr>
          <a:xfrm>
            <a:off x="268006" y="1354698"/>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0827BABF-43B5-639A-1F93-11586B745993}"/>
              </a:ext>
            </a:extLst>
          </p:cNvPr>
          <p:cNvSpPr txBox="1"/>
          <p:nvPr/>
        </p:nvSpPr>
        <p:spPr>
          <a:xfrm>
            <a:off x="1302717" y="330494"/>
            <a:ext cx="174278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약관보기</a:t>
            </a:r>
          </a:p>
        </p:txBody>
      </p:sp>
      <p:sp>
        <p:nvSpPr>
          <p:cNvPr id="4" name="직사각형 3">
            <a:extLst>
              <a:ext uri="{FF2B5EF4-FFF2-40B4-BE49-F238E27FC236}">
                <a16:creationId xmlns:a16="http://schemas.microsoft.com/office/drawing/2014/main" id="{8451F179-E605-B2A6-7725-B7E534A862D2}"/>
              </a:ext>
            </a:extLst>
          </p:cNvPr>
          <p:cNvSpPr/>
          <p:nvPr/>
        </p:nvSpPr>
        <p:spPr>
          <a:xfrm>
            <a:off x="7921129" y="58428"/>
            <a:ext cx="1380506" cy="246221"/>
          </a:xfrm>
          <a:prstGeom prst="rect">
            <a:avLst/>
          </a:prstGeom>
        </p:spPr>
        <p:txBody>
          <a:bodyPr wrap="none">
            <a:spAutoFit/>
          </a:bodyPr>
          <a:lstStyle/>
          <a:p>
            <a:pPr fontAlgn="ctr"/>
            <a:r>
              <a:rPr lang="en-US" altLang="ko-KR" sz="1000" dirty="0"/>
              <a:t>CH-U-CA-02-02-01p</a:t>
            </a:r>
            <a:endParaRPr lang="ko-KR" altLang="ko-KR" sz="1000" dirty="0"/>
          </a:p>
        </p:txBody>
      </p:sp>
      <p:sp>
        <p:nvSpPr>
          <p:cNvPr id="5" name="TextBox 4">
            <a:extLst>
              <a:ext uri="{FF2B5EF4-FFF2-40B4-BE49-F238E27FC236}">
                <a16:creationId xmlns:a16="http://schemas.microsoft.com/office/drawing/2014/main" id="{F2C231B4-B779-9C0E-DED7-74974B8A5972}"/>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52BF1F43-2E15-C60F-F303-B1DB84B2F1BD}"/>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0D3E250A-C54A-1813-DD60-A9E476EC7AB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D08074C0-E5C6-FCFB-F424-48CD5099AE23}"/>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19A6B936-78AE-C5E5-6B41-C18D1EC02DE2}"/>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5439ABDB-069E-A2F9-1D70-5ECFE83DEB13}"/>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95D0A22C-B1E6-84D3-2448-1C31007E131D}"/>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795BD660-DAF6-6697-6396-935A52B41713}"/>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6089D0A7-E09D-EEEC-6670-E412DAC6E9EC}"/>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8" name="TextBox 17">
            <a:extLst>
              <a:ext uri="{FF2B5EF4-FFF2-40B4-BE49-F238E27FC236}">
                <a16:creationId xmlns:a16="http://schemas.microsoft.com/office/drawing/2014/main" id="{5942C7CA-D72A-EC3B-F274-165375847414}"/>
              </a:ext>
            </a:extLst>
          </p:cNvPr>
          <p:cNvSpPr txBox="1"/>
          <p:nvPr/>
        </p:nvSpPr>
        <p:spPr>
          <a:xfrm>
            <a:off x="316560" y="100242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41" name="Rounded Rectangle 35">
            <a:extLst>
              <a:ext uri="{FF2B5EF4-FFF2-40B4-BE49-F238E27FC236}">
                <a16:creationId xmlns:a16="http://schemas.microsoft.com/office/drawing/2014/main" id="{9FF8FBC1-2D33-0EB5-822A-BBD297694AC7}"/>
              </a:ext>
            </a:extLst>
          </p:cNvPr>
          <p:cNvSpPr/>
          <p:nvPr/>
        </p:nvSpPr>
        <p:spPr>
          <a:xfrm>
            <a:off x="2687208" y="104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43" name="Rounded Rectangle 27">
            <a:extLst>
              <a:ext uri="{FF2B5EF4-FFF2-40B4-BE49-F238E27FC236}">
                <a16:creationId xmlns:a16="http://schemas.microsoft.com/office/drawing/2014/main" id="{CB32C8F5-CF28-5B05-9171-32D9E96BDD92}"/>
              </a:ext>
            </a:extLst>
          </p:cNvPr>
          <p:cNvSpPr/>
          <p:nvPr/>
        </p:nvSpPr>
        <p:spPr>
          <a:xfrm>
            <a:off x="349978" y="143412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F091C333-EE30-0324-A98E-6CE9ECF8E989}"/>
              </a:ext>
            </a:extLst>
          </p:cNvPr>
          <p:cNvSpPr/>
          <p:nvPr/>
        </p:nvSpPr>
        <p:spPr>
          <a:xfrm>
            <a:off x="881149" y="143592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259A7956-5732-480A-8C0D-AD22EA7738CD}"/>
              </a:ext>
            </a:extLst>
          </p:cNvPr>
          <p:cNvSpPr/>
          <p:nvPr/>
        </p:nvSpPr>
        <p:spPr>
          <a:xfrm>
            <a:off x="349977" y="161145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312AF713-0B88-9022-8274-42215D7F9B18}"/>
              </a:ext>
            </a:extLst>
          </p:cNvPr>
          <p:cNvSpPr/>
          <p:nvPr/>
        </p:nvSpPr>
        <p:spPr>
          <a:xfrm>
            <a:off x="378663" y="1855077"/>
            <a:ext cx="294120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sp>
        <p:nvSpPr>
          <p:cNvPr id="52" name="TextBox 51">
            <a:extLst>
              <a:ext uri="{FF2B5EF4-FFF2-40B4-BE49-F238E27FC236}">
                <a16:creationId xmlns:a16="http://schemas.microsoft.com/office/drawing/2014/main" id="{7C0E6254-8188-2113-7CFE-C3C9EC93FBBC}"/>
              </a:ext>
            </a:extLst>
          </p:cNvPr>
          <p:cNvSpPr txBox="1"/>
          <p:nvPr/>
        </p:nvSpPr>
        <p:spPr>
          <a:xfrm>
            <a:off x="316560" y="232202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grpSp>
        <p:nvGrpSpPr>
          <p:cNvPr id="62" name="그룹 61">
            <a:extLst>
              <a:ext uri="{FF2B5EF4-FFF2-40B4-BE49-F238E27FC236}">
                <a16:creationId xmlns:a16="http://schemas.microsoft.com/office/drawing/2014/main" id="{95CD9819-6444-017D-0A72-2D930CA74662}"/>
              </a:ext>
            </a:extLst>
          </p:cNvPr>
          <p:cNvGrpSpPr/>
          <p:nvPr/>
        </p:nvGrpSpPr>
        <p:grpSpPr>
          <a:xfrm>
            <a:off x="268006" y="3940836"/>
            <a:ext cx="3206508" cy="1119600"/>
            <a:chOff x="268006" y="2751577"/>
            <a:chExt cx="3206508" cy="1119600"/>
          </a:xfrm>
        </p:grpSpPr>
        <p:sp>
          <p:nvSpPr>
            <p:cNvPr id="63" name="Rounded Rectangle 22">
              <a:extLst>
                <a:ext uri="{FF2B5EF4-FFF2-40B4-BE49-F238E27FC236}">
                  <a16:creationId xmlns:a16="http://schemas.microsoft.com/office/drawing/2014/main" id="{7C9A869F-404A-1C9B-F5D7-44932A029295}"/>
                </a:ext>
              </a:extLst>
            </p:cNvPr>
            <p:cNvSpPr/>
            <p:nvPr/>
          </p:nvSpPr>
          <p:spPr>
            <a:xfrm>
              <a:off x="268006" y="2751577"/>
              <a:ext cx="3206508" cy="1119600"/>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a:extLst>
                <a:ext uri="{FF2B5EF4-FFF2-40B4-BE49-F238E27FC236}">
                  <a16:creationId xmlns:a16="http://schemas.microsoft.com/office/drawing/2014/main" id="{277794BD-A2BF-CF72-57C2-6CA236712C5A}"/>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65" name="직사각형 64">
              <a:extLst>
                <a:ext uri="{FF2B5EF4-FFF2-40B4-BE49-F238E27FC236}">
                  <a16:creationId xmlns:a16="http://schemas.microsoft.com/office/drawing/2014/main" id="{26F6D71A-648E-1017-3AFE-341749440A59}"/>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Rounded Rectangle 27">
              <a:extLst>
                <a:ext uri="{FF2B5EF4-FFF2-40B4-BE49-F238E27FC236}">
                  <a16:creationId xmlns:a16="http://schemas.microsoft.com/office/drawing/2014/main" id="{F3BC7341-32D9-9E45-6138-695A09C99E9E}"/>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68" name="Rounded Rectangle 27">
              <a:extLst>
                <a:ext uri="{FF2B5EF4-FFF2-40B4-BE49-F238E27FC236}">
                  <a16:creationId xmlns:a16="http://schemas.microsoft.com/office/drawing/2014/main" id="{BEBEEE4D-462B-BC5C-BDF7-A1FFE9D6B16C}"/>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70" name="TextBox 69">
            <a:extLst>
              <a:ext uri="{FF2B5EF4-FFF2-40B4-BE49-F238E27FC236}">
                <a16:creationId xmlns:a16="http://schemas.microsoft.com/office/drawing/2014/main" id="{42152B72-4FDA-F060-A8BF-F81AFC73AADE}"/>
              </a:ext>
            </a:extLst>
          </p:cNvPr>
          <p:cNvSpPr txBox="1"/>
          <p:nvPr/>
        </p:nvSpPr>
        <p:spPr>
          <a:xfrm>
            <a:off x="323647" y="5213543"/>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바우처 적용하기</a:t>
            </a:r>
            <a:endParaRPr sz="1000" b="1" spc="-150" dirty="0">
              <a:solidFill>
                <a:srgbClr val="333333"/>
              </a:solidFill>
              <a:latin typeface="+mn-ea"/>
            </a:endParaRPr>
          </a:p>
        </p:txBody>
      </p:sp>
      <p:sp>
        <p:nvSpPr>
          <p:cNvPr id="77" name="Rounded Rectangle 27">
            <a:extLst>
              <a:ext uri="{FF2B5EF4-FFF2-40B4-BE49-F238E27FC236}">
                <a16:creationId xmlns:a16="http://schemas.microsoft.com/office/drawing/2014/main" id="{9DD30B0A-8062-3856-3BF4-9C03312BF77C}"/>
              </a:ext>
            </a:extLst>
          </p:cNvPr>
          <p:cNvSpPr/>
          <p:nvPr/>
        </p:nvSpPr>
        <p:spPr>
          <a:xfrm>
            <a:off x="2344869" y="5283560"/>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grpSp>
        <p:nvGrpSpPr>
          <p:cNvPr id="104" name="그룹 103">
            <a:extLst>
              <a:ext uri="{FF2B5EF4-FFF2-40B4-BE49-F238E27FC236}">
                <a16:creationId xmlns:a16="http://schemas.microsoft.com/office/drawing/2014/main" id="{C0A89064-3ADF-6666-B26D-9DFC5F980C09}"/>
              </a:ext>
            </a:extLst>
          </p:cNvPr>
          <p:cNvGrpSpPr/>
          <p:nvPr/>
        </p:nvGrpSpPr>
        <p:grpSpPr>
          <a:xfrm>
            <a:off x="268006" y="2671514"/>
            <a:ext cx="3206508" cy="1118001"/>
            <a:chOff x="268006" y="2751577"/>
            <a:chExt cx="3206508" cy="1118001"/>
          </a:xfrm>
        </p:grpSpPr>
        <p:sp>
          <p:nvSpPr>
            <p:cNvPr id="105" name="Rounded Rectangle 22">
              <a:extLst>
                <a:ext uri="{FF2B5EF4-FFF2-40B4-BE49-F238E27FC236}">
                  <a16:creationId xmlns:a16="http://schemas.microsoft.com/office/drawing/2014/main" id="{CE6AF754-6D18-8916-3543-4B1E348A6572}"/>
                </a:ext>
              </a:extLst>
            </p:cNvPr>
            <p:cNvSpPr/>
            <p:nvPr/>
          </p:nvSpPr>
          <p:spPr>
            <a:xfrm>
              <a:off x="268006" y="2751577"/>
              <a:ext cx="3206508" cy="111800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a:extLst>
                <a:ext uri="{FF2B5EF4-FFF2-40B4-BE49-F238E27FC236}">
                  <a16:creationId xmlns:a16="http://schemas.microsoft.com/office/drawing/2014/main" id="{151AD733-93F2-2AF0-52CA-02D94D444F8C}"/>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107" name="직사각형 106">
              <a:extLst>
                <a:ext uri="{FF2B5EF4-FFF2-40B4-BE49-F238E27FC236}">
                  <a16:creationId xmlns:a16="http://schemas.microsoft.com/office/drawing/2014/main" id="{85B7C908-2DD9-057C-1FBF-96EE71D08806}"/>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09" name="Rounded Rectangle 27">
              <a:extLst>
                <a:ext uri="{FF2B5EF4-FFF2-40B4-BE49-F238E27FC236}">
                  <a16:creationId xmlns:a16="http://schemas.microsoft.com/office/drawing/2014/main" id="{0854F2BB-4DDD-6987-06F2-FB35774D2885}"/>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0" name="Rounded Rectangle 27">
              <a:extLst>
                <a:ext uri="{FF2B5EF4-FFF2-40B4-BE49-F238E27FC236}">
                  <a16:creationId xmlns:a16="http://schemas.microsoft.com/office/drawing/2014/main" id="{EFAC423A-7D93-2A3E-07B6-7011F6F52779}"/>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113,800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130" name="그룹 129">
            <a:extLst>
              <a:ext uri="{FF2B5EF4-FFF2-40B4-BE49-F238E27FC236}">
                <a16:creationId xmlns:a16="http://schemas.microsoft.com/office/drawing/2014/main" id="{D9EEEF55-EDB5-05CA-B9E4-DF4E76E8DD2C}"/>
              </a:ext>
            </a:extLst>
          </p:cNvPr>
          <p:cNvGrpSpPr/>
          <p:nvPr/>
        </p:nvGrpSpPr>
        <p:grpSpPr>
          <a:xfrm>
            <a:off x="311307" y="5918637"/>
            <a:ext cx="3086043" cy="318788"/>
            <a:chOff x="311307" y="5918637"/>
            <a:chExt cx="3086043" cy="318788"/>
          </a:xfrm>
        </p:grpSpPr>
        <p:sp>
          <p:nvSpPr>
            <p:cNvPr id="74" name="직사각형 73">
              <a:extLst>
                <a:ext uri="{FF2B5EF4-FFF2-40B4-BE49-F238E27FC236}">
                  <a16:creationId xmlns:a16="http://schemas.microsoft.com/office/drawing/2014/main" id="{3211B77A-4C34-A90D-EBAC-3203D7C144AA}"/>
                </a:ext>
              </a:extLst>
            </p:cNvPr>
            <p:cNvSpPr/>
            <p:nvPr/>
          </p:nvSpPr>
          <p:spPr>
            <a:xfrm>
              <a:off x="311307" y="591863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5" name="TextBox 74">
              <a:extLst>
                <a:ext uri="{FF2B5EF4-FFF2-40B4-BE49-F238E27FC236}">
                  <a16:creationId xmlns:a16="http://schemas.microsoft.com/office/drawing/2014/main" id="{89A29DAB-D54B-167A-F45A-833BEDC36FDE}"/>
                </a:ext>
              </a:extLst>
            </p:cNvPr>
            <p:cNvSpPr txBox="1"/>
            <p:nvPr/>
          </p:nvSpPr>
          <p:spPr>
            <a:xfrm>
              <a:off x="2406622" y="5984032"/>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76" name="Rounded Rectangle 27">
              <a:extLst>
                <a:ext uri="{FF2B5EF4-FFF2-40B4-BE49-F238E27FC236}">
                  <a16:creationId xmlns:a16="http://schemas.microsoft.com/office/drawing/2014/main" id="{8CD5B759-0EEE-82C4-14EC-FC68619A9FFC}"/>
                </a:ext>
              </a:extLst>
            </p:cNvPr>
            <p:cNvSpPr/>
            <p:nvPr/>
          </p:nvSpPr>
          <p:spPr>
            <a:xfrm>
              <a:off x="490485" y="598089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78" name="Rounded Rectangle 33">
              <a:extLst>
                <a:ext uri="{FF2B5EF4-FFF2-40B4-BE49-F238E27FC236}">
                  <a16:creationId xmlns:a16="http://schemas.microsoft.com/office/drawing/2014/main" id="{0E1743D7-1F4A-47F9-0172-8A1CE1B8C476}"/>
                </a:ext>
              </a:extLst>
            </p:cNvPr>
            <p:cNvSpPr/>
            <p:nvPr/>
          </p:nvSpPr>
          <p:spPr>
            <a:xfrm>
              <a:off x="2419610" y="599733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pic>
          <p:nvPicPr>
            <p:cNvPr id="128" name="Picture 4" descr="off, radio icon">
              <a:extLst>
                <a:ext uri="{FF2B5EF4-FFF2-40B4-BE49-F238E27FC236}">
                  <a16:creationId xmlns:a16="http://schemas.microsoft.com/office/drawing/2014/main" id="{7AB6BC70-2563-1B99-518F-2DBB3E000FD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3587" y="6019032"/>
              <a:ext cx="102298" cy="1022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4" name="그룹 143">
            <a:extLst>
              <a:ext uri="{FF2B5EF4-FFF2-40B4-BE49-F238E27FC236}">
                <a16:creationId xmlns:a16="http://schemas.microsoft.com/office/drawing/2014/main" id="{E4F89AC7-2C9A-109E-D950-3E2B335CF2C8}"/>
              </a:ext>
            </a:extLst>
          </p:cNvPr>
          <p:cNvGrpSpPr/>
          <p:nvPr/>
        </p:nvGrpSpPr>
        <p:grpSpPr>
          <a:xfrm>
            <a:off x="311307" y="5542727"/>
            <a:ext cx="3086043" cy="318788"/>
            <a:chOff x="311307" y="5542727"/>
            <a:chExt cx="3086043" cy="318788"/>
          </a:xfrm>
        </p:grpSpPr>
        <p:sp>
          <p:nvSpPr>
            <p:cNvPr id="48" name="직사각형 47">
              <a:extLst>
                <a:ext uri="{FF2B5EF4-FFF2-40B4-BE49-F238E27FC236}">
                  <a16:creationId xmlns:a16="http://schemas.microsoft.com/office/drawing/2014/main" id="{C926CE89-150F-D44F-444F-65DF8AF8654C}"/>
                </a:ext>
              </a:extLst>
            </p:cNvPr>
            <p:cNvSpPr/>
            <p:nvPr/>
          </p:nvSpPr>
          <p:spPr>
            <a:xfrm>
              <a:off x="311307" y="554272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9" name="TextBox 48">
              <a:extLst>
                <a:ext uri="{FF2B5EF4-FFF2-40B4-BE49-F238E27FC236}">
                  <a16:creationId xmlns:a16="http://schemas.microsoft.com/office/drawing/2014/main" id="{CF2A4D20-236D-D2DC-12D2-F36FA6BA767D}"/>
                </a:ext>
              </a:extLst>
            </p:cNvPr>
            <p:cNvSpPr txBox="1"/>
            <p:nvPr/>
          </p:nvSpPr>
          <p:spPr>
            <a:xfrm>
              <a:off x="2406622" y="5608122"/>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a:t>
              </a:r>
              <a:r>
                <a:rPr lang="en-US" sz="900" b="1" dirty="0">
                  <a:solidFill>
                    <a:srgbClr val="404040"/>
                  </a:solidFill>
                  <a:latin typeface="맑은 고딕"/>
                  <a:ea typeface="맑은 고딕"/>
                </a:rPr>
                <a:t>20</a:t>
              </a:r>
              <a:r>
                <a:rPr sz="900" b="1" dirty="0">
                  <a:solidFill>
                    <a:srgbClr val="404040"/>
                  </a:solidFill>
                  <a:latin typeface="맑은 고딕"/>
                  <a:ea typeface="맑은 고딕"/>
                </a:rPr>
                <a:t>,</a:t>
              </a:r>
              <a:r>
                <a:rPr lang="en-US" sz="900" b="1" dirty="0">
                  <a:solidFill>
                    <a:srgbClr val="404040"/>
                  </a:solidFill>
                  <a:latin typeface="맑은 고딕"/>
                  <a:ea typeface="맑은 고딕"/>
                </a:rPr>
                <a:t>0</a:t>
              </a:r>
              <a:r>
                <a:rPr sz="900" b="1" dirty="0">
                  <a:solidFill>
                    <a:srgbClr val="404040"/>
                  </a:solidFill>
                  <a:latin typeface="맑은 고딕"/>
                  <a:ea typeface="맑은 고딕"/>
                </a:rPr>
                <a:t>00원</a:t>
              </a:r>
            </a:p>
          </p:txBody>
        </p:sp>
        <p:sp>
          <p:nvSpPr>
            <p:cNvPr id="51" name="Rounded Rectangle 27">
              <a:extLst>
                <a:ext uri="{FF2B5EF4-FFF2-40B4-BE49-F238E27FC236}">
                  <a16:creationId xmlns:a16="http://schemas.microsoft.com/office/drawing/2014/main" id="{F56F94CF-B404-FE7D-BEF4-BC83B1427D96}"/>
                </a:ext>
              </a:extLst>
            </p:cNvPr>
            <p:cNvSpPr/>
            <p:nvPr/>
          </p:nvSpPr>
          <p:spPr>
            <a:xfrm>
              <a:off x="490485" y="560498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pic>
          <p:nvPicPr>
            <p:cNvPr id="127" name="Picture 2" descr="on, radio icon">
              <a:extLst>
                <a:ext uri="{FF2B5EF4-FFF2-40B4-BE49-F238E27FC236}">
                  <a16:creationId xmlns:a16="http://schemas.microsoft.com/office/drawing/2014/main" id="{F4BC20BA-F3AB-7E50-FFB7-1BA797DC8CC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9029" y="5644685"/>
              <a:ext cx="102298" cy="102298"/>
            </a:xfrm>
            <a:prstGeom prst="rect">
              <a:avLst/>
            </a:prstGeom>
            <a:noFill/>
            <a:extLst>
              <a:ext uri="{909E8E84-426E-40DD-AFC4-6F175D3DCCD1}">
                <a14:hiddenFill xmlns:a14="http://schemas.microsoft.com/office/drawing/2010/main">
                  <a:solidFill>
                    <a:srgbClr val="FFFFFF"/>
                  </a:solidFill>
                </a14:hiddenFill>
              </a:ext>
            </a:extLst>
          </p:spPr>
        </p:pic>
        <p:sp>
          <p:nvSpPr>
            <p:cNvPr id="143" name="Rounded Rectangle 33">
              <a:extLst>
                <a:ext uri="{FF2B5EF4-FFF2-40B4-BE49-F238E27FC236}">
                  <a16:creationId xmlns:a16="http://schemas.microsoft.com/office/drawing/2014/main" id="{FF2A688D-4FDA-4EC3-06F9-0ED7446A45C9}"/>
                </a:ext>
              </a:extLst>
            </p:cNvPr>
            <p:cNvSpPr/>
            <p:nvPr/>
          </p:nvSpPr>
          <p:spPr>
            <a:xfrm>
              <a:off x="2314186" y="563729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74" name="TextBox 173">
            <a:extLst>
              <a:ext uri="{FF2B5EF4-FFF2-40B4-BE49-F238E27FC236}">
                <a16:creationId xmlns:a16="http://schemas.microsoft.com/office/drawing/2014/main" id="{E8F38741-7839-A3A1-73A1-B904AFBC0706}"/>
              </a:ext>
            </a:extLst>
          </p:cNvPr>
          <p:cNvSpPr txBox="1"/>
          <p:nvPr/>
        </p:nvSpPr>
        <p:spPr>
          <a:xfrm>
            <a:off x="3727413" y="1644307"/>
            <a:ext cx="906017"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배송지 추가</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수정</a:t>
            </a:r>
          </a:p>
        </p:txBody>
      </p:sp>
      <p:sp>
        <p:nvSpPr>
          <p:cNvPr id="14" name="직사각형 13">
            <a:extLst>
              <a:ext uri="{FF2B5EF4-FFF2-40B4-BE49-F238E27FC236}">
                <a16:creationId xmlns:a16="http://schemas.microsoft.com/office/drawing/2014/main" id="{D1ED02A1-C49C-070D-EFA7-A255000EE971}"/>
              </a:ext>
            </a:extLst>
          </p:cNvPr>
          <p:cNvSpPr/>
          <p:nvPr/>
        </p:nvSpPr>
        <p:spPr>
          <a:xfrm>
            <a:off x="16528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B2F4F754-4789-BD00-0DC4-476E680DC98C}"/>
              </a:ext>
            </a:extLst>
          </p:cNvPr>
          <p:cNvSpPr txBox="1"/>
          <p:nvPr/>
        </p:nvSpPr>
        <p:spPr>
          <a:xfrm>
            <a:off x="1307907" y="78285"/>
            <a:ext cx="89960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배송지 목록 팝업</a:t>
            </a:r>
          </a:p>
        </p:txBody>
      </p:sp>
      <p:graphicFrame>
        <p:nvGraphicFramePr>
          <p:cNvPr id="16" name="Group 59">
            <a:extLst>
              <a:ext uri="{FF2B5EF4-FFF2-40B4-BE49-F238E27FC236}">
                <a16:creationId xmlns:a16="http://schemas.microsoft.com/office/drawing/2014/main" id="{415D0B63-1697-8A5A-F5A4-05EC8F1448FB}"/>
              </a:ext>
            </a:extLst>
          </p:cNvPr>
          <p:cNvGraphicFramePr>
            <a:graphicFrameLocks noGrp="1"/>
          </p:cNvGraphicFramePr>
          <p:nvPr>
            <p:extLst>
              <p:ext uri="{D42A27DB-BD31-4B8C-83A1-F6EECF244321}">
                <p14:modId xmlns:p14="http://schemas.microsoft.com/office/powerpoint/2010/main" val="2799176008"/>
              </p:ext>
            </p:extLst>
          </p:nvPr>
        </p:nvGraphicFramePr>
        <p:xfrm>
          <a:off x="10128399" y="623854"/>
          <a:ext cx="2850436" cy="483520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1-1 </a:t>
                      </a:r>
                      <a:r>
                        <a:rPr lang="ko-KR" altLang="en-US" sz="800" b="1" u="sng" kern="0" spc="-70" baseline="0" dirty="0">
                          <a:solidFill>
                            <a:schemeClr val="tx1"/>
                          </a:solidFill>
                          <a:latin typeface="+mn-ea"/>
                        </a:rPr>
                        <a:t>배송지 카드</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기본배송지로 설정 시 기본배송지 라벨 표시</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1-2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수정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배송지 입력 팝업으로 이동</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(3</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인풋에 기존에 입력된 정보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채워된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상태로 열림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1-3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삭제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저장된 배송지 삭제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(confirm)</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새 배송지 추가</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빈 입력 팝업으로 이동</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(3</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2-2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배송지 </a:t>
                      </a: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개 이상 케이스</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새로운 배송지를 등록할 경우 카드를 세로로 나열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기본 배송지를 가장 상단에 배치</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3-1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배송지 입력 인풋</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새 배송지 추가 → 빈 폼</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신규 등록</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수정 → 기존 값 채워진 상태에서 배송지 수정</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기본배송지로 저장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체크시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해당 배송지를 기본배송지로 지정</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1</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개만 설정 가능</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취소</a:t>
                      </a:r>
                      <a:r>
                        <a:rPr kumimoji="0" lang="en-US" altLang="ko-KR" sz="800" b="1" i="0" u="sng" strike="noStrike" kern="0" cap="none" spc="-70" normalizeH="0" baseline="0" noProof="0" dirty="0">
                          <a:ln>
                            <a:noFill/>
                          </a:ln>
                          <a:solidFill>
                            <a:schemeClr val="tx1"/>
                          </a:solidFill>
                          <a:effectLst/>
                          <a:uLnTx/>
                          <a:uFillTx/>
                          <a:latin typeface="+mn-ea"/>
                          <a:ea typeface="+mn-ea"/>
                          <a:cs typeface="+mn-cs"/>
                        </a:rPr>
                        <a:t>/</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저장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[취소]: 변경 </a:t>
                      </a:r>
                      <a:r>
                        <a:rPr lang="ko-KR" altLang="ko-KR" sz="800" dirty="0" err="1"/>
                        <a:t>미반영</a:t>
                      </a:r>
                      <a:r>
                        <a:rPr lang="ko-KR" altLang="ko-KR" sz="800" dirty="0"/>
                        <a:t> 후 닫기(변경 사항 있으면 </a:t>
                      </a:r>
                      <a:r>
                        <a:rPr lang="ko-KR" altLang="ko-KR" sz="800" dirty="0" err="1"/>
                        <a:t>confirm</a:t>
                      </a:r>
                      <a:r>
                        <a:rPr lang="ko-KR" altLang="ko-KR" sz="800" dirty="0"/>
                        <a:t>)</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[확인]: </a:t>
                      </a:r>
                      <a:r>
                        <a:rPr lang="ko-KR" altLang="en-US" sz="800" dirty="0"/>
                        <a:t>추가</a:t>
                      </a:r>
                      <a:r>
                        <a:rPr lang="en-US" altLang="ko-KR" sz="800" dirty="0"/>
                        <a:t>/</a:t>
                      </a:r>
                      <a:r>
                        <a:rPr lang="ko-KR" altLang="ko-KR" sz="800" dirty="0"/>
                        <a:t>변경</a:t>
                      </a:r>
                      <a:r>
                        <a:rPr lang="ko-KR" altLang="en-US" sz="800" dirty="0"/>
                        <a:t>사항 </a:t>
                      </a:r>
                      <a:r>
                        <a:rPr lang="ko-KR" altLang="ko-KR" sz="800" dirty="0"/>
                        <a:t>반영 후 닫</a:t>
                      </a:r>
                      <a:r>
                        <a:rPr lang="ko-KR" altLang="en-US" sz="800" dirty="0"/>
                        <a:t>기</a:t>
                      </a:r>
                      <a:r>
                        <a:rPr lang="ko-KR" altLang="ko-KR" sz="800" dirty="0"/>
                        <a:t> </a:t>
                      </a:r>
                      <a:endParaRPr lang="en-US" altLang="ko-KR" sz="800" dirty="0"/>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저장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바텀시트가</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닫히며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선택된 배송지로 결제하기 화면에서 갱신됨</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9" name="사각형: 둥근 위쪽 모서리 18">
            <a:extLst>
              <a:ext uri="{FF2B5EF4-FFF2-40B4-BE49-F238E27FC236}">
                <a16:creationId xmlns:a16="http://schemas.microsoft.com/office/drawing/2014/main" id="{ABAAAB27-BC10-9F88-CCBF-7686C76C2A0C}"/>
              </a:ext>
            </a:extLst>
          </p:cNvPr>
          <p:cNvSpPr/>
          <p:nvPr/>
        </p:nvSpPr>
        <p:spPr>
          <a:xfrm>
            <a:off x="164698" y="2941277"/>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0" name="직사각형 19">
            <a:extLst>
              <a:ext uri="{FF2B5EF4-FFF2-40B4-BE49-F238E27FC236}">
                <a16:creationId xmlns:a16="http://schemas.microsoft.com/office/drawing/2014/main" id="{C145068A-C95D-3A1D-21AA-6C77ED80C978}"/>
              </a:ext>
            </a:extLst>
          </p:cNvPr>
          <p:cNvSpPr/>
          <p:nvPr/>
        </p:nvSpPr>
        <p:spPr>
          <a:xfrm>
            <a:off x="164698" y="3224544"/>
            <a:ext cx="3426314"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2CEAB9EE-B757-3197-F8D9-1038AE94688C}"/>
              </a:ext>
            </a:extLst>
          </p:cNvPr>
          <p:cNvSpPr/>
          <p:nvPr/>
        </p:nvSpPr>
        <p:spPr>
          <a:xfrm>
            <a:off x="1129235"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sp>
        <p:nvSpPr>
          <p:cNvPr id="22" name="TextBox 21">
            <a:extLst>
              <a:ext uri="{FF2B5EF4-FFF2-40B4-BE49-F238E27FC236}">
                <a16:creationId xmlns:a16="http://schemas.microsoft.com/office/drawing/2014/main" id="{D0A8210D-8453-7BE2-FB7D-77528E60A1D0}"/>
              </a:ext>
            </a:extLst>
          </p:cNvPr>
          <p:cNvSpPr txBox="1"/>
          <p:nvPr/>
        </p:nvSpPr>
        <p:spPr>
          <a:xfrm>
            <a:off x="345888" y="3349064"/>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배송지 목록</a:t>
            </a:r>
            <a:endParaRPr sz="900" b="1" dirty="0">
              <a:solidFill>
                <a:srgbClr val="404040"/>
              </a:solidFill>
              <a:latin typeface="맑은 고딕"/>
              <a:ea typeface="맑은 고딕"/>
            </a:endParaRPr>
          </a:p>
        </p:txBody>
      </p:sp>
      <p:sp>
        <p:nvSpPr>
          <p:cNvPr id="29" name="직사각형 28">
            <a:extLst>
              <a:ext uri="{FF2B5EF4-FFF2-40B4-BE49-F238E27FC236}">
                <a16:creationId xmlns:a16="http://schemas.microsoft.com/office/drawing/2014/main" id="{33B40AB8-DE56-907C-85E0-18AD89FAD3FD}"/>
              </a:ext>
            </a:extLst>
          </p:cNvPr>
          <p:cNvSpPr/>
          <p:nvPr/>
        </p:nvSpPr>
        <p:spPr>
          <a:xfrm>
            <a:off x="328948" y="3643488"/>
            <a:ext cx="3085578" cy="97625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1" name="Rounded Rectangle 33">
            <a:extLst>
              <a:ext uri="{FF2B5EF4-FFF2-40B4-BE49-F238E27FC236}">
                <a16:creationId xmlns:a16="http://schemas.microsoft.com/office/drawing/2014/main" id="{2DB2BCF2-0B4D-901A-06BB-133D6E7EBAF6}"/>
              </a:ext>
            </a:extLst>
          </p:cNvPr>
          <p:cNvSpPr/>
          <p:nvPr/>
        </p:nvSpPr>
        <p:spPr>
          <a:xfrm>
            <a:off x="409427"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수정</a:t>
            </a:r>
            <a:endParaRPr lang="en-US" altLang="ko-KR" sz="800" dirty="0">
              <a:solidFill>
                <a:srgbClr val="595959"/>
              </a:solidFill>
              <a:ea typeface="맑은 고딕"/>
            </a:endParaRPr>
          </a:p>
        </p:txBody>
      </p:sp>
      <p:sp>
        <p:nvSpPr>
          <p:cNvPr id="27" name="Rounded Rectangle 35">
            <a:extLst>
              <a:ext uri="{FF2B5EF4-FFF2-40B4-BE49-F238E27FC236}">
                <a16:creationId xmlns:a16="http://schemas.microsoft.com/office/drawing/2014/main" id="{895F188F-3C15-B5DA-0154-51C66681B353}"/>
              </a:ext>
            </a:extLst>
          </p:cNvPr>
          <p:cNvSpPr/>
          <p:nvPr/>
        </p:nvSpPr>
        <p:spPr>
          <a:xfrm>
            <a:off x="336505" y="4741972"/>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ysClr val="windowText" lastClr="000000"/>
                </a:solidFill>
                <a:ea typeface="맑은 고딕"/>
              </a:rPr>
              <a:t>+   </a:t>
            </a:r>
            <a:r>
              <a:rPr lang="ko-KR" altLang="en-US" sz="800" dirty="0">
                <a:solidFill>
                  <a:sysClr val="windowText" lastClr="000000"/>
                </a:solidFill>
                <a:ea typeface="맑은 고딕"/>
              </a:rPr>
              <a:t>새 배송지 추가</a:t>
            </a:r>
          </a:p>
        </p:txBody>
      </p:sp>
      <p:sp>
        <p:nvSpPr>
          <p:cNvPr id="60" name="Rounded Rectangle 23">
            <a:extLst>
              <a:ext uri="{FF2B5EF4-FFF2-40B4-BE49-F238E27FC236}">
                <a16:creationId xmlns:a16="http://schemas.microsoft.com/office/drawing/2014/main" id="{C0215357-4BA4-F495-4C16-B82C2C66DAB5}"/>
              </a:ext>
            </a:extLst>
          </p:cNvPr>
          <p:cNvSpPr/>
          <p:nvPr/>
        </p:nvSpPr>
        <p:spPr>
          <a:xfrm>
            <a:off x="3130797" y="4054554"/>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grpSp>
        <p:nvGrpSpPr>
          <p:cNvPr id="24" name="그룹 23">
            <a:extLst>
              <a:ext uri="{FF2B5EF4-FFF2-40B4-BE49-F238E27FC236}">
                <a16:creationId xmlns:a16="http://schemas.microsoft.com/office/drawing/2014/main" id="{7758CCA1-B4B8-6CC2-80A9-AC59CAA399D7}"/>
              </a:ext>
            </a:extLst>
          </p:cNvPr>
          <p:cNvGrpSpPr/>
          <p:nvPr/>
        </p:nvGrpSpPr>
        <p:grpSpPr>
          <a:xfrm>
            <a:off x="445443" y="3740573"/>
            <a:ext cx="2283098" cy="558818"/>
            <a:chOff x="5114729" y="5240399"/>
            <a:chExt cx="2283098" cy="558818"/>
          </a:xfrm>
        </p:grpSpPr>
        <p:sp>
          <p:nvSpPr>
            <p:cNvPr id="33" name="Rounded Rectangle 27">
              <a:extLst>
                <a:ext uri="{FF2B5EF4-FFF2-40B4-BE49-F238E27FC236}">
                  <a16:creationId xmlns:a16="http://schemas.microsoft.com/office/drawing/2014/main" id="{8ED224AF-371C-C008-38AE-4791795DCC20}"/>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err="1">
                  <a:solidFill>
                    <a:schemeClr val="tx1"/>
                  </a:solidFill>
                  <a:ea typeface="맑은 고딕"/>
                </a:rPr>
                <a:t>논현로</a:t>
              </a:r>
              <a:endParaRPr lang="ko-KR" altLang="en-US" sz="900" b="1" dirty="0">
                <a:solidFill>
                  <a:schemeClr val="tx1"/>
                </a:solidFill>
                <a:ea typeface="맑은 고딕"/>
              </a:endParaRPr>
            </a:p>
          </p:txBody>
        </p:sp>
        <p:sp>
          <p:nvSpPr>
            <p:cNvPr id="35" name="Rounded Rectangle 27">
              <a:extLst>
                <a:ext uri="{FF2B5EF4-FFF2-40B4-BE49-F238E27FC236}">
                  <a16:creationId xmlns:a16="http://schemas.microsoft.com/office/drawing/2014/main" id="{5FFFCE20-5E1C-0885-FE1F-8D547E256293}"/>
                </a:ext>
              </a:extLst>
            </p:cNvPr>
            <p:cNvSpPr/>
            <p:nvPr/>
          </p:nvSpPr>
          <p:spPr>
            <a:xfrm>
              <a:off x="5600434" y="5240399"/>
              <a:ext cx="761084" cy="253712"/>
            </a:xfrm>
            <a:prstGeom prst="roundRect">
              <a:avLst>
                <a:gd name="adj" fmla="val 50000"/>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기본배송지</a:t>
              </a:r>
            </a:p>
          </p:txBody>
        </p:sp>
        <p:sp>
          <p:nvSpPr>
            <p:cNvPr id="42" name="Rounded Rectangle 27">
              <a:extLst>
                <a:ext uri="{FF2B5EF4-FFF2-40B4-BE49-F238E27FC236}">
                  <a16:creationId xmlns:a16="http://schemas.microsoft.com/office/drawing/2014/main" id="{0BC8D90B-B10A-D4DD-098C-363AD0D4EDA5}"/>
                </a:ext>
              </a:extLst>
            </p:cNvPr>
            <p:cNvSpPr/>
            <p:nvPr/>
          </p:nvSpPr>
          <p:spPr>
            <a:xfrm>
              <a:off x="5128693" y="5497137"/>
              <a:ext cx="2269134"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홍길동 010-7143-2005</a:t>
              </a:r>
              <a:br>
                <a:rPr lang="ko-KR" altLang="ko-KR" sz="700" dirty="0">
                  <a:solidFill>
                    <a:schemeClr val="tx1"/>
                  </a:solidFill>
                  <a:ea typeface="맑은 고딕"/>
                </a:rPr>
              </a:br>
              <a:r>
                <a:rPr lang="ko-KR" altLang="ko-KR" sz="700" dirty="0">
                  <a:solidFill>
                    <a:schemeClr val="tx1"/>
                  </a:solidFill>
                  <a:ea typeface="맑은 고딕"/>
                </a:rPr>
                <a:t>(06313) 서울특별시 강남구 </a:t>
              </a:r>
              <a:r>
                <a:rPr lang="ko-KR" altLang="ko-KR" sz="700" dirty="0" err="1">
                  <a:solidFill>
                    <a:schemeClr val="tx1"/>
                  </a:solidFill>
                  <a:ea typeface="맑은 고딕"/>
                </a:rPr>
                <a:t>논현로</a:t>
              </a:r>
              <a:r>
                <a:rPr lang="ko-KR" altLang="ko-KR" sz="700" dirty="0">
                  <a:solidFill>
                    <a:schemeClr val="tx1"/>
                  </a:solidFill>
                  <a:ea typeface="맑은 고딕"/>
                </a:rPr>
                <a:t> 4 (개포동) 111</a:t>
              </a:r>
              <a:endParaRPr lang="ko-KR" altLang="en-US" sz="700" dirty="0">
                <a:solidFill>
                  <a:schemeClr val="tx1"/>
                </a:solidFill>
                <a:ea typeface="맑은 고딕"/>
              </a:endParaRPr>
            </a:p>
          </p:txBody>
        </p:sp>
      </p:grpSp>
      <p:sp>
        <p:nvSpPr>
          <p:cNvPr id="36" name="모서리가 둥근 직사각형 114">
            <a:extLst>
              <a:ext uri="{FF2B5EF4-FFF2-40B4-BE49-F238E27FC236}">
                <a16:creationId xmlns:a16="http://schemas.microsoft.com/office/drawing/2014/main" id="{D92C5460-8B94-D33B-5E27-C6E34FFF41C3}"/>
              </a:ext>
            </a:extLst>
          </p:cNvPr>
          <p:cNvSpPr/>
          <p:nvPr/>
        </p:nvSpPr>
        <p:spPr>
          <a:xfrm>
            <a:off x="190148" y="363878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164" name="모서리가 둥근 직사각형 114">
            <a:extLst>
              <a:ext uri="{FF2B5EF4-FFF2-40B4-BE49-F238E27FC236}">
                <a16:creationId xmlns:a16="http://schemas.microsoft.com/office/drawing/2014/main" id="{6B91614C-417C-A46D-71C5-192CB7D03793}"/>
              </a:ext>
            </a:extLst>
          </p:cNvPr>
          <p:cNvSpPr/>
          <p:nvPr/>
        </p:nvSpPr>
        <p:spPr>
          <a:xfrm>
            <a:off x="176239" y="426831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37" name="모서리가 둥근 직사각형 114">
            <a:extLst>
              <a:ext uri="{FF2B5EF4-FFF2-40B4-BE49-F238E27FC236}">
                <a16:creationId xmlns:a16="http://schemas.microsoft.com/office/drawing/2014/main" id="{EA52A64B-B10B-18D8-EE85-F2490D7D1467}"/>
              </a:ext>
            </a:extLst>
          </p:cNvPr>
          <p:cNvSpPr/>
          <p:nvPr/>
        </p:nvSpPr>
        <p:spPr>
          <a:xfrm>
            <a:off x="220007" y="47796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40" name="모서리가 둥근 직사각형 114">
            <a:extLst>
              <a:ext uri="{FF2B5EF4-FFF2-40B4-BE49-F238E27FC236}">
                <a16:creationId xmlns:a16="http://schemas.microsoft.com/office/drawing/2014/main" id="{BD2FFB08-D42C-06AC-4958-1A43583CF336}"/>
              </a:ext>
            </a:extLst>
          </p:cNvPr>
          <p:cNvSpPr/>
          <p:nvPr/>
        </p:nvSpPr>
        <p:spPr>
          <a:xfrm>
            <a:off x="872871" y="613946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61" name="TextBox 60">
            <a:extLst>
              <a:ext uri="{FF2B5EF4-FFF2-40B4-BE49-F238E27FC236}">
                <a16:creationId xmlns:a16="http://schemas.microsoft.com/office/drawing/2014/main" id="{78EBE8E0-2221-6F94-518F-B6E345E60944}"/>
              </a:ext>
            </a:extLst>
          </p:cNvPr>
          <p:cNvSpPr txBox="1"/>
          <p:nvPr/>
        </p:nvSpPr>
        <p:spPr>
          <a:xfrm>
            <a:off x="7164607" y="2402630"/>
            <a:ext cx="1157689"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배송지 </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2</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개 이상 케이스</a:t>
            </a:r>
          </a:p>
        </p:txBody>
      </p:sp>
      <p:grpSp>
        <p:nvGrpSpPr>
          <p:cNvPr id="167" name="그룹 166">
            <a:extLst>
              <a:ext uri="{FF2B5EF4-FFF2-40B4-BE49-F238E27FC236}">
                <a16:creationId xmlns:a16="http://schemas.microsoft.com/office/drawing/2014/main" id="{0CF6EEE9-7B86-57A7-4E7A-7FBB843B7300}"/>
              </a:ext>
            </a:extLst>
          </p:cNvPr>
          <p:cNvGrpSpPr/>
          <p:nvPr/>
        </p:nvGrpSpPr>
        <p:grpSpPr>
          <a:xfrm>
            <a:off x="3647369" y="2052117"/>
            <a:ext cx="3426314" cy="4403996"/>
            <a:chOff x="3732651" y="2052117"/>
            <a:chExt cx="3426314" cy="4403996"/>
          </a:xfrm>
        </p:grpSpPr>
        <p:sp>
          <p:nvSpPr>
            <p:cNvPr id="66" name="사각형: 둥근 위쪽 모서리 65">
              <a:extLst>
                <a:ext uri="{FF2B5EF4-FFF2-40B4-BE49-F238E27FC236}">
                  <a16:creationId xmlns:a16="http://schemas.microsoft.com/office/drawing/2014/main" id="{7C7265F4-3C27-8205-74C6-C0659535CBE2}"/>
                </a:ext>
              </a:extLst>
            </p:cNvPr>
            <p:cNvSpPr/>
            <p:nvPr/>
          </p:nvSpPr>
          <p:spPr>
            <a:xfrm>
              <a:off x="3732651" y="2052117"/>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69" name="직사각형 68">
              <a:extLst>
                <a:ext uri="{FF2B5EF4-FFF2-40B4-BE49-F238E27FC236}">
                  <a16:creationId xmlns:a16="http://schemas.microsoft.com/office/drawing/2014/main" id="{AAAAB69A-DDAD-C7E0-131E-0562DCB02E0A}"/>
                </a:ext>
              </a:extLst>
            </p:cNvPr>
            <p:cNvSpPr/>
            <p:nvPr/>
          </p:nvSpPr>
          <p:spPr>
            <a:xfrm>
              <a:off x="3732651" y="2335384"/>
              <a:ext cx="3426314" cy="412072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1" name="Rounded Rectangle 35">
              <a:extLst>
                <a:ext uri="{FF2B5EF4-FFF2-40B4-BE49-F238E27FC236}">
                  <a16:creationId xmlns:a16="http://schemas.microsoft.com/office/drawing/2014/main" id="{02A1DD46-960E-142C-346F-B835DC60F6E9}"/>
                </a:ext>
              </a:extLst>
            </p:cNvPr>
            <p:cNvSpPr/>
            <p:nvPr/>
          </p:nvSpPr>
          <p:spPr>
            <a:xfrm>
              <a:off x="3924201"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sp>
          <p:nvSpPr>
            <p:cNvPr id="72" name="TextBox 71">
              <a:extLst>
                <a:ext uri="{FF2B5EF4-FFF2-40B4-BE49-F238E27FC236}">
                  <a16:creationId xmlns:a16="http://schemas.microsoft.com/office/drawing/2014/main" id="{E6EDF8A0-FE12-8CDB-3E55-AE41B72F26EB}"/>
                </a:ext>
              </a:extLst>
            </p:cNvPr>
            <p:cNvSpPr txBox="1"/>
            <p:nvPr/>
          </p:nvSpPr>
          <p:spPr>
            <a:xfrm>
              <a:off x="3913841" y="2459904"/>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배송지 수정</a:t>
              </a:r>
              <a:endParaRPr sz="900" b="1" dirty="0">
                <a:solidFill>
                  <a:srgbClr val="404040"/>
                </a:solidFill>
                <a:latin typeface="맑은 고딕"/>
                <a:ea typeface="맑은 고딕"/>
              </a:endParaRPr>
            </a:p>
          </p:txBody>
        </p:sp>
        <p:grpSp>
          <p:nvGrpSpPr>
            <p:cNvPr id="96" name="그룹 95">
              <a:extLst>
                <a:ext uri="{FF2B5EF4-FFF2-40B4-BE49-F238E27FC236}">
                  <a16:creationId xmlns:a16="http://schemas.microsoft.com/office/drawing/2014/main" id="{7CFF455D-0C88-3D1E-C68B-4F05471C1791}"/>
                </a:ext>
              </a:extLst>
            </p:cNvPr>
            <p:cNvGrpSpPr/>
            <p:nvPr/>
          </p:nvGrpSpPr>
          <p:grpSpPr>
            <a:xfrm>
              <a:off x="3916004" y="2756216"/>
              <a:ext cx="3059608" cy="453288"/>
              <a:chOff x="336505" y="3746208"/>
              <a:chExt cx="3059608" cy="453288"/>
            </a:xfrm>
          </p:grpSpPr>
          <p:sp>
            <p:nvSpPr>
              <p:cNvPr id="97" name="Rounded Rectangle 35">
                <a:extLst>
                  <a:ext uri="{FF2B5EF4-FFF2-40B4-BE49-F238E27FC236}">
                    <a16:creationId xmlns:a16="http://schemas.microsoft.com/office/drawing/2014/main" id="{4AE8A3FD-C3A7-E684-EE3E-6441DE415036}"/>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err="1">
                    <a:solidFill>
                      <a:srgbClr val="595959"/>
                    </a:solidFill>
                    <a:ea typeface="맑은 고딕"/>
                  </a:rPr>
                  <a:t>논현로</a:t>
                </a:r>
                <a:endParaRPr lang="en-US" altLang="ko-KR" sz="800" dirty="0">
                  <a:solidFill>
                    <a:srgbClr val="595959"/>
                  </a:solidFill>
                  <a:ea typeface="맑은 고딕"/>
                </a:endParaRPr>
              </a:p>
            </p:txBody>
          </p:sp>
          <p:sp>
            <p:nvSpPr>
              <p:cNvPr id="99" name="TextBox 98">
                <a:extLst>
                  <a:ext uri="{FF2B5EF4-FFF2-40B4-BE49-F238E27FC236}">
                    <a16:creationId xmlns:a16="http://schemas.microsoft.com/office/drawing/2014/main" id="{A4EDEF00-BDE3-8E0B-DED9-D1E85D09CAED}"/>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배송지명</a:t>
                </a:r>
                <a:r>
                  <a:rPr lang="en-US" altLang="ko-KR" sz="800" b="1" dirty="0">
                    <a:solidFill>
                      <a:srgbClr val="FF0000"/>
                    </a:solidFill>
                    <a:ea typeface="맑은 고딕"/>
                  </a:rPr>
                  <a:t>*</a:t>
                </a:r>
                <a:endParaRPr sz="800" b="1" dirty="0">
                  <a:solidFill>
                    <a:srgbClr val="FF0000"/>
                  </a:solidFill>
                  <a:ea typeface="맑은 고딕"/>
                </a:endParaRPr>
              </a:p>
            </p:txBody>
          </p:sp>
        </p:grpSp>
        <p:sp>
          <p:nvSpPr>
            <p:cNvPr id="121" name="Rounded Rectangle 35">
              <a:extLst>
                <a:ext uri="{FF2B5EF4-FFF2-40B4-BE49-F238E27FC236}">
                  <a16:creationId xmlns:a16="http://schemas.microsoft.com/office/drawing/2014/main" id="{9294F6E6-CB20-4D78-2830-90F176BD7168}"/>
                </a:ext>
              </a:extLst>
            </p:cNvPr>
            <p:cNvSpPr/>
            <p:nvPr/>
          </p:nvSpPr>
          <p:spPr>
            <a:xfrm>
              <a:off x="5463829"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grpSp>
          <p:nvGrpSpPr>
            <p:cNvPr id="126" name="그룹 125">
              <a:extLst>
                <a:ext uri="{FF2B5EF4-FFF2-40B4-BE49-F238E27FC236}">
                  <a16:creationId xmlns:a16="http://schemas.microsoft.com/office/drawing/2014/main" id="{259CAF40-51C4-6F33-969C-6519E95300BE}"/>
                </a:ext>
              </a:extLst>
            </p:cNvPr>
            <p:cNvGrpSpPr/>
            <p:nvPr/>
          </p:nvGrpSpPr>
          <p:grpSpPr>
            <a:xfrm>
              <a:off x="3916004" y="3327002"/>
              <a:ext cx="3059608" cy="453288"/>
              <a:chOff x="336505" y="3746208"/>
              <a:chExt cx="3059608" cy="453288"/>
            </a:xfrm>
          </p:grpSpPr>
          <p:sp>
            <p:nvSpPr>
              <p:cNvPr id="129" name="Rounded Rectangle 35">
                <a:extLst>
                  <a:ext uri="{FF2B5EF4-FFF2-40B4-BE49-F238E27FC236}">
                    <a16:creationId xmlns:a16="http://schemas.microsoft.com/office/drawing/2014/main" id="{5293DDC5-A278-1C55-36BC-A7DA5FAA10F7}"/>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홍길동</a:t>
                </a:r>
                <a:endParaRPr lang="en-US" altLang="ko-KR" sz="800" dirty="0">
                  <a:solidFill>
                    <a:srgbClr val="595959"/>
                  </a:solidFill>
                  <a:ea typeface="맑은 고딕"/>
                </a:endParaRPr>
              </a:p>
            </p:txBody>
          </p:sp>
          <p:sp>
            <p:nvSpPr>
              <p:cNvPr id="131" name="TextBox 130">
                <a:extLst>
                  <a:ext uri="{FF2B5EF4-FFF2-40B4-BE49-F238E27FC236}">
                    <a16:creationId xmlns:a16="http://schemas.microsoft.com/office/drawing/2014/main" id="{199E534E-5D3C-748F-E6DF-9D000F55348A}"/>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err="1">
                    <a:solidFill>
                      <a:srgbClr val="404040"/>
                    </a:solidFill>
                    <a:ea typeface="맑은 고딕"/>
                  </a:rPr>
                  <a:t>받는분</a:t>
                </a:r>
                <a:r>
                  <a:rPr lang="en-US" altLang="ko-KR" sz="800" b="1" dirty="0">
                    <a:solidFill>
                      <a:srgbClr val="FF0000"/>
                    </a:solidFill>
                    <a:ea typeface="맑은 고딕"/>
                  </a:rPr>
                  <a:t>*</a:t>
                </a:r>
                <a:endParaRPr sz="800" b="1" dirty="0">
                  <a:solidFill>
                    <a:srgbClr val="FF0000"/>
                  </a:solidFill>
                  <a:ea typeface="맑은 고딕"/>
                </a:endParaRPr>
              </a:p>
            </p:txBody>
          </p:sp>
        </p:grpSp>
        <p:grpSp>
          <p:nvGrpSpPr>
            <p:cNvPr id="132" name="그룹 131">
              <a:extLst>
                <a:ext uri="{FF2B5EF4-FFF2-40B4-BE49-F238E27FC236}">
                  <a16:creationId xmlns:a16="http://schemas.microsoft.com/office/drawing/2014/main" id="{C4EB32E9-73B2-68D1-2AC1-2050CEBC9617}"/>
                </a:ext>
              </a:extLst>
            </p:cNvPr>
            <p:cNvGrpSpPr/>
            <p:nvPr/>
          </p:nvGrpSpPr>
          <p:grpSpPr>
            <a:xfrm>
              <a:off x="3916004" y="3897788"/>
              <a:ext cx="3059608" cy="453288"/>
              <a:chOff x="336505" y="3746208"/>
              <a:chExt cx="3059608" cy="453288"/>
            </a:xfrm>
          </p:grpSpPr>
          <p:sp>
            <p:nvSpPr>
              <p:cNvPr id="133" name="Rounded Rectangle 35">
                <a:extLst>
                  <a:ext uri="{FF2B5EF4-FFF2-40B4-BE49-F238E27FC236}">
                    <a16:creationId xmlns:a16="http://schemas.microsoft.com/office/drawing/2014/main" id="{7A797BB0-D2C3-F169-15F8-DEFC470A9E38}"/>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010-1234-5678</a:t>
                </a:r>
              </a:p>
            </p:txBody>
          </p:sp>
          <p:sp>
            <p:nvSpPr>
              <p:cNvPr id="134" name="TextBox 133">
                <a:extLst>
                  <a:ext uri="{FF2B5EF4-FFF2-40B4-BE49-F238E27FC236}">
                    <a16:creationId xmlns:a16="http://schemas.microsoft.com/office/drawing/2014/main" id="{24E018E8-F3F1-A96B-5F0B-CE4043B80C5D}"/>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핸드폰 번호</a:t>
                </a:r>
                <a:r>
                  <a:rPr lang="en-US" altLang="ko-KR" sz="800" b="1" dirty="0">
                    <a:solidFill>
                      <a:srgbClr val="FF0000"/>
                    </a:solidFill>
                    <a:ea typeface="맑은 고딕"/>
                  </a:rPr>
                  <a:t>*</a:t>
                </a:r>
                <a:endParaRPr sz="800" b="1" dirty="0">
                  <a:solidFill>
                    <a:srgbClr val="FF0000"/>
                  </a:solidFill>
                  <a:ea typeface="맑은 고딕"/>
                </a:endParaRPr>
              </a:p>
            </p:txBody>
          </p:sp>
        </p:grpSp>
        <p:grpSp>
          <p:nvGrpSpPr>
            <p:cNvPr id="140" name="그룹 139">
              <a:extLst>
                <a:ext uri="{FF2B5EF4-FFF2-40B4-BE49-F238E27FC236}">
                  <a16:creationId xmlns:a16="http://schemas.microsoft.com/office/drawing/2014/main" id="{F43E0BE2-879F-48AE-7142-35D80B6B0707}"/>
                </a:ext>
              </a:extLst>
            </p:cNvPr>
            <p:cNvGrpSpPr/>
            <p:nvPr/>
          </p:nvGrpSpPr>
          <p:grpSpPr>
            <a:xfrm>
              <a:off x="3916004" y="4468574"/>
              <a:ext cx="3066631" cy="1135949"/>
              <a:chOff x="3916004" y="4718555"/>
              <a:chExt cx="3066631" cy="1135949"/>
            </a:xfrm>
          </p:grpSpPr>
          <p:sp>
            <p:nvSpPr>
              <p:cNvPr id="79" name="Rounded Rectangle 33">
                <a:extLst>
                  <a:ext uri="{FF2B5EF4-FFF2-40B4-BE49-F238E27FC236}">
                    <a16:creationId xmlns:a16="http://schemas.microsoft.com/office/drawing/2014/main" id="{39438A63-FCBF-E0B6-5DE7-FD190171E79A}"/>
                  </a:ext>
                </a:extLst>
              </p:cNvPr>
              <p:cNvSpPr/>
              <p:nvPr/>
            </p:nvSpPr>
            <p:spPr>
              <a:xfrm>
                <a:off x="6102102" y="4952387"/>
                <a:ext cx="880533"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우편번호 검색</a:t>
                </a:r>
                <a:endParaRPr lang="en-US" altLang="ko-KR" sz="800" dirty="0">
                  <a:solidFill>
                    <a:srgbClr val="595959"/>
                  </a:solidFill>
                  <a:ea typeface="맑은 고딕"/>
                </a:endParaRPr>
              </a:p>
            </p:txBody>
          </p:sp>
          <p:sp>
            <p:nvSpPr>
              <p:cNvPr id="136" name="Rounded Rectangle 35">
                <a:extLst>
                  <a:ext uri="{FF2B5EF4-FFF2-40B4-BE49-F238E27FC236}">
                    <a16:creationId xmlns:a16="http://schemas.microsoft.com/office/drawing/2014/main" id="{4FDD4264-6962-524A-CF1B-5FB306F6FCFE}"/>
                  </a:ext>
                </a:extLst>
              </p:cNvPr>
              <p:cNvSpPr/>
              <p:nvPr/>
            </p:nvSpPr>
            <p:spPr>
              <a:xfrm>
                <a:off x="3916004" y="4952387"/>
                <a:ext cx="2054387" cy="219456"/>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06313</a:t>
                </a:r>
              </a:p>
            </p:txBody>
          </p:sp>
          <p:sp>
            <p:nvSpPr>
              <p:cNvPr id="137" name="TextBox 136">
                <a:extLst>
                  <a:ext uri="{FF2B5EF4-FFF2-40B4-BE49-F238E27FC236}">
                    <a16:creationId xmlns:a16="http://schemas.microsoft.com/office/drawing/2014/main" id="{10555E9E-FD43-6CCA-C6DF-5E3F8C9A82B3}"/>
                  </a:ext>
                </a:extLst>
              </p:cNvPr>
              <p:cNvSpPr txBox="1"/>
              <p:nvPr/>
            </p:nvSpPr>
            <p:spPr>
              <a:xfrm>
                <a:off x="3925387" y="4718555"/>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주소</a:t>
                </a:r>
                <a:r>
                  <a:rPr lang="en-US" altLang="ko-KR" sz="800" b="1" dirty="0">
                    <a:solidFill>
                      <a:srgbClr val="FF0000"/>
                    </a:solidFill>
                    <a:ea typeface="맑은 고딕"/>
                  </a:rPr>
                  <a:t>*</a:t>
                </a:r>
                <a:endParaRPr sz="800" b="1" dirty="0">
                  <a:solidFill>
                    <a:srgbClr val="FF0000"/>
                  </a:solidFill>
                  <a:ea typeface="맑은 고딕"/>
                </a:endParaRPr>
              </a:p>
            </p:txBody>
          </p:sp>
          <p:sp>
            <p:nvSpPr>
              <p:cNvPr id="138" name="Rounded Rectangle 35">
                <a:extLst>
                  <a:ext uri="{FF2B5EF4-FFF2-40B4-BE49-F238E27FC236}">
                    <a16:creationId xmlns:a16="http://schemas.microsoft.com/office/drawing/2014/main" id="{280307E6-E6C4-163D-03BE-D1FE4F1593E7}"/>
                  </a:ext>
                </a:extLst>
              </p:cNvPr>
              <p:cNvSpPr/>
              <p:nvPr/>
            </p:nvSpPr>
            <p:spPr>
              <a:xfrm>
                <a:off x="3916004" y="5215274"/>
                <a:ext cx="3066631" cy="376342"/>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서울특별시 강남구 </a:t>
                </a:r>
                <a:r>
                  <a:rPr lang="ko-KR" altLang="en-US" sz="800" dirty="0" err="1">
                    <a:solidFill>
                      <a:srgbClr val="595959"/>
                    </a:solidFill>
                    <a:ea typeface="맑은 고딕"/>
                  </a:rPr>
                  <a:t>논현로</a:t>
                </a:r>
                <a:r>
                  <a:rPr lang="ko-KR" altLang="en-US" sz="800" dirty="0">
                    <a:solidFill>
                      <a:srgbClr val="595959"/>
                    </a:solidFill>
                    <a:ea typeface="맑은 고딕"/>
                  </a:rPr>
                  <a:t> </a:t>
                </a:r>
                <a:r>
                  <a:rPr lang="en-US" altLang="ko-KR" sz="800" dirty="0">
                    <a:solidFill>
                      <a:srgbClr val="595959"/>
                    </a:solidFill>
                    <a:ea typeface="맑은 고딕"/>
                  </a:rPr>
                  <a:t>4 (</a:t>
                </a:r>
                <a:r>
                  <a:rPr lang="ko-KR" altLang="en-US" sz="800" dirty="0">
                    <a:solidFill>
                      <a:srgbClr val="595959"/>
                    </a:solidFill>
                    <a:ea typeface="맑은 고딕"/>
                  </a:rPr>
                  <a:t>개포동</a:t>
                </a:r>
                <a:r>
                  <a:rPr lang="en-US" altLang="ko-KR" sz="800" dirty="0">
                    <a:solidFill>
                      <a:srgbClr val="595959"/>
                    </a:solidFill>
                    <a:ea typeface="맑은 고딕"/>
                  </a:rPr>
                  <a:t>) (</a:t>
                </a:r>
                <a:r>
                  <a:rPr lang="ko-KR" altLang="en-US" sz="800" dirty="0">
                    <a:solidFill>
                      <a:srgbClr val="595959"/>
                    </a:solidFill>
                    <a:ea typeface="맑은 고딕"/>
                  </a:rPr>
                  <a:t>서울특별시 강남구 개포동 </a:t>
                </a:r>
                <a:r>
                  <a:rPr lang="en-US" altLang="ko-KR" sz="800" dirty="0">
                    <a:solidFill>
                      <a:srgbClr val="595959"/>
                    </a:solidFill>
                    <a:ea typeface="맑은 고딕"/>
                  </a:rPr>
                  <a:t>1163-7)</a:t>
                </a:r>
              </a:p>
            </p:txBody>
          </p:sp>
          <p:sp>
            <p:nvSpPr>
              <p:cNvPr id="139" name="Rounded Rectangle 35">
                <a:extLst>
                  <a:ext uri="{FF2B5EF4-FFF2-40B4-BE49-F238E27FC236}">
                    <a16:creationId xmlns:a16="http://schemas.microsoft.com/office/drawing/2014/main" id="{86E9C038-29AE-B773-E34A-0DDA44134084}"/>
                  </a:ext>
                </a:extLst>
              </p:cNvPr>
              <p:cNvSpPr/>
              <p:nvPr/>
            </p:nvSpPr>
            <p:spPr>
              <a:xfrm>
                <a:off x="3916004" y="5635048"/>
                <a:ext cx="306663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111</a:t>
                </a:r>
              </a:p>
            </p:txBody>
          </p:sp>
        </p:grpSp>
        <p:grpSp>
          <p:nvGrpSpPr>
            <p:cNvPr id="142" name="그룹 141">
              <a:extLst>
                <a:ext uri="{FF2B5EF4-FFF2-40B4-BE49-F238E27FC236}">
                  <a16:creationId xmlns:a16="http://schemas.microsoft.com/office/drawing/2014/main" id="{2DE91286-73CE-3313-B83C-389A671C22F4}"/>
                </a:ext>
              </a:extLst>
            </p:cNvPr>
            <p:cNvGrpSpPr/>
            <p:nvPr/>
          </p:nvGrpSpPr>
          <p:grpSpPr>
            <a:xfrm>
              <a:off x="3933176" y="5722020"/>
              <a:ext cx="2419453" cy="205283"/>
              <a:chOff x="3933176" y="5802525"/>
              <a:chExt cx="2419453" cy="205283"/>
            </a:xfrm>
          </p:grpSpPr>
          <p:sp>
            <p:nvSpPr>
              <p:cNvPr id="81" name="Rounded Rectangle 23">
                <a:extLst>
                  <a:ext uri="{FF2B5EF4-FFF2-40B4-BE49-F238E27FC236}">
                    <a16:creationId xmlns:a16="http://schemas.microsoft.com/office/drawing/2014/main" id="{D65BADBE-2E55-1E10-64D9-E1495C657DA8}"/>
                  </a:ext>
                </a:extLst>
              </p:cNvPr>
              <p:cNvSpPr/>
              <p:nvPr/>
            </p:nvSpPr>
            <p:spPr>
              <a:xfrm>
                <a:off x="3933176" y="5828520"/>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41" name="Rounded Rectangle 27">
                <a:extLst>
                  <a:ext uri="{FF2B5EF4-FFF2-40B4-BE49-F238E27FC236}">
                    <a16:creationId xmlns:a16="http://schemas.microsoft.com/office/drawing/2014/main" id="{D7F298C1-CA9C-FEAC-8C0F-B20201448D15}"/>
                  </a:ext>
                </a:extLst>
              </p:cNvPr>
              <p:cNvSpPr/>
              <p:nvPr/>
            </p:nvSpPr>
            <p:spPr>
              <a:xfrm>
                <a:off x="4083495" y="5802525"/>
                <a:ext cx="2269134"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800" dirty="0">
                    <a:solidFill>
                      <a:schemeClr val="tx1"/>
                    </a:solidFill>
                    <a:ea typeface="맑은 고딕"/>
                  </a:rPr>
                  <a:t>기본 배송지로 저장</a:t>
                </a:r>
              </a:p>
            </p:txBody>
          </p:sp>
        </p:grpSp>
      </p:grpSp>
      <p:grpSp>
        <p:nvGrpSpPr>
          <p:cNvPr id="187" name="그룹 186">
            <a:extLst>
              <a:ext uri="{FF2B5EF4-FFF2-40B4-BE49-F238E27FC236}">
                <a16:creationId xmlns:a16="http://schemas.microsoft.com/office/drawing/2014/main" id="{B2E0D016-013A-A09D-01C7-BCE43A7CF2F3}"/>
              </a:ext>
            </a:extLst>
          </p:cNvPr>
          <p:cNvGrpSpPr/>
          <p:nvPr/>
        </p:nvGrpSpPr>
        <p:grpSpPr>
          <a:xfrm>
            <a:off x="7133169" y="2815633"/>
            <a:ext cx="2995230" cy="3640480"/>
            <a:chOff x="7218451" y="2815633"/>
            <a:chExt cx="2995230" cy="3640480"/>
          </a:xfrm>
        </p:grpSpPr>
        <p:sp>
          <p:nvSpPr>
            <p:cNvPr id="100" name="사각형: 둥근 위쪽 모서리 99">
              <a:extLst>
                <a:ext uri="{FF2B5EF4-FFF2-40B4-BE49-F238E27FC236}">
                  <a16:creationId xmlns:a16="http://schemas.microsoft.com/office/drawing/2014/main" id="{7B3184D5-9304-45CC-EB20-BFC4263D191A}"/>
                </a:ext>
              </a:extLst>
            </p:cNvPr>
            <p:cNvSpPr/>
            <p:nvPr/>
          </p:nvSpPr>
          <p:spPr>
            <a:xfrm>
              <a:off x="7218451" y="2815633"/>
              <a:ext cx="2995230"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101" name="직사각형 100">
              <a:extLst>
                <a:ext uri="{FF2B5EF4-FFF2-40B4-BE49-F238E27FC236}">
                  <a16:creationId xmlns:a16="http://schemas.microsoft.com/office/drawing/2014/main" id="{0CF58F77-FADC-08FF-80A6-6D9B25A2761C}"/>
                </a:ext>
              </a:extLst>
            </p:cNvPr>
            <p:cNvSpPr/>
            <p:nvPr/>
          </p:nvSpPr>
          <p:spPr>
            <a:xfrm>
              <a:off x="7218451" y="3098900"/>
              <a:ext cx="2995230" cy="335721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2" name="Rounded Rectangle 35">
              <a:extLst>
                <a:ext uri="{FF2B5EF4-FFF2-40B4-BE49-F238E27FC236}">
                  <a16:creationId xmlns:a16="http://schemas.microsoft.com/office/drawing/2014/main" id="{47D5AFB3-8C7D-CEFD-FCEB-59E9D11CBBFA}"/>
                </a:ext>
              </a:extLst>
            </p:cNvPr>
            <p:cNvSpPr/>
            <p:nvPr/>
          </p:nvSpPr>
          <p:spPr>
            <a:xfrm>
              <a:off x="7967445"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sp>
          <p:nvSpPr>
            <p:cNvPr id="103" name="TextBox 102">
              <a:extLst>
                <a:ext uri="{FF2B5EF4-FFF2-40B4-BE49-F238E27FC236}">
                  <a16:creationId xmlns:a16="http://schemas.microsoft.com/office/drawing/2014/main" id="{B6CEC3BB-C657-274F-619C-FECA3922018B}"/>
                </a:ext>
              </a:extLst>
            </p:cNvPr>
            <p:cNvSpPr txBox="1"/>
            <p:nvPr/>
          </p:nvSpPr>
          <p:spPr>
            <a:xfrm>
              <a:off x="7399641" y="3223420"/>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배송지 목록</a:t>
              </a:r>
              <a:endParaRPr sz="900" b="1" dirty="0">
                <a:solidFill>
                  <a:srgbClr val="404040"/>
                </a:solidFill>
                <a:latin typeface="맑은 고딕"/>
                <a:ea typeface="맑은 고딕"/>
              </a:endParaRPr>
            </a:p>
          </p:txBody>
        </p:sp>
        <p:grpSp>
          <p:nvGrpSpPr>
            <p:cNvPr id="185" name="그룹 184">
              <a:extLst>
                <a:ext uri="{FF2B5EF4-FFF2-40B4-BE49-F238E27FC236}">
                  <a16:creationId xmlns:a16="http://schemas.microsoft.com/office/drawing/2014/main" id="{DD0F5998-0C25-4A86-D6E4-ADABDE6C9C89}"/>
                </a:ext>
              </a:extLst>
            </p:cNvPr>
            <p:cNvGrpSpPr/>
            <p:nvPr/>
          </p:nvGrpSpPr>
          <p:grpSpPr>
            <a:xfrm>
              <a:off x="7382701" y="3517844"/>
              <a:ext cx="2704554" cy="976257"/>
              <a:chOff x="7382701" y="3643488"/>
              <a:chExt cx="2704554" cy="976257"/>
            </a:xfrm>
          </p:grpSpPr>
          <p:sp>
            <p:nvSpPr>
              <p:cNvPr id="108" name="직사각형 107">
                <a:extLst>
                  <a:ext uri="{FF2B5EF4-FFF2-40B4-BE49-F238E27FC236}">
                    <a16:creationId xmlns:a16="http://schemas.microsoft.com/office/drawing/2014/main" id="{E487C2D2-4CBB-F4CA-5D47-B272707FB33A}"/>
                  </a:ext>
                </a:extLst>
              </p:cNvPr>
              <p:cNvSpPr/>
              <p:nvPr/>
            </p:nvSpPr>
            <p:spPr>
              <a:xfrm>
                <a:off x="7382701" y="3643488"/>
                <a:ext cx="2704554" cy="97625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1" name="Rounded Rectangle 33">
                <a:extLst>
                  <a:ext uri="{FF2B5EF4-FFF2-40B4-BE49-F238E27FC236}">
                    <a16:creationId xmlns:a16="http://schemas.microsoft.com/office/drawing/2014/main" id="{39B30A27-96D1-517F-9A01-4F6CAFAA91CC}"/>
                  </a:ext>
                </a:extLst>
              </p:cNvPr>
              <p:cNvSpPr/>
              <p:nvPr/>
            </p:nvSpPr>
            <p:spPr>
              <a:xfrm>
                <a:off x="7463180"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수정</a:t>
                </a:r>
                <a:endParaRPr lang="en-US" altLang="ko-KR" sz="800" dirty="0">
                  <a:solidFill>
                    <a:srgbClr val="595959"/>
                  </a:solidFill>
                  <a:ea typeface="맑은 고딕"/>
                </a:endParaRPr>
              </a:p>
            </p:txBody>
          </p:sp>
          <p:sp>
            <p:nvSpPr>
              <p:cNvPr id="113" name="Rounded Rectangle 23">
                <a:extLst>
                  <a:ext uri="{FF2B5EF4-FFF2-40B4-BE49-F238E27FC236}">
                    <a16:creationId xmlns:a16="http://schemas.microsoft.com/office/drawing/2014/main" id="{10F424C7-5C1B-81AF-13FA-73AB9D949EBE}"/>
                  </a:ext>
                </a:extLst>
              </p:cNvPr>
              <p:cNvSpPr/>
              <p:nvPr/>
            </p:nvSpPr>
            <p:spPr>
              <a:xfrm>
                <a:off x="9803560" y="4054554"/>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grpSp>
            <p:nvGrpSpPr>
              <p:cNvPr id="117" name="그룹 116">
                <a:extLst>
                  <a:ext uri="{FF2B5EF4-FFF2-40B4-BE49-F238E27FC236}">
                    <a16:creationId xmlns:a16="http://schemas.microsoft.com/office/drawing/2014/main" id="{76809C27-12A3-87E1-306D-EE0F1734CBE5}"/>
                  </a:ext>
                </a:extLst>
              </p:cNvPr>
              <p:cNvGrpSpPr/>
              <p:nvPr/>
            </p:nvGrpSpPr>
            <p:grpSpPr>
              <a:xfrm>
                <a:off x="7499196" y="3740573"/>
                <a:ext cx="2283098" cy="558818"/>
                <a:chOff x="5114729" y="5240399"/>
                <a:chExt cx="2283098" cy="558818"/>
              </a:xfrm>
            </p:grpSpPr>
            <p:sp>
              <p:nvSpPr>
                <p:cNvPr id="118" name="Rounded Rectangle 27">
                  <a:extLst>
                    <a:ext uri="{FF2B5EF4-FFF2-40B4-BE49-F238E27FC236}">
                      <a16:creationId xmlns:a16="http://schemas.microsoft.com/office/drawing/2014/main" id="{DFAC028E-8A41-9038-4CBC-B58D212E232E}"/>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err="1">
                      <a:solidFill>
                        <a:schemeClr val="tx1"/>
                      </a:solidFill>
                      <a:ea typeface="맑은 고딕"/>
                    </a:rPr>
                    <a:t>논현로</a:t>
                  </a:r>
                  <a:endParaRPr lang="ko-KR" altLang="en-US" sz="900" b="1" dirty="0">
                    <a:solidFill>
                      <a:schemeClr val="tx1"/>
                    </a:solidFill>
                    <a:ea typeface="맑은 고딕"/>
                  </a:endParaRPr>
                </a:p>
              </p:txBody>
            </p:sp>
            <p:sp>
              <p:nvSpPr>
                <p:cNvPr id="119" name="Rounded Rectangle 27">
                  <a:extLst>
                    <a:ext uri="{FF2B5EF4-FFF2-40B4-BE49-F238E27FC236}">
                      <a16:creationId xmlns:a16="http://schemas.microsoft.com/office/drawing/2014/main" id="{76D922FB-5102-1131-0D68-755A69A995A0}"/>
                    </a:ext>
                  </a:extLst>
                </p:cNvPr>
                <p:cNvSpPr/>
                <p:nvPr/>
              </p:nvSpPr>
              <p:spPr>
                <a:xfrm>
                  <a:off x="5600434" y="5240399"/>
                  <a:ext cx="761084" cy="253712"/>
                </a:xfrm>
                <a:prstGeom prst="roundRect">
                  <a:avLst>
                    <a:gd name="adj" fmla="val 50000"/>
                  </a:avLst>
                </a:prstGeom>
                <a:solidFill>
                  <a:schemeClr val="bg1"/>
                </a:solidFill>
                <a:ln>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기본배송지</a:t>
                  </a:r>
                </a:p>
              </p:txBody>
            </p:sp>
            <p:sp>
              <p:nvSpPr>
                <p:cNvPr id="120" name="Rounded Rectangle 27">
                  <a:extLst>
                    <a:ext uri="{FF2B5EF4-FFF2-40B4-BE49-F238E27FC236}">
                      <a16:creationId xmlns:a16="http://schemas.microsoft.com/office/drawing/2014/main" id="{4DB27897-D0FA-1612-2754-D3F291745C82}"/>
                    </a:ext>
                  </a:extLst>
                </p:cNvPr>
                <p:cNvSpPr/>
                <p:nvPr/>
              </p:nvSpPr>
              <p:spPr>
                <a:xfrm>
                  <a:off x="5128693" y="5497137"/>
                  <a:ext cx="2269134"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홍길동 010-7143-2005</a:t>
                  </a:r>
                  <a:br>
                    <a:rPr lang="ko-KR" altLang="ko-KR" sz="700" dirty="0">
                      <a:solidFill>
                        <a:schemeClr val="tx1"/>
                      </a:solidFill>
                      <a:ea typeface="맑은 고딕"/>
                    </a:rPr>
                  </a:br>
                  <a:r>
                    <a:rPr lang="ko-KR" altLang="ko-KR" sz="700" dirty="0">
                      <a:solidFill>
                        <a:schemeClr val="tx1"/>
                      </a:solidFill>
                      <a:ea typeface="맑은 고딕"/>
                    </a:rPr>
                    <a:t>(06313) 서울특별시 강남구 </a:t>
                  </a:r>
                  <a:r>
                    <a:rPr lang="ko-KR" altLang="ko-KR" sz="700" dirty="0" err="1">
                      <a:solidFill>
                        <a:schemeClr val="tx1"/>
                      </a:solidFill>
                      <a:ea typeface="맑은 고딕"/>
                    </a:rPr>
                    <a:t>논현로</a:t>
                  </a:r>
                  <a:r>
                    <a:rPr lang="ko-KR" altLang="ko-KR" sz="700" dirty="0">
                      <a:solidFill>
                        <a:schemeClr val="tx1"/>
                      </a:solidFill>
                      <a:ea typeface="맑은 고딕"/>
                    </a:rPr>
                    <a:t> 4 (개포동) 111</a:t>
                  </a:r>
                  <a:endParaRPr lang="ko-KR" altLang="en-US" sz="700" dirty="0">
                    <a:solidFill>
                      <a:schemeClr val="tx1"/>
                    </a:solidFill>
                    <a:ea typeface="맑은 고딕"/>
                  </a:endParaRPr>
                </a:p>
              </p:txBody>
            </p:sp>
          </p:grpSp>
          <p:sp>
            <p:nvSpPr>
              <p:cNvPr id="194" name="Rounded Rectangle 33">
                <a:extLst>
                  <a:ext uri="{FF2B5EF4-FFF2-40B4-BE49-F238E27FC236}">
                    <a16:creationId xmlns:a16="http://schemas.microsoft.com/office/drawing/2014/main" id="{CA6D885B-86E4-63B3-129D-8926747E161E}"/>
                  </a:ext>
                </a:extLst>
              </p:cNvPr>
              <p:cNvSpPr/>
              <p:nvPr/>
            </p:nvSpPr>
            <p:spPr>
              <a:xfrm>
                <a:off x="8041302"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삭제</a:t>
                </a:r>
                <a:endParaRPr lang="en-US" altLang="ko-KR" sz="800" dirty="0">
                  <a:solidFill>
                    <a:srgbClr val="595959"/>
                  </a:solidFill>
                  <a:ea typeface="맑은 고딕"/>
                </a:endParaRPr>
              </a:p>
            </p:txBody>
          </p:sp>
        </p:grpSp>
        <p:sp>
          <p:nvSpPr>
            <p:cNvPr id="179" name="Rounded Rectangle 35">
              <a:extLst>
                <a:ext uri="{FF2B5EF4-FFF2-40B4-BE49-F238E27FC236}">
                  <a16:creationId xmlns:a16="http://schemas.microsoft.com/office/drawing/2014/main" id="{D2E18F11-CE93-C805-C8FB-2048830FBB6D}"/>
                </a:ext>
              </a:extLst>
            </p:cNvPr>
            <p:cNvSpPr/>
            <p:nvPr/>
          </p:nvSpPr>
          <p:spPr>
            <a:xfrm>
              <a:off x="7390258" y="5704129"/>
              <a:ext cx="270438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ysClr val="windowText" lastClr="000000"/>
                  </a:solidFill>
                  <a:ea typeface="맑은 고딕"/>
                </a:rPr>
                <a:t>+   </a:t>
              </a:r>
              <a:r>
                <a:rPr lang="ko-KR" altLang="en-US" sz="800" dirty="0">
                  <a:solidFill>
                    <a:sysClr val="windowText" lastClr="000000"/>
                  </a:solidFill>
                  <a:ea typeface="맑은 고딕"/>
                </a:rPr>
                <a:t>새 배송지 추가</a:t>
              </a:r>
            </a:p>
          </p:txBody>
        </p:sp>
        <p:grpSp>
          <p:nvGrpSpPr>
            <p:cNvPr id="186" name="그룹 185">
              <a:extLst>
                <a:ext uri="{FF2B5EF4-FFF2-40B4-BE49-F238E27FC236}">
                  <a16:creationId xmlns:a16="http://schemas.microsoft.com/office/drawing/2014/main" id="{A8D03010-74BA-AD80-17A8-94BB468AC023}"/>
                </a:ext>
              </a:extLst>
            </p:cNvPr>
            <p:cNvGrpSpPr/>
            <p:nvPr/>
          </p:nvGrpSpPr>
          <p:grpSpPr>
            <a:xfrm>
              <a:off x="7382701" y="4605645"/>
              <a:ext cx="2704554" cy="976257"/>
              <a:chOff x="7382701" y="4731289"/>
              <a:chExt cx="2704554" cy="976257"/>
            </a:xfrm>
          </p:grpSpPr>
          <p:sp>
            <p:nvSpPr>
              <p:cNvPr id="177" name="직사각형 176">
                <a:extLst>
                  <a:ext uri="{FF2B5EF4-FFF2-40B4-BE49-F238E27FC236}">
                    <a16:creationId xmlns:a16="http://schemas.microsoft.com/office/drawing/2014/main" id="{59D33979-B49B-E47B-6CED-53D425DB43DE}"/>
                  </a:ext>
                </a:extLst>
              </p:cNvPr>
              <p:cNvSpPr/>
              <p:nvPr/>
            </p:nvSpPr>
            <p:spPr>
              <a:xfrm>
                <a:off x="7382701" y="4731289"/>
                <a:ext cx="2704554" cy="97625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78" name="Rounded Rectangle 33">
                <a:extLst>
                  <a:ext uri="{FF2B5EF4-FFF2-40B4-BE49-F238E27FC236}">
                    <a16:creationId xmlns:a16="http://schemas.microsoft.com/office/drawing/2014/main" id="{F49A1E01-A1DC-52ED-8D9F-A74CBE80F63D}"/>
                  </a:ext>
                </a:extLst>
              </p:cNvPr>
              <p:cNvSpPr/>
              <p:nvPr/>
            </p:nvSpPr>
            <p:spPr>
              <a:xfrm>
                <a:off x="7463180" y="5418682"/>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수정</a:t>
                </a:r>
                <a:endParaRPr lang="en-US" altLang="ko-KR" sz="800" dirty="0">
                  <a:solidFill>
                    <a:srgbClr val="595959"/>
                  </a:solidFill>
                  <a:ea typeface="맑은 고딕"/>
                </a:endParaRPr>
              </a:p>
            </p:txBody>
          </p:sp>
          <p:sp>
            <p:nvSpPr>
              <p:cNvPr id="180" name="Rounded Rectangle 23">
                <a:extLst>
                  <a:ext uri="{FF2B5EF4-FFF2-40B4-BE49-F238E27FC236}">
                    <a16:creationId xmlns:a16="http://schemas.microsoft.com/office/drawing/2014/main" id="{01A368DA-9092-8087-1B6B-6A9ED8BA8810}"/>
                  </a:ext>
                </a:extLst>
              </p:cNvPr>
              <p:cNvSpPr/>
              <p:nvPr/>
            </p:nvSpPr>
            <p:spPr>
              <a:xfrm>
                <a:off x="9803560" y="5142355"/>
                <a:ext cx="137160" cy="137160"/>
              </a:xfrm>
              <a:prstGeom prst="roundRect">
                <a:avLst>
                  <a:gd name="adj" fmla="val 0"/>
                </a:avLst>
              </a:prstGeom>
              <a:solidFill>
                <a:schemeClr val="bg1">
                  <a:lumMod val="85000"/>
                </a:schemeClr>
              </a:solidFill>
              <a:ln w="63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grpSp>
            <p:nvGrpSpPr>
              <p:cNvPr id="181" name="그룹 180">
                <a:extLst>
                  <a:ext uri="{FF2B5EF4-FFF2-40B4-BE49-F238E27FC236}">
                    <a16:creationId xmlns:a16="http://schemas.microsoft.com/office/drawing/2014/main" id="{F2A1F3BA-32D5-26E8-87D0-34C77004D663}"/>
                  </a:ext>
                </a:extLst>
              </p:cNvPr>
              <p:cNvGrpSpPr/>
              <p:nvPr/>
            </p:nvGrpSpPr>
            <p:grpSpPr>
              <a:xfrm>
                <a:off x="7499196" y="4841122"/>
                <a:ext cx="2283098" cy="546070"/>
                <a:chOff x="5114729" y="5253147"/>
                <a:chExt cx="2283098" cy="546070"/>
              </a:xfrm>
            </p:grpSpPr>
            <p:sp>
              <p:nvSpPr>
                <p:cNvPr id="182" name="Rounded Rectangle 27">
                  <a:extLst>
                    <a:ext uri="{FF2B5EF4-FFF2-40B4-BE49-F238E27FC236}">
                      <a16:creationId xmlns:a16="http://schemas.microsoft.com/office/drawing/2014/main" id="{8E0B9BE1-4559-4097-5E69-14C17D409195}"/>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err="1">
                      <a:solidFill>
                        <a:schemeClr val="tx1"/>
                      </a:solidFill>
                      <a:ea typeface="맑은 고딕"/>
                    </a:rPr>
                    <a:t>논현로</a:t>
                  </a:r>
                  <a:endParaRPr lang="ko-KR" altLang="en-US" sz="900" b="1" dirty="0">
                    <a:solidFill>
                      <a:schemeClr val="tx1"/>
                    </a:solidFill>
                    <a:ea typeface="맑은 고딕"/>
                  </a:endParaRPr>
                </a:p>
              </p:txBody>
            </p:sp>
            <p:sp>
              <p:nvSpPr>
                <p:cNvPr id="184" name="Rounded Rectangle 27">
                  <a:extLst>
                    <a:ext uri="{FF2B5EF4-FFF2-40B4-BE49-F238E27FC236}">
                      <a16:creationId xmlns:a16="http://schemas.microsoft.com/office/drawing/2014/main" id="{CE31D7F3-10CF-BFDE-22B1-044AA88197A6}"/>
                    </a:ext>
                  </a:extLst>
                </p:cNvPr>
                <p:cNvSpPr/>
                <p:nvPr/>
              </p:nvSpPr>
              <p:spPr>
                <a:xfrm>
                  <a:off x="5128693" y="5497137"/>
                  <a:ext cx="2269134"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홍길동 010-7143-2005</a:t>
                  </a:r>
                  <a:br>
                    <a:rPr lang="ko-KR" altLang="ko-KR" sz="700" dirty="0">
                      <a:solidFill>
                        <a:schemeClr val="tx1"/>
                      </a:solidFill>
                      <a:ea typeface="맑은 고딕"/>
                    </a:rPr>
                  </a:br>
                  <a:r>
                    <a:rPr lang="ko-KR" altLang="ko-KR" sz="700" dirty="0">
                      <a:solidFill>
                        <a:schemeClr val="tx1"/>
                      </a:solidFill>
                      <a:ea typeface="맑은 고딕"/>
                    </a:rPr>
                    <a:t>(06313) 서울특별시 강남구 </a:t>
                  </a:r>
                  <a:r>
                    <a:rPr lang="ko-KR" altLang="ko-KR" sz="700" dirty="0" err="1">
                      <a:solidFill>
                        <a:schemeClr val="tx1"/>
                      </a:solidFill>
                      <a:ea typeface="맑은 고딕"/>
                    </a:rPr>
                    <a:t>논현로</a:t>
                  </a:r>
                  <a:r>
                    <a:rPr lang="ko-KR" altLang="ko-KR" sz="700" dirty="0">
                      <a:solidFill>
                        <a:schemeClr val="tx1"/>
                      </a:solidFill>
                      <a:ea typeface="맑은 고딕"/>
                    </a:rPr>
                    <a:t> 4 (개포동) 111</a:t>
                  </a:r>
                  <a:endParaRPr lang="ko-KR" altLang="en-US" sz="700" dirty="0">
                    <a:solidFill>
                      <a:schemeClr val="tx1"/>
                    </a:solidFill>
                    <a:ea typeface="맑은 고딕"/>
                  </a:endParaRPr>
                </a:p>
              </p:txBody>
            </p:sp>
          </p:grpSp>
          <p:sp>
            <p:nvSpPr>
              <p:cNvPr id="195" name="Rounded Rectangle 33">
                <a:extLst>
                  <a:ext uri="{FF2B5EF4-FFF2-40B4-BE49-F238E27FC236}">
                    <a16:creationId xmlns:a16="http://schemas.microsoft.com/office/drawing/2014/main" id="{6CC8A522-854E-7F5D-F2CB-E5F972CBFC4A}"/>
                  </a:ext>
                </a:extLst>
              </p:cNvPr>
              <p:cNvSpPr/>
              <p:nvPr/>
            </p:nvSpPr>
            <p:spPr>
              <a:xfrm>
                <a:off x="8034915" y="5418682"/>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삭제</a:t>
                </a:r>
                <a:endParaRPr lang="en-US" altLang="ko-KR" sz="800" dirty="0">
                  <a:solidFill>
                    <a:srgbClr val="595959"/>
                  </a:solidFill>
                  <a:ea typeface="맑은 고딕"/>
                </a:endParaRPr>
              </a:p>
            </p:txBody>
          </p:sp>
        </p:grpSp>
      </p:grpSp>
      <p:sp>
        <p:nvSpPr>
          <p:cNvPr id="188" name="모서리가 둥근 직사각형 114">
            <a:extLst>
              <a:ext uri="{FF2B5EF4-FFF2-40B4-BE49-F238E27FC236}">
                <a16:creationId xmlns:a16="http://schemas.microsoft.com/office/drawing/2014/main" id="{747E5FEC-C3C8-88C7-3B38-F5FF5A49B5D9}"/>
              </a:ext>
            </a:extLst>
          </p:cNvPr>
          <p:cNvSpPr/>
          <p:nvPr/>
        </p:nvSpPr>
        <p:spPr>
          <a:xfrm>
            <a:off x="3556445" y="230580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3-1</a:t>
            </a:r>
            <a:endParaRPr lang="ko-KR" altLang="en-US" sz="900" dirty="0">
              <a:solidFill>
                <a:schemeClr val="bg1"/>
              </a:solidFill>
            </a:endParaRPr>
          </a:p>
        </p:txBody>
      </p:sp>
      <p:sp>
        <p:nvSpPr>
          <p:cNvPr id="189" name="모서리가 둥근 직사각형 114">
            <a:extLst>
              <a:ext uri="{FF2B5EF4-FFF2-40B4-BE49-F238E27FC236}">
                <a16:creationId xmlns:a16="http://schemas.microsoft.com/office/drawing/2014/main" id="{A13856A6-CD0D-B75F-9E5D-21D0FFE9796D}"/>
              </a:ext>
            </a:extLst>
          </p:cNvPr>
          <p:cNvSpPr/>
          <p:nvPr/>
        </p:nvSpPr>
        <p:spPr>
          <a:xfrm>
            <a:off x="7073683" y="347696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190" name="Rounded Rectangle 33">
            <a:extLst>
              <a:ext uri="{FF2B5EF4-FFF2-40B4-BE49-F238E27FC236}">
                <a16:creationId xmlns:a16="http://schemas.microsoft.com/office/drawing/2014/main" id="{2D6BDC46-DD18-4D6A-8EDA-57BFE1E1392C}"/>
              </a:ext>
            </a:extLst>
          </p:cNvPr>
          <p:cNvSpPr/>
          <p:nvPr/>
        </p:nvSpPr>
        <p:spPr>
          <a:xfrm>
            <a:off x="998018" y="4330881"/>
            <a:ext cx="549268"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삭제</a:t>
            </a:r>
            <a:endParaRPr lang="en-US" altLang="ko-KR" sz="800" dirty="0">
              <a:solidFill>
                <a:srgbClr val="595959"/>
              </a:solidFill>
              <a:ea typeface="맑은 고딕"/>
            </a:endParaRPr>
          </a:p>
        </p:txBody>
      </p:sp>
      <p:sp>
        <p:nvSpPr>
          <p:cNvPr id="191" name="모서리가 둥근 직사각형 114">
            <a:extLst>
              <a:ext uri="{FF2B5EF4-FFF2-40B4-BE49-F238E27FC236}">
                <a16:creationId xmlns:a16="http://schemas.microsoft.com/office/drawing/2014/main" id="{D9DCD454-B385-E59B-46E7-59BDC172CB04}"/>
              </a:ext>
            </a:extLst>
          </p:cNvPr>
          <p:cNvSpPr/>
          <p:nvPr/>
        </p:nvSpPr>
        <p:spPr>
          <a:xfrm>
            <a:off x="855644" y="426831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1-3</a:t>
            </a:r>
            <a:endParaRPr lang="ko-KR" altLang="en-US" sz="900" dirty="0">
              <a:solidFill>
                <a:schemeClr val="bg1"/>
              </a:solidFill>
            </a:endParaRPr>
          </a:p>
        </p:txBody>
      </p:sp>
      <p:sp>
        <p:nvSpPr>
          <p:cNvPr id="2" name="모서리가 둥근 직사각형 114">
            <a:extLst>
              <a:ext uri="{FF2B5EF4-FFF2-40B4-BE49-F238E27FC236}">
                <a16:creationId xmlns:a16="http://schemas.microsoft.com/office/drawing/2014/main" id="{D2627685-D4BA-580B-FF55-35218B1B9F49}"/>
              </a:ext>
            </a:extLst>
          </p:cNvPr>
          <p:cNvSpPr/>
          <p:nvPr/>
        </p:nvSpPr>
        <p:spPr>
          <a:xfrm>
            <a:off x="3556445" y="61033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3-2</a:t>
            </a:r>
            <a:endParaRPr lang="ko-KR" altLang="en-US" sz="900" dirty="0">
              <a:solidFill>
                <a:schemeClr val="bg1"/>
              </a:solidFill>
            </a:endParaRPr>
          </a:p>
        </p:txBody>
      </p:sp>
    </p:spTree>
    <p:extLst>
      <p:ext uri="{BB962C8B-B14F-4D97-AF65-F5344CB8AC3E}">
        <p14:creationId xmlns:p14="http://schemas.microsoft.com/office/powerpoint/2010/main" val="1601683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8AD4D-B978-0C57-F5CC-F48B5D02B940}"/>
            </a:ext>
          </a:extLst>
        </p:cNvPr>
        <p:cNvGrpSpPr/>
        <p:nvPr/>
      </p:nvGrpSpPr>
      <p:grpSpPr>
        <a:xfrm>
          <a:off x="0" y="0"/>
          <a:ext cx="0" cy="0"/>
          <a:chOff x="0" y="0"/>
          <a:chExt cx="0" cy="0"/>
        </a:xfrm>
      </p:grpSpPr>
      <p:sp>
        <p:nvSpPr>
          <p:cNvPr id="46" name="직사각형 45">
            <a:extLst>
              <a:ext uri="{FF2B5EF4-FFF2-40B4-BE49-F238E27FC236}">
                <a16:creationId xmlns:a16="http://schemas.microsoft.com/office/drawing/2014/main" id="{2D197AFE-EA9E-4FA4-1016-F40509981A2F}"/>
              </a:ext>
            </a:extLst>
          </p:cNvPr>
          <p:cNvSpPr/>
          <p:nvPr/>
        </p:nvSpPr>
        <p:spPr>
          <a:xfrm>
            <a:off x="268006" y="1354698"/>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C2EA1657-99D2-21F6-222A-5A8E91B9D934}"/>
              </a:ext>
            </a:extLst>
          </p:cNvPr>
          <p:cNvSpPr txBox="1"/>
          <p:nvPr/>
        </p:nvSpPr>
        <p:spPr>
          <a:xfrm>
            <a:off x="1302717" y="330494"/>
            <a:ext cx="176362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카드 추가</a:t>
            </a:r>
          </a:p>
        </p:txBody>
      </p:sp>
      <p:sp>
        <p:nvSpPr>
          <p:cNvPr id="4" name="직사각형 3">
            <a:extLst>
              <a:ext uri="{FF2B5EF4-FFF2-40B4-BE49-F238E27FC236}">
                <a16:creationId xmlns:a16="http://schemas.microsoft.com/office/drawing/2014/main" id="{5BB70A53-6150-C3F3-AD8C-A01A3DAD3131}"/>
              </a:ext>
            </a:extLst>
          </p:cNvPr>
          <p:cNvSpPr/>
          <p:nvPr/>
        </p:nvSpPr>
        <p:spPr>
          <a:xfrm>
            <a:off x="7921129" y="58428"/>
            <a:ext cx="1380506" cy="246221"/>
          </a:xfrm>
          <a:prstGeom prst="rect">
            <a:avLst/>
          </a:prstGeom>
        </p:spPr>
        <p:txBody>
          <a:bodyPr wrap="none">
            <a:spAutoFit/>
          </a:bodyPr>
          <a:lstStyle/>
          <a:p>
            <a:pPr fontAlgn="ctr"/>
            <a:r>
              <a:rPr lang="en-US" altLang="ko-KR" sz="1000" dirty="0"/>
              <a:t>CH-U-CA-02-03-01p</a:t>
            </a:r>
            <a:endParaRPr lang="ko-KR" altLang="ko-KR" sz="1000" dirty="0"/>
          </a:p>
        </p:txBody>
      </p:sp>
      <p:sp>
        <p:nvSpPr>
          <p:cNvPr id="5" name="TextBox 4">
            <a:extLst>
              <a:ext uri="{FF2B5EF4-FFF2-40B4-BE49-F238E27FC236}">
                <a16:creationId xmlns:a16="http://schemas.microsoft.com/office/drawing/2014/main" id="{9A783AF0-D283-9C11-6A0A-7632255D6FB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1F549ED4-E946-71D1-3552-F3E18EB10F8B}"/>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B874AF14-B219-FFA2-5EC2-CA1404E430D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D8571E11-F5C2-62BC-4278-F4462D5A89E8}"/>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FF201B35-B417-7B73-A727-C3F0C3DED758}"/>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BC8B7FBC-11DC-AC3C-2C54-5216F0022FF3}"/>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5A565F66-54BA-0924-8AFC-0A8F40232DBC}"/>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D1CE5322-3B56-B679-76F9-E2D3E8EF9C09}"/>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E7BC5700-6386-3B01-7EC4-F6A25F48B764}"/>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8" name="TextBox 17">
            <a:extLst>
              <a:ext uri="{FF2B5EF4-FFF2-40B4-BE49-F238E27FC236}">
                <a16:creationId xmlns:a16="http://schemas.microsoft.com/office/drawing/2014/main" id="{F2B4FF5D-D0B7-C48D-70DD-7CAC7A936F85}"/>
              </a:ext>
            </a:extLst>
          </p:cNvPr>
          <p:cNvSpPr txBox="1"/>
          <p:nvPr/>
        </p:nvSpPr>
        <p:spPr>
          <a:xfrm>
            <a:off x="316560" y="100242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41" name="Rounded Rectangle 35">
            <a:extLst>
              <a:ext uri="{FF2B5EF4-FFF2-40B4-BE49-F238E27FC236}">
                <a16:creationId xmlns:a16="http://schemas.microsoft.com/office/drawing/2014/main" id="{B59E9D19-E705-02FE-FE95-A4B7374C5A94}"/>
              </a:ext>
            </a:extLst>
          </p:cNvPr>
          <p:cNvSpPr/>
          <p:nvPr/>
        </p:nvSpPr>
        <p:spPr>
          <a:xfrm>
            <a:off x="2687208" y="104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43" name="Rounded Rectangle 27">
            <a:extLst>
              <a:ext uri="{FF2B5EF4-FFF2-40B4-BE49-F238E27FC236}">
                <a16:creationId xmlns:a16="http://schemas.microsoft.com/office/drawing/2014/main" id="{D7878F09-6B02-6165-EE62-CC90DF9F8E53}"/>
              </a:ext>
            </a:extLst>
          </p:cNvPr>
          <p:cNvSpPr/>
          <p:nvPr/>
        </p:nvSpPr>
        <p:spPr>
          <a:xfrm>
            <a:off x="349978" y="143412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8021E585-CC8F-F836-EE86-4EBC6A0DFDA8}"/>
              </a:ext>
            </a:extLst>
          </p:cNvPr>
          <p:cNvSpPr/>
          <p:nvPr/>
        </p:nvSpPr>
        <p:spPr>
          <a:xfrm>
            <a:off x="881149" y="143592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B2D91559-6AD0-7F83-5A27-FC8DB504480B}"/>
              </a:ext>
            </a:extLst>
          </p:cNvPr>
          <p:cNvSpPr/>
          <p:nvPr/>
        </p:nvSpPr>
        <p:spPr>
          <a:xfrm>
            <a:off x="349977" y="161145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7F756B8F-39C8-4B88-EEAA-39B278A41E37}"/>
              </a:ext>
            </a:extLst>
          </p:cNvPr>
          <p:cNvSpPr/>
          <p:nvPr/>
        </p:nvSpPr>
        <p:spPr>
          <a:xfrm>
            <a:off x="378663" y="1855077"/>
            <a:ext cx="2941207"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sp>
        <p:nvSpPr>
          <p:cNvPr id="52" name="TextBox 51">
            <a:extLst>
              <a:ext uri="{FF2B5EF4-FFF2-40B4-BE49-F238E27FC236}">
                <a16:creationId xmlns:a16="http://schemas.microsoft.com/office/drawing/2014/main" id="{7F7F36E3-707C-C9EA-35BD-BB138785DF15}"/>
              </a:ext>
            </a:extLst>
          </p:cNvPr>
          <p:cNvSpPr txBox="1"/>
          <p:nvPr/>
        </p:nvSpPr>
        <p:spPr>
          <a:xfrm>
            <a:off x="316560" y="232202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grpSp>
        <p:nvGrpSpPr>
          <p:cNvPr id="62" name="그룹 61">
            <a:extLst>
              <a:ext uri="{FF2B5EF4-FFF2-40B4-BE49-F238E27FC236}">
                <a16:creationId xmlns:a16="http://schemas.microsoft.com/office/drawing/2014/main" id="{FE6F4363-D069-E977-9763-1F08783A3B9C}"/>
              </a:ext>
            </a:extLst>
          </p:cNvPr>
          <p:cNvGrpSpPr/>
          <p:nvPr/>
        </p:nvGrpSpPr>
        <p:grpSpPr>
          <a:xfrm>
            <a:off x="268006" y="3940836"/>
            <a:ext cx="3206508" cy="1119600"/>
            <a:chOff x="268006" y="2751577"/>
            <a:chExt cx="3206508" cy="1119600"/>
          </a:xfrm>
        </p:grpSpPr>
        <p:sp>
          <p:nvSpPr>
            <p:cNvPr id="63" name="Rounded Rectangle 22">
              <a:extLst>
                <a:ext uri="{FF2B5EF4-FFF2-40B4-BE49-F238E27FC236}">
                  <a16:creationId xmlns:a16="http://schemas.microsoft.com/office/drawing/2014/main" id="{63998342-6591-0413-41EC-E87AADAD0B0A}"/>
                </a:ext>
              </a:extLst>
            </p:cNvPr>
            <p:cNvSpPr/>
            <p:nvPr/>
          </p:nvSpPr>
          <p:spPr>
            <a:xfrm>
              <a:off x="268006" y="2751577"/>
              <a:ext cx="3206508" cy="1119600"/>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a:extLst>
                <a:ext uri="{FF2B5EF4-FFF2-40B4-BE49-F238E27FC236}">
                  <a16:creationId xmlns:a16="http://schemas.microsoft.com/office/drawing/2014/main" id="{41C3561E-B767-3630-176A-389BF802ADDF}"/>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65" name="직사각형 64">
              <a:extLst>
                <a:ext uri="{FF2B5EF4-FFF2-40B4-BE49-F238E27FC236}">
                  <a16:creationId xmlns:a16="http://schemas.microsoft.com/office/drawing/2014/main" id="{DC57D664-BDF3-4D11-1054-99A9AFFD6C97}"/>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Rounded Rectangle 27">
              <a:extLst>
                <a:ext uri="{FF2B5EF4-FFF2-40B4-BE49-F238E27FC236}">
                  <a16:creationId xmlns:a16="http://schemas.microsoft.com/office/drawing/2014/main" id="{96AE5C80-C167-64CA-3511-E6F4F8D31DF4}"/>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68" name="Rounded Rectangle 27">
              <a:extLst>
                <a:ext uri="{FF2B5EF4-FFF2-40B4-BE49-F238E27FC236}">
                  <a16:creationId xmlns:a16="http://schemas.microsoft.com/office/drawing/2014/main" id="{ACC0C65F-21AC-FAE6-B031-5D1B044453EF}"/>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70" name="TextBox 69">
            <a:extLst>
              <a:ext uri="{FF2B5EF4-FFF2-40B4-BE49-F238E27FC236}">
                <a16:creationId xmlns:a16="http://schemas.microsoft.com/office/drawing/2014/main" id="{FDB411BC-6778-40A3-89D3-08BC92E5EEED}"/>
              </a:ext>
            </a:extLst>
          </p:cNvPr>
          <p:cNvSpPr txBox="1"/>
          <p:nvPr/>
        </p:nvSpPr>
        <p:spPr>
          <a:xfrm>
            <a:off x="323647" y="5213543"/>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바우처 적용하기</a:t>
            </a:r>
            <a:endParaRPr sz="1000" b="1" spc="-150" dirty="0">
              <a:solidFill>
                <a:srgbClr val="333333"/>
              </a:solidFill>
              <a:latin typeface="+mn-ea"/>
            </a:endParaRPr>
          </a:p>
        </p:txBody>
      </p:sp>
      <p:sp>
        <p:nvSpPr>
          <p:cNvPr id="77" name="Rounded Rectangle 27">
            <a:extLst>
              <a:ext uri="{FF2B5EF4-FFF2-40B4-BE49-F238E27FC236}">
                <a16:creationId xmlns:a16="http://schemas.microsoft.com/office/drawing/2014/main" id="{011588E2-175B-6767-442F-D685A63654C0}"/>
              </a:ext>
            </a:extLst>
          </p:cNvPr>
          <p:cNvSpPr/>
          <p:nvPr/>
        </p:nvSpPr>
        <p:spPr>
          <a:xfrm>
            <a:off x="2344869" y="5283560"/>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grpSp>
        <p:nvGrpSpPr>
          <p:cNvPr id="104" name="그룹 103">
            <a:extLst>
              <a:ext uri="{FF2B5EF4-FFF2-40B4-BE49-F238E27FC236}">
                <a16:creationId xmlns:a16="http://schemas.microsoft.com/office/drawing/2014/main" id="{CF167883-FD3B-8C12-64BA-A13C3503E275}"/>
              </a:ext>
            </a:extLst>
          </p:cNvPr>
          <p:cNvGrpSpPr/>
          <p:nvPr/>
        </p:nvGrpSpPr>
        <p:grpSpPr>
          <a:xfrm>
            <a:off x="268006" y="2671514"/>
            <a:ext cx="3206508" cy="1118001"/>
            <a:chOff x="268006" y="2751577"/>
            <a:chExt cx="3206508" cy="1118001"/>
          </a:xfrm>
        </p:grpSpPr>
        <p:sp>
          <p:nvSpPr>
            <p:cNvPr id="105" name="Rounded Rectangle 22">
              <a:extLst>
                <a:ext uri="{FF2B5EF4-FFF2-40B4-BE49-F238E27FC236}">
                  <a16:creationId xmlns:a16="http://schemas.microsoft.com/office/drawing/2014/main" id="{5DAD97AC-68DD-E013-A60B-6CA3FCB22E6E}"/>
                </a:ext>
              </a:extLst>
            </p:cNvPr>
            <p:cNvSpPr/>
            <p:nvPr/>
          </p:nvSpPr>
          <p:spPr>
            <a:xfrm>
              <a:off x="268006" y="2751577"/>
              <a:ext cx="3206508" cy="111800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TextBox 105">
              <a:extLst>
                <a:ext uri="{FF2B5EF4-FFF2-40B4-BE49-F238E27FC236}">
                  <a16:creationId xmlns:a16="http://schemas.microsoft.com/office/drawing/2014/main" id="{D27BDBDB-BCEB-AD80-609A-56901F14F020}"/>
                </a:ext>
              </a:extLst>
            </p:cNvPr>
            <p:cNvSpPr txBox="1"/>
            <p:nvPr/>
          </p:nvSpPr>
          <p:spPr>
            <a:xfrm>
              <a:off x="1230633" y="2997613"/>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107" name="직사각형 106">
              <a:extLst>
                <a:ext uri="{FF2B5EF4-FFF2-40B4-BE49-F238E27FC236}">
                  <a16:creationId xmlns:a16="http://schemas.microsoft.com/office/drawing/2014/main" id="{8BA646EF-F4F8-80BA-97DD-5BCC1EF65510}"/>
                </a:ext>
              </a:extLst>
            </p:cNvPr>
            <p:cNvSpPr/>
            <p:nvPr/>
          </p:nvSpPr>
          <p:spPr>
            <a:xfrm>
              <a:off x="437563" y="2920669"/>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09" name="Rounded Rectangle 27">
              <a:extLst>
                <a:ext uri="{FF2B5EF4-FFF2-40B4-BE49-F238E27FC236}">
                  <a16:creationId xmlns:a16="http://schemas.microsoft.com/office/drawing/2014/main" id="{A1531CCD-DD9A-0425-66EB-27898E55C468}"/>
                </a:ext>
              </a:extLst>
            </p:cNvPr>
            <p:cNvSpPr/>
            <p:nvPr/>
          </p:nvSpPr>
          <p:spPr>
            <a:xfrm>
              <a:off x="1220170" y="3317430"/>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0" name="Rounded Rectangle 27">
              <a:extLst>
                <a:ext uri="{FF2B5EF4-FFF2-40B4-BE49-F238E27FC236}">
                  <a16:creationId xmlns:a16="http://schemas.microsoft.com/office/drawing/2014/main" id="{DB32D6C2-C170-4ADD-07C3-B697851D98D1}"/>
                </a:ext>
              </a:extLst>
            </p:cNvPr>
            <p:cNvSpPr/>
            <p:nvPr/>
          </p:nvSpPr>
          <p:spPr>
            <a:xfrm>
              <a:off x="1099284" y="3497864"/>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113,800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130" name="그룹 129">
            <a:extLst>
              <a:ext uri="{FF2B5EF4-FFF2-40B4-BE49-F238E27FC236}">
                <a16:creationId xmlns:a16="http://schemas.microsoft.com/office/drawing/2014/main" id="{7038194C-2F45-4D86-CB54-A65A48C81AA3}"/>
              </a:ext>
            </a:extLst>
          </p:cNvPr>
          <p:cNvGrpSpPr/>
          <p:nvPr/>
        </p:nvGrpSpPr>
        <p:grpSpPr>
          <a:xfrm>
            <a:off x="311307" y="5918637"/>
            <a:ext cx="3086043" cy="318788"/>
            <a:chOff x="311307" y="5918637"/>
            <a:chExt cx="3086043" cy="318788"/>
          </a:xfrm>
        </p:grpSpPr>
        <p:sp>
          <p:nvSpPr>
            <p:cNvPr id="74" name="직사각형 73">
              <a:extLst>
                <a:ext uri="{FF2B5EF4-FFF2-40B4-BE49-F238E27FC236}">
                  <a16:creationId xmlns:a16="http://schemas.microsoft.com/office/drawing/2014/main" id="{95E09A78-139A-29CB-2DC7-C9644FD064F5}"/>
                </a:ext>
              </a:extLst>
            </p:cNvPr>
            <p:cNvSpPr/>
            <p:nvPr/>
          </p:nvSpPr>
          <p:spPr>
            <a:xfrm>
              <a:off x="311307" y="591863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5" name="TextBox 74">
              <a:extLst>
                <a:ext uri="{FF2B5EF4-FFF2-40B4-BE49-F238E27FC236}">
                  <a16:creationId xmlns:a16="http://schemas.microsoft.com/office/drawing/2014/main" id="{AAB1B25C-C91B-4B68-5B34-C4D1CCA2CF48}"/>
                </a:ext>
              </a:extLst>
            </p:cNvPr>
            <p:cNvSpPr txBox="1"/>
            <p:nvPr/>
          </p:nvSpPr>
          <p:spPr>
            <a:xfrm>
              <a:off x="2406622" y="5984032"/>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76" name="Rounded Rectangle 27">
              <a:extLst>
                <a:ext uri="{FF2B5EF4-FFF2-40B4-BE49-F238E27FC236}">
                  <a16:creationId xmlns:a16="http://schemas.microsoft.com/office/drawing/2014/main" id="{B807C496-1CCA-5B10-9C19-7D933E5D208E}"/>
                </a:ext>
              </a:extLst>
            </p:cNvPr>
            <p:cNvSpPr/>
            <p:nvPr/>
          </p:nvSpPr>
          <p:spPr>
            <a:xfrm>
              <a:off x="490485" y="598089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78" name="Rounded Rectangle 33">
              <a:extLst>
                <a:ext uri="{FF2B5EF4-FFF2-40B4-BE49-F238E27FC236}">
                  <a16:creationId xmlns:a16="http://schemas.microsoft.com/office/drawing/2014/main" id="{B200688D-233A-43DD-5ED3-DC6F2D3507B0}"/>
                </a:ext>
              </a:extLst>
            </p:cNvPr>
            <p:cNvSpPr/>
            <p:nvPr/>
          </p:nvSpPr>
          <p:spPr>
            <a:xfrm>
              <a:off x="2419610" y="599733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pic>
          <p:nvPicPr>
            <p:cNvPr id="128" name="Picture 4" descr="off, radio icon">
              <a:extLst>
                <a:ext uri="{FF2B5EF4-FFF2-40B4-BE49-F238E27FC236}">
                  <a16:creationId xmlns:a16="http://schemas.microsoft.com/office/drawing/2014/main" id="{430061C5-5A6C-9BAD-FEAE-0192CEC3C14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3587" y="6019032"/>
              <a:ext cx="102298" cy="1022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4" name="그룹 143">
            <a:extLst>
              <a:ext uri="{FF2B5EF4-FFF2-40B4-BE49-F238E27FC236}">
                <a16:creationId xmlns:a16="http://schemas.microsoft.com/office/drawing/2014/main" id="{00F0E51D-0F9B-59B8-48F6-54E1FB798BB3}"/>
              </a:ext>
            </a:extLst>
          </p:cNvPr>
          <p:cNvGrpSpPr/>
          <p:nvPr/>
        </p:nvGrpSpPr>
        <p:grpSpPr>
          <a:xfrm>
            <a:off x="311307" y="5542727"/>
            <a:ext cx="3086043" cy="318788"/>
            <a:chOff x="311307" y="5542727"/>
            <a:chExt cx="3086043" cy="318788"/>
          </a:xfrm>
        </p:grpSpPr>
        <p:sp>
          <p:nvSpPr>
            <p:cNvPr id="48" name="직사각형 47">
              <a:extLst>
                <a:ext uri="{FF2B5EF4-FFF2-40B4-BE49-F238E27FC236}">
                  <a16:creationId xmlns:a16="http://schemas.microsoft.com/office/drawing/2014/main" id="{873AF01C-8B6A-2C19-C94D-841756624E6D}"/>
                </a:ext>
              </a:extLst>
            </p:cNvPr>
            <p:cNvSpPr/>
            <p:nvPr/>
          </p:nvSpPr>
          <p:spPr>
            <a:xfrm>
              <a:off x="311307" y="554272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9" name="TextBox 48">
              <a:extLst>
                <a:ext uri="{FF2B5EF4-FFF2-40B4-BE49-F238E27FC236}">
                  <a16:creationId xmlns:a16="http://schemas.microsoft.com/office/drawing/2014/main" id="{2855017F-4F2C-8D08-20BC-1123AA4705C1}"/>
                </a:ext>
              </a:extLst>
            </p:cNvPr>
            <p:cNvSpPr txBox="1"/>
            <p:nvPr/>
          </p:nvSpPr>
          <p:spPr>
            <a:xfrm>
              <a:off x="2406622" y="5608122"/>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a:t>
              </a:r>
              <a:r>
                <a:rPr lang="en-US" sz="900" b="1" dirty="0">
                  <a:solidFill>
                    <a:srgbClr val="404040"/>
                  </a:solidFill>
                  <a:latin typeface="맑은 고딕"/>
                  <a:ea typeface="맑은 고딕"/>
                </a:rPr>
                <a:t>20</a:t>
              </a:r>
              <a:r>
                <a:rPr sz="900" b="1" dirty="0">
                  <a:solidFill>
                    <a:srgbClr val="404040"/>
                  </a:solidFill>
                  <a:latin typeface="맑은 고딕"/>
                  <a:ea typeface="맑은 고딕"/>
                </a:rPr>
                <a:t>,</a:t>
              </a:r>
              <a:r>
                <a:rPr lang="en-US" sz="900" b="1" dirty="0">
                  <a:solidFill>
                    <a:srgbClr val="404040"/>
                  </a:solidFill>
                  <a:latin typeface="맑은 고딕"/>
                  <a:ea typeface="맑은 고딕"/>
                </a:rPr>
                <a:t>0</a:t>
              </a:r>
              <a:r>
                <a:rPr sz="900" b="1" dirty="0">
                  <a:solidFill>
                    <a:srgbClr val="404040"/>
                  </a:solidFill>
                  <a:latin typeface="맑은 고딕"/>
                  <a:ea typeface="맑은 고딕"/>
                </a:rPr>
                <a:t>00원</a:t>
              </a:r>
            </a:p>
          </p:txBody>
        </p:sp>
        <p:sp>
          <p:nvSpPr>
            <p:cNvPr id="51" name="Rounded Rectangle 27">
              <a:extLst>
                <a:ext uri="{FF2B5EF4-FFF2-40B4-BE49-F238E27FC236}">
                  <a16:creationId xmlns:a16="http://schemas.microsoft.com/office/drawing/2014/main" id="{4CB485A0-2923-9FBD-A9F4-AEB9ABFF01F8}"/>
                </a:ext>
              </a:extLst>
            </p:cNvPr>
            <p:cNvSpPr/>
            <p:nvPr/>
          </p:nvSpPr>
          <p:spPr>
            <a:xfrm>
              <a:off x="490485" y="560498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pic>
          <p:nvPicPr>
            <p:cNvPr id="127" name="Picture 2" descr="on, radio icon">
              <a:extLst>
                <a:ext uri="{FF2B5EF4-FFF2-40B4-BE49-F238E27FC236}">
                  <a16:creationId xmlns:a16="http://schemas.microsoft.com/office/drawing/2014/main" id="{E0D952FB-C772-C249-90A3-838E194A010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9029" y="5644685"/>
              <a:ext cx="102298" cy="102298"/>
            </a:xfrm>
            <a:prstGeom prst="rect">
              <a:avLst/>
            </a:prstGeom>
            <a:noFill/>
            <a:extLst>
              <a:ext uri="{909E8E84-426E-40DD-AFC4-6F175D3DCCD1}">
                <a14:hiddenFill xmlns:a14="http://schemas.microsoft.com/office/drawing/2010/main">
                  <a:solidFill>
                    <a:srgbClr val="FFFFFF"/>
                  </a:solidFill>
                </a14:hiddenFill>
              </a:ext>
            </a:extLst>
          </p:spPr>
        </p:pic>
        <p:sp>
          <p:nvSpPr>
            <p:cNvPr id="143" name="Rounded Rectangle 33">
              <a:extLst>
                <a:ext uri="{FF2B5EF4-FFF2-40B4-BE49-F238E27FC236}">
                  <a16:creationId xmlns:a16="http://schemas.microsoft.com/office/drawing/2014/main" id="{A3C71A70-BC8C-79CD-AC29-1133C67F06DD}"/>
                </a:ext>
              </a:extLst>
            </p:cNvPr>
            <p:cNvSpPr/>
            <p:nvPr/>
          </p:nvSpPr>
          <p:spPr>
            <a:xfrm>
              <a:off x="2314186" y="563729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4" name="직사각형 13">
            <a:extLst>
              <a:ext uri="{FF2B5EF4-FFF2-40B4-BE49-F238E27FC236}">
                <a16:creationId xmlns:a16="http://schemas.microsoft.com/office/drawing/2014/main" id="{F8540799-78B2-F340-EF6B-07BE3B80BD5E}"/>
              </a:ext>
            </a:extLst>
          </p:cNvPr>
          <p:cNvSpPr/>
          <p:nvPr/>
        </p:nvSpPr>
        <p:spPr>
          <a:xfrm>
            <a:off x="157663" y="65707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TextBox 14">
            <a:extLst>
              <a:ext uri="{FF2B5EF4-FFF2-40B4-BE49-F238E27FC236}">
                <a16:creationId xmlns:a16="http://schemas.microsoft.com/office/drawing/2014/main" id="{B3D22750-1774-1840-7761-A9696ADD6E42}"/>
              </a:ext>
            </a:extLst>
          </p:cNvPr>
          <p:cNvSpPr txBox="1"/>
          <p:nvPr/>
        </p:nvSpPr>
        <p:spPr>
          <a:xfrm>
            <a:off x="1307907" y="78285"/>
            <a:ext cx="80342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카드 추가 팝업</a:t>
            </a:r>
          </a:p>
        </p:txBody>
      </p:sp>
      <p:graphicFrame>
        <p:nvGraphicFramePr>
          <p:cNvPr id="16" name="Group 59">
            <a:extLst>
              <a:ext uri="{FF2B5EF4-FFF2-40B4-BE49-F238E27FC236}">
                <a16:creationId xmlns:a16="http://schemas.microsoft.com/office/drawing/2014/main" id="{FB8717EF-4554-AEC4-15D9-A4C053D38FA4}"/>
              </a:ext>
            </a:extLst>
          </p:cNvPr>
          <p:cNvGraphicFramePr>
            <a:graphicFrameLocks noGrp="1"/>
          </p:cNvGraphicFramePr>
          <p:nvPr>
            <p:extLst>
              <p:ext uri="{D42A27DB-BD31-4B8C-83A1-F6EECF244321}">
                <p14:modId xmlns:p14="http://schemas.microsoft.com/office/powerpoint/2010/main" val="920178729"/>
              </p:ext>
            </p:extLst>
          </p:nvPr>
        </p:nvGraphicFramePr>
        <p:xfrm>
          <a:off x="10128399" y="623854"/>
          <a:ext cx="2850436" cy="285400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none" strike="noStrike" kern="0" cap="none" spc="-70" normalizeH="0" baseline="0" noProof="0" dirty="0">
                          <a:ln>
                            <a:noFill/>
                          </a:ln>
                          <a:solidFill>
                            <a:srgbClr val="FF0000"/>
                          </a:solidFill>
                          <a:effectLst/>
                          <a:uLnTx/>
                          <a:uFillTx/>
                          <a:latin typeface="+mn-ea"/>
                          <a:ea typeface="+mn-ea"/>
                          <a:cs typeface="+mn-cs"/>
                        </a:rPr>
                        <a:t>카드 등록 정책은 기존과 동일하게 유지함</a:t>
                      </a:r>
                      <a:endParaRPr kumimoji="0" lang="en-US" altLang="ko-KR" sz="800" b="1" i="0" u="none" strike="noStrike" kern="0" cap="none" spc="-70" normalizeH="0" baseline="0" noProof="0" dirty="0">
                        <a:ln>
                          <a:noFill/>
                        </a:ln>
                        <a:solidFill>
                          <a:srgbClr val="FF0000"/>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61755626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카드사 선택</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드롭다운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placeholder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카드사를 선택하여 주십시오</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미지원 카드사 안내문구 표기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카드번호 입력</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4</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분할 포커스 인풋</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중간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칸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마스킹</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처리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유효기간 입력</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필수입력</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과거날짜 선택 시 알림</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(alert)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카드이름 입력</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선택입력</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필수 아님</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미입력시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기본값 처리</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r>
                        <a:rPr lang="en-US" altLang="ko-KR" sz="800" spc="-150" dirty="0"/>
                        <a:t>5</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저장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등록 완료 시 안내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(toast)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후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드롭다운에</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신규 카드 정보 자동반영</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9" name="사각형: 둥근 위쪽 모서리 18">
            <a:extLst>
              <a:ext uri="{FF2B5EF4-FFF2-40B4-BE49-F238E27FC236}">
                <a16:creationId xmlns:a16="http://schemas.microsoft.com/office/drawing/2014/main" id="{5D594942-1B51-6D8D-B24E-2349D8240D5F}"/>
              </a:ext>
            </a:extLst>
          </p:cNvPr>
          <p:cNvSpPr/>
          <p:nvPr/>
        </p:nvSpPr>
        <p:spPr>
          <a:xfrm>
            <a:off x="164698" y="2323273"/>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0" name="직사각형 19">
            <a:extLst>
              <a:ext uri="{FF2B5EF4-FFF2-40B4-BE49-F238E27FC236}">
                <a16:creationId xmlns:a16="http://schemas.microsoft.com/office/drawing/2014/main" id="{16342B95-9018-1F1A-196B-DA605975FC71}"/>
              </a:ext>
            </a:extLst>
          </p:cNvPr>
          <p:cNvSpPr/>
          <p:nvPr/>
        </p:nvSpPr>
        <p:spPr>
          <a:xfrm>
            <a:off x="164698" y="2606540"/>
            <a:ext cx="3426314" cy="384957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0F2A678E-838C-058D-B925-5BC149EA657B}"/>
              </a:ext>
            </a:extLst>
          </p:cNvPr>
          <p:cNvSpPr/>
          <p:nvPr/>
        </p:nvSpPr>
        <p:spPr>
          <a:xfrm>
            <a:off x="1031138" y="60825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저장</a:t>
            </a:r>
          </a:p>
        </p:txBody>
      </p:sp>
      <p:sp>
        <p:nvSpPr>
          <p:cNvPr id="22" name="TextBox 21">
            <a:extLst>
              <a:ext uri="{FF2B5EF4-FFF2-40B4-BE49-F238E27FC236}">
                <a16:creationId xmlns:a16="http://schemas.microsoft.com/office/drawing/2014/main" id="{50AD96C2-A6E1-0D08-6321-8FD1AA8DD736}"/>
              </a:ext>
            </a:extLst>
          </p:cNvPr>
          <p:cNvSpPr txBox="1"/>
          <p:nvPr/>
        </p:nvSpPr>
        <p:spPr>
          <a:xfrm>
            <a:off x="345888" y="2731060"/>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카드 추가</a:t>
            </a:r>
            <a:endParaRPr sz="900" b="1" dirty="0">
              <a:solidFill>
                <a:srgbClr val="404040"/>
              </a:solidFill>
              <a:latin typeface="맑은 고딕"/>
              <a:ea typeface="맑은 고딕"/>
            </a:endParaRPr>
          </a:p>
        </p:txBody>
      </p:sp>
      <p:grpSp>
        <p:nvGrpSpPr>
          <p:cNvPr id="34" name="그룹 33">
            <a:extLst>
              <a:ext uri="{FF2B5EF4-FFF2-40B4-BE49-F238E27FC236}">
                <a16:creationId xmlns:a16="http://schemas.microsoft.com/office/drawing/2014/main" id="{FC6752B8-D99E-8474-3D74-7E1E2DA17169}"/>
              </a:ext>
            </a:extLst>
          </p:cNvPr>
          <p:cNvGrpSpPr/>
          <p:nvPr/>
        </p:nvGrpSpPr>
        <p:grpSpPr>
          <a:xfrm>
            <a:off x="336505" y="4042776"/>
            <a:ext cx="3059608" cy="444878"/>
            <a:chOff x="336505" y="4640244"/>
            <a:chExt cx="3059608" cy="444878"/>
          </a:xfrm>
        </p:grpSpPr>
        <p:sp>
          <p:nvSpPr>
            <p:cNvPr id="21" name="Rounded Rectangle 35">
              <a:extLst>
                <a:ext uri="{FF2B5EF4-FFF2-40B4-BE49-F238E27FC236}">
                  <a16:creationId xmlns:a16="http://schemas.microsoft.com/office/drawing/2014/main" id="{953FCECA-D777-2A37-BF85-FBA7F2269729}"/>
                </a:ext>
              </a:extLst>
            </p:cNvPr>
            <p:cNvSpPr/>
            <p:nvPr/>
          </p:nvSpPr>
          <p:spPr>
            <a:xfrm>
              <a:off x="336505" y="4865666"/>
              <a:ext cx="69222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23" name="Rounded Rectangle 35">
              <a:extLst>
                <a:ext uri="{FF2B5EF4-FFF2-40B4-BE49-F238E27FC236}">
                  <a16:creationId xmlns:a16="http://schemas.microsoft.com/office/drawing/2014/main" id="{24F88EA8-4B42-B4B1-3625-0CAED1E7E454}"/>
                </a:ext>
              </a:extLst>
            </p:cNvPr>
            <p:cNvSpPr/>
            <p:nvPr/>
          </p:nvSpPr>
          <p:spPr>
            <a:xfrm>
              <a:off x="1126802" y="4865666"/>
              <a:ext cx="692226" cy="219456"/>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25" name="Rounded Rectangle 35">
              <a:extLst>
                <a:ext uri="{FF2B5EF4-FFF2-40B4-BE49-F238E27FC236}">
                  <a16:creationId xmlns:a16="http://schemas.microsoft.com/office/drawing/2014/main" id="{76216FA6-C01F-C2A1-EA50-97A9F160790B}"/>
                </a:ext>
              </a:extLst>
            </p:cNvPr>
            <p:cNvSpPr/>
            <p:nvPr/>
          </p:nvSpPr>
          <p:spPr>
            <a:xfrm>
              <a:off x="1913590" y="4865666"/>
              <a:ext cx="692226" cy="219456"/>
            </a:xfrm>
            <a:prstGeom prst="roundRect">
              <a:avLst>
                <a:gd name="adj" fmla="val 0"/>
              </a:avLst>
            </a:prstGeom>
            <a:solidFill>
              <a:schemeClr val="bg1">
                <a:lumMod val="95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26" name="Rounded Rectangle 35">
              <a:extLst>
                <a:ext uri="{FF2B5EF4-FFF2-40B4-BE49-F238E27FC236}">
                  <a16:creationId xmlns:a16="http://schemas.microsoft.com/office/drawing/2014/main" id="{5C8EDE17-87A8-056E-1CFC-CEC951E3C581}"/>
                </a:ext>
              </a:extLst>
            </p:cNvPr>
            <p:cNvSpPr/>
            <p:nvPr/>
          </p:nvSpPr>
          <p:spPr>
            <a:xfrm>
              <a:off x="2703887" y="4865666"/>
              <a:ext cx="69222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30" name="TextBox 29">
              <a:extLst>
                <a:ext uri="{FF2B5EF4-FFF2-40B4-BE49-F238E27FC236}">
                  <a16:creationId xmlns:a16="http://schemas.microsoft.com/office/drawing/2014/main" id="{BFF2A8D2-6F71-6ED7-FD42-8DDEF96AF262}"/>
                </a:ext>
              </a:extLst>
            </p:cNvPr>
            <p:cNvSpPr txBox="1"/>
            <p:nvPr/>
          </p:nvSpPr>
          <p:spPr>
            <a:xfrm>
              <a:off x="345888" y="4640244"/>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카드번호</a:t>
              </a:r>
              <a:r>
                <a:rPr lang="en-US" altLang="ko-KR" sz="800" b="1" dirty="0">
                  <a:solidFill>
                    <a:srgbClr val="FF0000"/>
                  </a:solidFill>
                  <a:ea typeface="맑은 고딕"/>
                </a:rPr>
                <a:t>*</a:t>
              </a:r>
              <a:endParaRPr sz="800" b="1" dirty="0">
                <a:solidFill>
                  <a:srgbClr val="404040"/>
                </a:solidFill>
                <a:ea typeface="맑은 고딕"/>
              </a:endParaRPr>
            </a:p>
          </p:txBody>
        </p:sp>
      </p:grpSp>
      <p:grpSp>
        <p:nvGrpSpPr>
          <p:cNvPr id="38" name="그룹 37">
            <a:extLst>
              <a:ext uri="{FF2B5EF4-FFF2-40B4-BE49-F238E27FC236}">
                <a16:creationId xmlns:a16="http://schemas.microsoft.com/office/drawing/2014/main" id="{40456D03-F7DF-0C25-7B3A-702C3B593DA8}"/>
              </a:ext>
            </a:extLst>
          </p:cNvPr>
          <p:cNvGrpSpPr/>
          <p:nvPr/>
        </p:nvGrpSpPr>
        <p:grpSpPr>
          <a:xfrm>
            <a:off x="313864" y="3128204"/>
            <a:ext cx="3082249" cy="706363"/>
            <a:chOff x="313864" y="3746208"/>
            <a:chExt cx="3082249" cy="706363"/>
          </a:xfrm>
        </p:grpSpPr>
        <p:sp>
          <p:nvSpPr>
            <p:cNvPr id="27" name="Rounded Rectangle 35">
              <a:extLst>
                <a:ext uri="{FF2B5EF4-FFF2-40B4-BE49-F238E27FC236}">
                  <a16:creationId xmlns:a16="http://schemas.microsoft.com/office/drawing/2014/main" id="{4AD0BDA6-1623-C2D9-D86E-4F3F2631B079}"/>
                </a:ext>
              </a:extLst>
            </p:cNvPr>
            <p:cNvSpPr/>
            <p:nvPr/>
          </p:nvSpPr>
          <p:spPr>
            <a:xfrm>
              <a:off x="336505" y="398004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카드사를 선택하여 주십시오                                        ▼</a:t>
              </a:r>
              <a:endParaRPr lang="en-US" altLang="ko-KR" sz="800" dirty="0">
                <a:solidFill>
                  <a:srgbClr val="595959"/>
                </a:solidFill>
                <a:ea typeface="맑은 고딕"/>
              </a:endParaRPr>
            </a:p>
          </p:txBody>
        </p:sp>
        <p:sp>
          <p:nvSpPr>
            <p:cNvPr id="2" name="Rounded Rectangle 27">
              <a:extLst>
                <a:ext uri="{FF2B5EF4-FFF2-40B4-BE49-F238E27FC236}">
                  <a16:creationId xmlns:a16="http://schemas.microsoft.com/office/drawing/2014/main" id="{E0759606-89DD-3A53-E707-1F2F20EB409E}"/>
                </a:ext>
              </a:extLst>
            </p:cNvPr>
            <p:cNvSpPr/>
            <p:nvPr/>
          </p:nvSpPr>
          <p:spPr>
            <a:xfrm>
              <a:off x="313864" y="4247288"/>
              <a:ext cx="29775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※빠른 시일 내에 롯데도 서비스 가능하도록 준비하겠습니다.</a:t>
              </a:r>
              <a:endParaRPr lang="ko-KR" altLang="en-US" sz="800" dirty="0">
                <a:solidFill>
                  <a:schemeClr val="tx1"/>
                </a:solidFill>
                <a:ea typeface="맑은 고딕"/>
              </a:endParaRPr>
            </a:p>
          </p:txBody>
        </p:sp>
        <p:sp>
          <p:nvSpPr>
            <p:cNvPr id="32" name="TextBox 31">
              <a:extLst>
                <a:ext uri="{FF2B5EF4-FFF2-40B4-BE49-F238E27FC236}">
                  <a16:creationId xmlns:a16="http://schemas.microsoft.com/office/drawing/2014/main" id="{D238121B-6F4F-982F-C1ED-3D548A1625E4}"/>
                </a:ext>
              </a:extLst>
            </p:cNvPr>
            <p:cNvSpPr txBox="1"/>
            <p:nvPr/>
          </p:nvSpPr>
          <p:spPr>
            <a:xfrm>
              <a:off x="345888" y="3746208"/>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카드사</a:t>
              </a:r>
              <a:r>
                <a:rPr lang="en-US" altLang="ko-KR" sz="800" b="1" dirty="0">
                  <a:solidFill>
                    <a:srgbClr val="FF0000"/>
                  </a:solidFill>
                  <a:ea typeface="맑은 고딕"/>
                </a:rPr>
                <a:t>*</a:t>
              </a:r>
              <a:endParaRPr sz="800" b="1" dirty="0">
                <a:solidFill>
                  <a:srgbClr val="FF0000"/>
                </a:solidFill>
                <a:ea typeface="맑은 고딕"/>
              </a:endParaRPr>
            </a:p>
          </p:txBody>
        </p:sp>
      </p:grpSp>
      <p:grpSp>
        <p:nvGrpSpPr>
          <p:cNvPr id="39" name="그룹 38">
            <a:extLst>
              <a:ext uri="{FF2B5EF4-FFF2-40B4-BE49-F238E27FC236}">
                <a16:creationId xmlns:a16="http://schemas.microsoft.com/office/drawing/2014/main" id="{55091441-6964-B871-73F6-222AE12CADB8}"/>
              </a:ext>
            </a:extLst>
          </p:cNvPr>
          <p:cNvGrpSpPr/>
          <p:nvPr/>
        </p:nvGrpSpPr>
        <p:grpSpPr>
          <a:xfrm>
            <a:off x="336505" y="4695863"/>
            <a:ext cx="1482523" cy="444878"/>
            <a:chOff x="336505" y="4640244"/>
            <a:chExt cx="1482523" cy="444878"/>
          </a:xfrm>
        </p:grpSpPr>
        <p:sp>
          <p:nvSpPr>
            <p:cNvPr id="47" name="Rounded Rectangle 35">
              <a:extLst>
                <a:ext uri="{FF2B5EF4-FFF2-40B4-BE49-F238E27FC236}">
                  <a16:creationId xmlns:a16="http://schemas.microsoft.com/office/drawing/2014/main" id="{6A2402B6-9C02-68E7-7132-8F83FBFB0DBC}"/>
                </a:ext>
              </a:extLst>
            </p:cNvPr>
            <p:cNvSpPr/>
            <p:nvPr/>
          </p:nvSpPr>
          <p:spPr>
            <a:xfrm>
              <a:off x="336505" y="4865666"/>
              <a:ext cx="69222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월</a:t>
              </a:r>
              <a:r>
                <a:rPr lang="en-US" altLang="ko-KR" sz="800" dirty="0">
                  <a:solidFill>
                    <a:srgbClr val="595959"/>
                  </a:solidFill>
                  <a:ea typeface="맑은 고딕"/>
                </a:rPr>
                <a:t>(MM)</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53" name="Rounded Rectangle 35">
              <a:extLst>
                <a:ext uri="{FF2B5EF4-FFF2-40B4-BE49-F238E27FC236}">
                  <a16:creationId xmlns:a16="http://schemas.microsoft.com/office/drawing/2014/main" id="{B36D4DBB-8C6B-9828-A45D-135DD8B0DF64}"/>
                </a:ext>
              </a:extLst>
            </p:cNvPr>
            <p:cNvSpPr/>
            <p:nvPr/>
          </p:nvSpPr>
          <p:spPr>
            <a:xfrm>
              <a:off x="1126802" y="4865666"/>
              <a:ext cx="692226" cy="219456"/>
            </a:xfrm>
            <a:prstGeom prst="roundRect">
              <a:avLst>
                <a:gd name="adj" fmla="val 0"/>
              </a:avLst>
            </a:prstGeom>
            <a:solidFill>
              <a:schemeClr val="bg1"/>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년</a:t>
              </a:r>
              <a:r>
                <a:rPr lang="en-US" altLang="ko-KR" sz="800" dirty="0">
                  <a:solidFill>
                    <a:srgbClr val="595959"/>
                  </a:solidFill>
                  <a:ea typeface="맑은 고딕"/>
                </a:rPr>
                <a:t>(YY)</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56" name="TextBox 55">
              <a:extLst>
                <a:ext uri="{FF2B5EF4-FFF2-40B4-BE49-F238E27FC236}">
                  <a16:creationId xmlns:a16="http://schemas.microsoft.com/office/drawing/2014/main" id="{FC1EE1BA-9342-14AB-FAD8-E1F59C526E7A}"/>
                </a:ext>
              </a:extLst>
            </p:cNvPr>
            <p:cNvSpPr txBox="1"/>
            <p:nvPr/>
          </p:nvSpPr>
          <p:spPr>
            <a:xfrm>
              <a:off x="345888" y="4640244"/>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유효기간</a:t>
              </a:r>
              <a:r>
                <a:rPr lang="en-US" altLang="ko-KR" sz="800" b="1" dirty="0">
                  <a:solidFill>
                    <a:srgbClr val="FF0000"/>
                  </a:solidFill>
                  <a:ea typeface="맑은 고딕"/>
                </a:rPr>
                <a:t>*</a:t>
              </a:r>
              <a:endParaRPr sz="800" b="1" dirty="0">
                <a:solidFill>
                  <a:srgbClr val="404040"/>
                </a:solidFill>
                <a:ea typeface="맑은 고딕"/>
              </a:endParaRPr>
            </a:p>
          </p:txBody>
        </p:sp>
      </p:grpSp>
      <p:grpSp>
        <p:nvGrpSpPr>
          <p:cNvPr id="57" name="그룹 56">
            <a:extLst>
              <a:ext uri="{FF2B5EF4-FFF2-40B4-BE49-F238E27FC236}">
                <a16:creationId xmlns:a16="http://schemas.microsoft.com/office/drawing/2014/main" id="{6B4A432D-B8DD-46A8-7C74-A2BAA21A49B6}"/>
              </a:ext>
            </a:extLst>
          </p:cNvPr>
          <p:cNvGrpSpPr/>
          <p:nvPr/>
        </p:nvGrpSpPr>
        <p:grpSpPr>
          <a:xfrm>
            <a:off x="336505" y="5348951"/>
            <a:ext cx="3059608" cy="444878"/>
            <a:chOff x="336505" y="4640244"/>
            <a:chExt cx="3059608" cy="444878"/>
          </a:xfrm>
        </p:grpSpPr>
        <p:sp>
          <p:nvSpPr>
            <p:cNvPr id="58" name="Rounded Rectangle 35">
              <a:extLst>
                <a:ext uri="{FF2B5EF4-FFF2-40B4-BE49-F238E27FC236}">
                  <a16:creationId xmlns:a16="http://schemas.microsoft.com/office/drawing/2014/main" id="{BEA930D3-1D66-225E-E4D0-57957474D11E}"/>
                </a:ext>
              </a:extLst>
            </p:cNvPr>
            <p:cNvSpPr/>
            <p:nvPr/>
          </p:nvSpPr>
          <p:spPr>
            <a:xfrm>
              <a:off x="336505" y="4865666"/>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ko-KR" sz="800" dirty="0">
                <a:solidFill>
                  <a:srgbClr val="595959"/>
                </a:solidFill>
                <a:ea typeface="맑은 고딕"/>
              </a:endParaRPr>
            </a:p>
          </p:txBody>
        </p:sp>
        <p:sp>
          <p:nvSpPr>
            <p:cNvPr id="71" name="TextBox 70">
              <a:extLst>
                <a:ext uri="{FF2B5EF4-FFF2-40B4-BE49-F238E27FC236}">
                  <a16:creationId xmlns:a16="http://schemas.microsoft.com/office/drawing/2014/main" id="{58687749-76AB-EB06-E11F-F8A2B5A52DDA}"/>
                </a:ext>
              </a:extLst>
            </p:cNvPr>
            <p:cNvSpPr txBox="1"/>
            <p:nvPr/>
          </p:nvSpPr>
          <p:spPr>
            <a:xfrm>
              <a:off x="345888" y="4640244"/>
              <a:ext cx="914400" cy="182880"/>
            </a:xfrm>
            <a:prstGeom prst="rect">
              <a:avLst/>
            </a:prstGeom>
            <a:noFill/>
          </p:spPr>
          <p:txBody>
            <a:bodyPr wrap="square" lIns="0" tIns="0" rIns="0" bIns="0" anchor="ctr">
              <a:noAutofit/>
            </a:bodyPr>
            <a:lstStyle/>
            <a:p>
              <a:r>
                <a:rPr lang="ko-KR" altLang="en-US" sz="800" b="1" dirty="0">
                  <a:solidFill>
                    <a:srgbClr val="404040"/>
                  </a:solidFill>
                  <a:ea typeface="맑은 고딕"/>
                </a:rPr>
                <a:t>카드이름</a:t>
              </a:r>
              <a:endParaRPr sz="800" b="1" dirty="0">
                <a:solidFill>
                  <a:srgbClr val="404040"/>
                </a:solidFill>
                <a:ea typeface="맑은 고딕"/>
              </a:endParaRPr>
            </a:p>
          </p:txBody>
        </p:sp>
      </p:grpSp>
      <p:sp>
        <p:nvSpPr>
          <p:cNvPr id="72" name="모서리가 둥근 직사각형 114">
            <a:extLst>
              <a:ext uri="{FF2B5EF4-FFF2-40B4-BE49-F238E27FC236}">
                <a16:creationId xmlns:a16="http://schemas.microsoft.com/office/drawing/2014/main" id="{AEE144B1-EC74-760A-97A7-A198F941E37B}"/>
              </a:ext>
            </a:extLst>
          </p:cNvPr>
          <p:cNvSpPr/>
          <p:nvPr/>
        </p:nvSpPr>
        <p:spPr>
          <a:xfrm>
            <a:off x="161084" y="326763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73" name="모서리가 둥근 직사각형 114">
            <a:extLst>
              <a:ext uri="{FF2B5EF4-FFF2-40B4-BE49-F238E27FC236}">
                <a16:creationId xmlns:a16="http://schemas.microsoft.com/office/drawing/2014/main" id="{220DE70C-08A1-D57A-1016-9834F36BE612}"/>
              </a:ext>
            </a:extLst>
          </p:cNvPr>
          <p:cNvSpPr/>
          <p:nvPr/>
        </p:nvSpPr>
        <p:spPr>
          <a:xfrm>
            <a:off x="176239" y="426831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sp>
        <p:nvSpPr>
          <p:cNvPr id="79" name="모서리가 둥근 직사각형 114">
            <a:extLst>
              <a:ext uri="{FF2B5EF4-FFF2-40B4-BE49-F238E27FC236}">
                <a16:creationId xmlns:a16="http://schemas.microsoft.com/office/drawing/2014/main" id="{1C82EF2E-4E3A-6404-E385-81A1FB9A1E17}"/>
              </a:ext>
            </a:extLst>
          </p:cNvPr>
          <p:cNvSpPr/>
          <p:nvPr/>
        </p:nvSpPr>
        <p:spPr>
          <a:xfrm>
            <a:off x="190148" y="4848099"/>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80" name="모서리가 둥근 직사각형 114">
            <a:extLst>
              <a:ext uri="{FF2B5EF4-FFF2-40B4-BE49-F238E27FC236}">
                <a16:creationId xmlns:a16="http://schemas.microsoft.com/office/drawing/2014/main" id="{CE3E1FE4-B81A-F7FA-9E3E-8EDAE1E99936}"/>
              </a:ext>
            </a:extLst>
          </p:cNvPr>
          <p:cNvSpPr/>
          <p:nvPr/>
        </p:nvSpPr>
        <p:spPr>
          <a:xfrm>
            <a:off x="872871" y="613946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5</a:t>
            </a:r>
            <a:endParaRPr lang="ko-KR" altLang="en-US" sz="900" dirty="0">
              <a:solidFill>
                <a:schemeClr val="bg1"/>
              </a:solidFill>
            </a:endParaRPr>
          </a:p>
        </p:txBody>
      </p:sp>
      <p:sp>
        <p:nvSpPr>
          <p:cNvPr id="81" name="모서리가 둥근 직사각형 114">
            <a:extLst>
              <a:ext uri="{FF2B5EF4-FFF2-40B4-BE49-F238E27FC236}">
                <a16:creationId xmlns:a16="http://schemas.microsoft.com/office/drawing/2014/main" id="{3A698735-FF12-A2DC-C0E7-9C959977232B}"/>
              </a:ext>
            </a:extLst>
          </p:cNvPr>
          <p:cNvSpPr/>
          <p:nvPr/>
        </p:nvSpPr>
        <p:spPr>
          <a:xfrm>
            <a:off x="176270" y="559634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Tree>
    <p:extLst>
      <p:ext uri="{BB962C8B-B14F-4D97-AF65-F5344CB8AC3E}">
        <p14:creationId xmlns:p14="http://schemas.microsoft.com/office/powerpoint/2010/main" val="140113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2E2D9-C24C-DD3F-D1CF-BE000615EABE}"/>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6C6EF82C-7298-0E60-8082-E357E2929A46}"/>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A0F53C20-59DF-F723-6D48-3CAA4F7AF3EE}"/>
              </a:ext>
            </a:extLst>
          </p:cNvPr>
          <p:cNvSpPr txBox="1"/>
          <p:nvPr/>
        </p:nvSpPr>
        <p:spPr>
          <a:xfrm>
            <a:off x="1302717" y="330494"/>
            <a:ext cx="32303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rPr>
              <a:t>주문내역 확인 및 상품별 결제 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EB7DC623-1B29-667A-F65D-CF62B0E7064B}"/>
              </a:ext>
            </a:extLst>
          </p:cNvPr>
          <p:cNvSpPr/>
          <p:nvPr/>
        </p:nvSpPr>
        <p:spPr>
          <a:xfrm>
            <a:off x="7921129" y="58428"/>
            <a:ext cx="1380506" cy="246221"/>
          </a:xfrm>
          <a:prstGeom prst="rect">
            <a:avLst/>
          </a:prstGeom>
        </p:spPr>
        <p:txBody>
          <a:bodyPr wrap="none">
            <a:spAutoFit/>
          </a:bodyPr>
          <a:lstStyle/>
          <a:p>
            <a:pPr fontAlgn="ctr"/>
            <a:r>
              <a:rPr lang="en-US" altLang="ko-KR" sz="1000" dirty="0"/>
              <a:t>CH-U-CA-02-03-02p</a:t>
            </a:r>
            <a:endParaRPr lang="ko-KR" altLang="ko-KR" sz="1000" dirty="0"/>
          </a:p>
        </p:txBody>
      </p:sp>
      <p:sp>
        <p:nvSpPr>
          <p:cNvPr id="5" name="TextBox 4">
            <a:extLst>
              <a:ext uri="{FF2B5EF4-FFF2-40B4-BE49-F238E27FC236}">
                <a16:creationId xmlns:a16="http://schemas.microsoft.com/office/drawing/2014/main" id="{0CE8C691-C405-60D9-C309-56340D2E9F3F}"/>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32D9DD54-BCB6-C66E-CD70-E90F4021BE26}"/>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E04956CC-2573-DEBD-BE4D-F75670FCCC2A}"/>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0E42E724-F251-F79A-EAE9-1BB21FDAA29F}"/>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D0B5E269-5182-9573-7A89-1E634B26B60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12807947-9317-DFC8-ED66-02CF117B4B2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C30FA432-DB3C-D206-5A14-55DD1CBD542C}"/>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F1E50920-0230-543A-AFD8-9B95FBA43806}"/>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797BB130-C28F-964B-4C9D-CF64AFA9BDAC}"/>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36AE3895-F380-5C9C-4928-EC3E1CCB51AC}"/>
              </a:ext>
            </a:extLst>
          </p:cNvPr>
          <p:cNvSpPr txBox="1"/>
          <p:nvPr/>
        </p:nvSpPr>
        <p:spPr>
          <a:xfrm>
            <a:off x="1307907" y="78285"/>
            <a:ext cx="184858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주문내역 확인 및 상품별 결제 동의 팝업</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A09F20DC-A971-A131-E865-9F4A166BB805}"/>
              </a:ext>
            </a:extLst>
          </p:cNvPr>
          <p:cNvGraphicFramePr>
            <a:graphicFrameLocks noGrp="1"/>
          </p:cNvGraphicFramePr>
          <p:nvPr>
            <p:extLst>
              <p:ext uri="{D42A27DB-BD31-4B8C-83A1-F6EECF244321}">
                <p14:modId xmlns:p14="http://schemas.microsoft.com/office/powerpoint/2010/main" val="3709407975"/>
              </p:ext>
            </p:extLst>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8F22CB35-1328-DCCC-CCBF-C3E6C7A06D15}"/>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71D1DF59-1F25-C80D-6D90-40F3E6B4D6F9}"/>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9FF1B489-5716-F499-0C7F-48CD01FB13E4}"/>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737F7C7E-7E2D-9F65-424D-432970ADCE88}"/>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B50FC549-485F-8F1B-0E5B-4737933556CF}"/>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933617C9-F84A-C426-6AB3-FF9D21AF4C67}"/>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A90CC4C2-3605-107A-0CE3-3A963DB7F3DF}"/>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00C5934A-3526-22B9-70DC-7AD5DB620411}"/>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6DE9C089-09F9-682E-E5AF-C3F52209AE65}"/>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88099BDD-8DF8-4359-BBC7-1988263474CF}"/>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AC41944D-7102-BCA0-9AA2-DB594F8B1D61}"/>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CF917AD5-2054-4B8B-0AAC-FC7CE14669E5}"/>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D0300458-B880-1B90-4E2E-5E8DA61C2398}"/>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6A2BA4E9-82FF-0632-7706-64ACBFAEE5CB}"/>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557A84D0-BC0E-0061-D811-26E3A66C12DF}"/>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F8B4F34E-1E38-D2F3-8EED-980C21206FCD}"/>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8AAF4A3B-B8C7-1484-05FF-FA05F8EB3315}"/>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51153D04-D629-93F4-1906-26866579B298}"/>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129B2769-5C9A-1D67-3B51-F64BB7569E04}"/>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DAFC5DA5-F4A7-57D1-66BF-6533C1EB4BF6}"/>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D7A35ECC-D594-49C8-B398-CA82DB7ACBFE}"/>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614AB862-ED11-21D4-055D-74725FF1053F}"/>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19D12AA3-D84E-ED48-891F-719C33427F88}"/>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4476A6C8-F05A-3AA8-F585-47F1F22C4D20}"/>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324D980E-E8AD-AAC0-3BB6-5BEAA8A235F0}"/>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B3956A82-B5F9-8D03-029D-0294A74F2922}"/>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FD373568-4A44-FCE4-754B-291405077C91}"/>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C554F7D9-EC9A-3FE8-8428-12AC9DE94F6C}"/>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69AC5BD9-4399-BD49-C412-3B2608A91FB3}"/>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B7977411-B662-2542-9C4E-41905C87FB61}"/>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62FEC1A8-E2B0-E5B5-3F1F-C012132B90CF}"/>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30C77A38-E5EF-AF6A-F178-107EAD95803D}"/>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531E9889-60A9-4762-207C-3F0B84D79775}"/>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주문내역 확인 및 상품별 결제 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F8652C92-3B27-3490-73AA-CC20222FA216}"/>
                </a:ext>
              </a:extLst>
            </p:cNvPr>
            <p:cNvSpPr/>
            <p:nvPr/>
          </p:nvSpPr>
          <p:spPr>
            <a:xfrm>
              <a:off x="5126625" y="2611712"/>
              <a:ext cx="2879744" cy="1042199"/>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marL="171450" indent="-171450">
                <a:buFont typeface="Arial" panose="020B0604020202020204" pitchFamily="34" charset="0"/>
                <a:buChar char="•"/>
              </a:pPr>
              <a:r>
                <a:rPr lang="ko-KR" altLang="en-US" sz="700" dirty="0">
                  <a:solidFill>
                    <a:schemeClr val="tx1"/>
                  </a:solidFill>
                  <a:ea typeface="맑은 고딕"/>
                </a:rPr>
                <a:t>주문할 상품의 상품명</a:t>
              </a:r>
              <a:r>
                <a:rPr lang="en-US" altLang="ko-KR" sz="700" dirty="0">
                  <a:solidFill>
                    <a:schemeClr val="tx1"/>
                  </a:solidFill>
                  <a:ea typeface="맑은 고딕"/>
                </a:rPr>
                <a:t>, </a:t>
              </a:r>
              <a:r>
                <a:rPr lang="ko-KR" altLang="en-US" sz="700" dirty="0">
                  <a:solidFill>
                    <a:schemeClr val="tx1"/>
                  </a:solidFill>
                  <a:ea typeface="맑은 고딕"/>
                </a:rPr>
                <a:t>상품가격</a:t>
              </a:r>
              <a:r>
                <a:rPr lang="en-US" altLang="ko-KR" sz="700" dirty="0">
                  <a:solidFill>
                    <a:schemeClr val="tx1"/>
                  </a:solidFill>
                  <a:ea typeface="맑은 고딕"/>
                </a:rPr>
                <a:t>, </a:t>
              </a:r>
              <a:r>
                <a:rPr lang="ko-KR" altLang="en-US" sz="700" dirty="0">
                  <a:solidFill>
                    <a:schemeClr val="tx1"/>
                  </a:solidFill>
                  <a:ea typeface="맑은 고딕"/>
                </a:rPr>
                <a:t>수량</a:t>
              </a:r>
              <a:r>
                <a:rPr lang="en-US" altLang="ko-KR" sz="700" dirty="0">
                  <a:solidFill>
                    <a:schemeClr val="tx1"/>
                  </a:solidFill>
                  <a:ea typeface="맑은 고딕"/>
                </a:rPr>
                <a:t>, </a:t>
              </a:r>
              <a:r>
                <a:rPr lang="ko-KR" altLang="en-US" sz="700" dirty="0">
                  <a:solidFill>
                    <a:schemeClr val="tx1"/>
                  </a:solidFill>
                  <a:ea typeface="맑은 고딕"/>
                </a:rPr>
                <a:t>배송정보를 확인하였으며 구매에 동의합니다</a:t>
              </a:r>
              <a:r>
                <a:rPr lang="en-US" altLang="ko-KR" sz="700" dirty="0">
                  <a:solidFill>
                    <a:schemeClr val="tx1"/>
                  </a:solidFill>
                  <a:ea typeface="맑은 고딕"/>
                </a:rPr>
                <a:t>.</a:t>
              </a:r>
            </a:p>
            <a:p>
              <a:pPr marL="171450" indent="-171450">
                <a:buFont typeface="Arial" panose="020B0604020202020204" pitchFamily="34" charset="0"/>
                <a:buChar char="•"/>
              </a:pPr>
              <a:endParaRPr lang="en-US" altLang="ko-KR" sz="700" dirty="0">
                <a:solidFill>
                  <a:schemeClr val="tx1"/>
                </a:solidFill>
                <a:ea typeface="맑은 고딕"/>
              </a:endParaRPr>
            </a:p>
            <a:p>
              <a:pPr marL="171450" indent="-171450">
                <a:buFont typeface="Arial" panose="020B0604020202020204" pitchFamily="34" charset="0"/>
                <a:buChar char="•"/>
              </a:pPr>
              <a:r>
                <a:rPr lang="ko-KR" altLang="en-US" sz="700" dirty="0">
                  <a:solidFill>
                    <a:schemeClr val="tx1"/>
                  </a:solidFill>
                  <a:ea typeface="맑은 고딕"/>
                </a:rPr>
                <a:t>주문상품이 여러 종류일 경우 상품 종류별 결제되는 것에 동의합니다</a:t>
              </a:r>
              <a:r>
                <a:rPr lang="en-US" altLang="ko-KR" sz="700" dirty="0">
                  <a:solidFill>
                    <a:schemeClr val="tx1"/>
                  </a:solidFill>
                  <a:ea typeface="맑은 고딕"/>
                </a:rPr>
                <a:t>.</a:t>
              </a:r>
            </a:p>
            <a:p>
              <a:pPr marL="171450" indent="-171450">
                <a:buFont typeface="Arial" panose="020B0604020202020204" pitchFamily="34" charset="0"/>
                <a:buChar char="•"/>
              </a:pPr>
              <a:endParaRPr lang="en-US" altLang="ko-KR" sz="700" dirty="0">
                <a:solidFill>
                  <a:schemeClr val="tx1"/>
                </a:solidFill>
                <a:ea typeface="맑은 고딕"/>
              </a:endParaRPr>
            </a:p>
            <a:p>
              <a:pPr marL="171450" indent="-171450">
                <a:buFont typeface="Arial" panose="020B0604020202020204" pitchFamily="34" charset="0"/>
                <a:buChar char="•"/>
              </a:pPr>
              <a:r>
                <a:rPr lang="ko-KR" altLang="en-US" sz="700" dirty="0">
                  <a:solidFill>
                    <a:schemeClr val="tx1"/>
                  </a:solidFill>
                  <a:ea typeface="맑은 고딕"/>
                </a:rPr>
                <a:t>전자상거래 등에서의 소비자보호법에 관한 법률에 의거하여 미성년자가 체결한 계약은 법정대리인이 동의하지 않은 경우 본인 또는 법정대리인이 취소할 수 있습니다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005DF17F-4B32-77AF-AD8F-7659F48BE2E8}"/>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Tree>
    <p:extLst>
      <p:ext uri="{BB962C8B-B14F-4D97-AF65-F5344CB8AC3E}">
        <p14:creationId xmlns:p14="http://schemas.microsoft.com/office/powerpoint/2010/main" val="3961056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9F252-2A73-6633-A6F2-80082DDECDD7}"/>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C619133F-92F7-B327-DD14-FB8C96731434}"/>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9A78E44E-5621-FF2D-1532-03B22FCF801A}"/>
              </a:ext>
            </a:extLst>
          </p:cNvPr>
          <p:cNvSpPr txBox="1"/>
          <p:nvPr/>
        </p:nvSpPr>
        <p:spPr>
          <a:xfrm>
            <a:off x="1302717" y="330494"/>
            <a:ext cx="338746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전자금융거래이용약관</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0846D006-490C-E055-8C8F-13396B69931C}"/>
              </a:ext>
            </a:extLst>
          </p:cNvPr>
          <p:cNvSpPr/>
          <p:nvPr/>
        </p:nvSpPr>
        <p:spPr>
          <a:xfrm>
            <a:off x="7921129" y="58428"/>
            <a:ext cx="1380506" cy="246221"/>
          </a:xfrm>
          <a:prstGeom prst="rect">
            <a:avLst/>
          </a:prstGeom>
        </p:spPr>
        <p:txBody>
          <a:bodyPr wrap="none">
            <a:spAutoFit/>
          </a:bodyPr>
          <a:lstStyle/>
          <a:p>
            <a:pPr fontAlgn="ctr"/>
            <a:r>
              <a:rPr lang="en-US" altLang="ko-KR" sz="1000" dirty="0"/>
              <a:t>CH-U-CA-02-03-03p</a:t>
            </a:r>
            <a:endParaRPr lang="ko-KR" altLang="ko-KR" sz="1000" dirty="0"/>
          </a:p>
        </p:txBody>
      </p:sp>
      <p:sp>
        <p:nvSpPr>
          <p:cNvPr id="5" name="TextBox 4">
            <a:extLst>
              <a:ext uri="{FF2B5EF4-FFF2-40B4-BE49-F238E27FC236}">
                <a16:creationId xmlns:a16="http://schemas.microsoft.com/office/drawing/2014/main" id="{7D8F6BB5-77D4-309F-D766-8FBE79B5005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91759F96-77DD-7FCC-792C-4774EB0CDCBD}"/>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25218AAD-8E05-AFA7-6688-C83B7021CEFD}"/>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1724B48F-C786-5578-C093-72C0B14E16E8}"/>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E5F7B698-035D-0939-5027-DBE07435D72F}"/>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B688591E-5D8F-243D-56A9-7CDBB573EF01}"/>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54C0952A-B330-CCD9-326B-907E60B1A647}"/>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8A290CDF-3F5B-B0ED-FE11-29DE33F39DDB}"/>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5C84A8ED-A33F-23A8-76FA-19D6F206032D}"/>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6B09E790-0A17-E0CE-F3C2-AB21E536C82D}"/>
              </a:ext>
            </a:extLst>
          </p:cNvPr>
          <p:cNvSpPr txBox="1"/>
          <p:nvPr/>
        </p:nvSpPr>
        <p:spPr>
          <a:xfrm>
            <a:off x="1307907" y="78285"/>
            <a:ext cx="174759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전자금융 거래 이용약관 동의 팝업</a:t>
            </a:r>
            <a:r>
              <a:rPr lang="en-US" altLang="ko-KR" sz="900" spc="-150" dirty="0">
                <a:solidFill>
                  <a:schemeClr val="tx1">
                    <a:lumMod val="75000"/>
                    <a:lumOff val="25000"/>
                  </a:schemeClr>
                </a:solidFill>
                <a:latin typeface="맑은 고딕" panose="020B0503020000020004" pitchFamily="50" charset="-127"/>
              </a:rPr>
              <a:t>(1/2)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E722A5F0-2D35-4D51-938F-F7C652A5F0F5}"/>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AEDE5895-8D8D-B658-E833-D78460E9EA3A}"/>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C2005234-3800-7574-E297-CE59F57A3370}"/>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B8CCB901-E1EF-72E2-E2B5-D07E6EF9D8FD}"/>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78249588-2345-AA7B-C266-6AACE64E52E0}"/>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145F77A1-3B10-0E62-83E3-0C151D6E17BD}"/>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B5CB38D8-DBBD-8AA7-ECD5-7A87BAFC8848}"/>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2A9105AD-1CA0-3923-CB6C-C8AAA4332C76}"/>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068EE6F7-4A07-3537-1D5F-8650C550B42A}"/>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61B033D6-4E2B-997B-F308-6DA62933F17C}"/>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1B22F9E3-CE22-6675-B1E5-280980260318}"/>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923EDDDC-197C-7815-085A-71A0BBB13478}"/>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1CF8F184-AEE4-A65F-8FB7-C76EF5719697}"/>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E147A2EE-D061-9A52-C139-D7FEDEAF61C5}"/>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B4BEEB0B-4114-C596-6215-AFD4D6254548}"/>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6DDCDE39-D99B-F2C4-375A-C066AA46C91C}"/>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7B306D73-B5E4-9000-2C79-D588E9783A9C}"/>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3E2186ED-C80F-D04D-2EC8-EF47CC7775CE}"/>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90F50132-193C-04C1-7B07-2D27FF68FA4C}"/>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EF176B4D-D66B-B1ED-680A-FDC2299F329B}"/>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5851CEE3-247F-D2ED-7FC5-CA94B1955481}"/>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860BA4FF-95D9-86C9-68E5-192E26AC178E}"/>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94B25609-8CC9-9516-FDA5-311814AA37CD}"/>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AAF8023B-74ED-8598-B7AF-2B0582ED4064}"/>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5282AE6C-4423-1834-B7FC-87F4C795D2D1}"/>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1068459F-D0C6-9885-6F91-1FB2720E7690}"/>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C526AF81-1B04-0031-7CF1-1EE4BFED7CBD}"/>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E56A6D64-784E-2C03-6C71-F2A3D5A5715D}"/>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F775D442-5DA3-07DC-B92D-8F4FD1F5653A}"/>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A2EE9FF9-C0C5-B391-1516-6056646450BD}"/>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85436955-D8BA-98E1-7A8A-D7FA1785EB2E}"/>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9881A550-ADF0-C194-2785-62C51EF1B291}"/>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50BB4581-808F-56AF-C5AC-19561C4B01FD}"/>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6310F8C0-95D0-2789-9BCE-CA9DC31A44CD}"/>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전자금융거래이용약관</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669FC907-468C-F399-B01F-4FA5F87AE188}"/>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b="1" dirty="0">
                  <a:solidFill>
                    <a:schemeClr val="tx1"/>
                  </a:solidFill>
                  <a:ea typeface="맑은 고딕"/>
                </a:rPr>
                <a:t>[전자금융거래이용약관]</a:t>
              </a:r>
            </a:p>
            <a:p>
              <a:br>
                <a:rPr lang="en-US" altLang="ko-KR" sz="700" dirty="0">
                  <a:solidFill>
                    <a:schemeClr val="tx1"/>
                  </a:solidFill>
                  <a:ea typeface="맑은 고딕"/>
                </a:rPr>
              </a:br>
              <a:r>
                <a:rPr lang="ko-KR" altLang="ko-KR" sz="700" dirty="0">
                  <a:solidFill>
                    <a:schemeClr val="tx1"/>
                  </a:solidFill>
                  <a:ea typeface="맑은 고딕"/>
                </a:rPr>
                <a:t>제1조 목적</a:t>
              </a:r>
            </a:p>
            <a:p>
              <a:pPr fontAlgn="t"/>
              <a:r>
                <a:rPr lang="ko-KR" altLang="ko-KR" sz="700" dirty="0">
                  <a:solidFill>
                    <a:schemeClr val="tx1"/>
                  </a:solidFill>
                  <a:ea typeface="맑은 고딕"/>
                </a:rPr>
                <a:t>이 약관은 주식회사 </a:t>
              </a:r>
              <a:r>
                <a:rPr lang="ko-KR" altLang="ko-KR" sz="700" dirty="0" err="1">
                  <a:solidFill>
                    <a:schemeClr val="tx1"/>
                  </a:solidFill>
                  <a:ea typeface="맑은 고딕"/>
                </a:rPr>
                <a:t>케이지모빌리언스</a:t>
              </a:r>
              <a:r>
                <a:rPr lang="ko-KR" altLang="ko-KR" sz="700" dirty="0">
                  <a:solidFill>
                    <a:schemeClr val="tx1"/>
                  </a:solidFill>
                  <a:ea typeface="맑은 고딕"/>
                </a:rPr>
                <a:t>(이하 ‘</a:t>
              </a:r>
              <a:r>
                <a:rPr lang="ko-KR" altLang="ko-KR" sz="700" dirty="0" err="1">
                  <a:solidFill>
                    <a:schemeClr val="tx1"/>
                  </a:solidFill>
                  <a:ea typeface="맑은 고딕"/>
                </a:rPr>
                <a:t>회사’라</a:t>
              </a:r>
              <a:r>
                <a:rPr lang="ko-KR" altLang="ko-KR" sz="700" dirty="0">
                  <a:solidFill>
                    <a:schemeClr val="tx1"/>
                  </a:solidFill>
                  <a:ea typeface="맑은 고딕"/>
                </a:rPr>
                <a:t> 함)가 제공하는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결제대금예치서비스를 이용자가 이용함에 있어 회사와 이용자 사이의 전자금융거래에 관한 기본적인 사항을 정함을 목적으로 합니다.</a:t>
              </a:r>
            </a:p>
            <a:p>
              <a:br>
                <a:rPr lang="en-US" altLang="ko-KR" sz="700" dirty="0">
                  <a:solidFill>
                    <a:schemeClr val="tx1"/>
                  </a:solidFill>
                  <a:ea typeface="맑은 고딕"/>
                </a:rPr>
              </a:br>
              <a:r>
                <a:rPr lang="ko-KR" altLang="ko-KR" sz="700" dirty="0">
                  <a:solidFill>
                    <a:schemeClr val="tx1"/>
                  </a:solidFill>
                  <a:ea typeface="맑은 고딕"/>
                </a:rPr>
                <a:t>제2조 (용어의 정의)</a:t>
              </a:r>
            </a:p>
            <a:p>
              <a:pPr fontAlgn="t"/>
              <a:r>
                <a:rPr lang="ko-KR" altLang="ko-KR" sz="700" dirty="0">
                  <a:solidFill>
                    <a:schemeClr val="tx1"/>
                  </a:solidFill>
                  <a:ea typeface="맑은 고딕"/>
                </a:rPr>
                <a:t>이 약관에서 정하는 용어의 정의는 다음과 같습니다.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a:t>
              </a:r>
              <a:r>
                <a:rPr lang="ko-KR" altLang="ko-KR" sz="700" dirty="0" err="1">
                  <a:solidFill>
                    <a:schemeClr val="tx1"/>
                  </a:solidFill>
                  <a:ea typeface="맑은 고딕"/>
                </a:rPr>
                <a:t>전자금융거래’라</a:t>
              </a:r>
              <a:r>
                <a:rPr lang="ko-KR" altLang="ko-KR" sz="700" dirty="0">
                  <a:solidFill>
                    <a:schemeClr val="tx1"/>
                  </a:solidFill>
                  <a:ea typeface="맑은 고딕"/>
                </a:rPr>
                <a:t> 함은 회사가 전자적 장치를 통하여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결제대금예치서비스(이하 ‘전자금융거래 </a:t>
              </a:r>
              <a:r>
                <a:rPr lang="ko-KR" altLang="ko-KR" sz="700" dirty="0" err="1">
                  <a:solidFill>
                    <a:schemeClr val="tx1"/>
                  </a:solidFill>
                  <a:ea typeface="맑은 고딕"/>
                </a:rPr>
                <a:t>서비스’라고</a:t>
              </a:r>
              <a:r>
                <a:rPr lang="ko-KR" altLang="ko-KR" sz="700" dirty="0">
                  <a:solidFill>
                    <a:schemeClr val="tx1"/>
                  </a:solidFill>
                  <a:ea typeface="맑은 고딕"/>
                </a:rPr>
                <a:t> 합니다)를 제공하고, 이용자가 회사의 종사자와 직접 대면하거나 의사소통을 하지 아니하고 자동화된 방식으로 이를 이용하는 거래를 말합니다.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전자지급결제대행서비스’라</a:t>
              </a:r>
              <a:r>
                <a:rPr lang="ko-KR" altLang="ko-KR" sz="700" dirty="0">
                  <a:solidFill>
                    <a:schemeClr val="tx1"/>
                  </a:solidFill>
                  <a:ea typeface="맑은 고딕"/>
                </a:rPr>
                <a:t> 함은 전자적 방법으로 재화의 구입 또는 용역의 이용에 있어서 지급결제정보를 송신하거나 수신하는</a:t>
              </a:r>
            </a:p>
          </p:txBody>
        </p:sp>
      </p:grpSp>
      <p:sp>
        <p:nvSpPr>
          <p:cNvPr id="40" name="모서리가 둥근 직사각형 114">
            <a:extLst>
              <a:ext uri="{FF2B5EF4-FFF2-40B4-BE49-F238E27FC236}">
                <a16:creationId xmlns:a16="http://schemas.microsoft.com/office/drawing/2014/main" id="{3E92E2CD-7FE9-215C-1C08-463977B1179C}"/>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C9F05C78-5014-F5ED-5D1F-D8B1FB40F8FD}"/>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9131D1AA-5CD0-8BE6-6BA5-1A07A89DCAD9}"/>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293A4E3F-D192-05F7-7438-1322E6C70171}"/>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D810D353-157A-0B34-32FA-B088C3613364}"/>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4A21BB24-B579-28C8-AC8E-F5E26C30B55A}"/>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03CDCE31-B10D-9E41-BF94-8B94FB2772CF}"/>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43CE6472-A81E-A927-34E1-3D1852D2AADD}"/>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29" name="직사각형 28">
            <a:extLst>
              <a:ext uri="{FF2B5EF4-FFF2-40B4-BE49-F238E27FC236}">
                <a16:creationId xmlns:a16="http://schemas.microsoft.com/office/drawing/2014/main" id="{43CA4FF4-C18D-889D-5D22-53A558F762B6}"/>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3B4C57C4-AE9D-459E-216A-1CCF47D48EBD}"/>
              </a:ext>
            </a:extLst>
          </p:cNvPr>
          <p:cNvSpPr/>
          <p:nvPr/>
        </p:nvSpPr>
        <p:spPr>
          <a:xfrm>
            <a:off x="3726021" y="728319"/>
            <a:ext cx="9235668" cy="599740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b="1" dirty="0">
                <a:solidFill>
                  <a:schemeClr val="tx1"/>
                </a:solidFill>
                <a:ea typeface="맑은 고딕"/>
              </a:rPr>
              <a:t>[전자금융거래이용약관]</a:t>
            </a:r>
          </a:p>
          <a:p>
            <a:r>
              <a:rPr lang="ko-KR" altLang="ko-KR" sz="700" dirty="0">
                <a:solidFill>
                  <a:schemeClr val="tx1"/>
                </a:solidFill>
                <a:ea typeface="맑은 고딕"/>
              </a:rPr>
              <a:t>제1조 목적</a:t>
            </a:r>
          </a:p>
          <a:p>
            <a:pPr fontAlgn="t"/>
            <a:r>
              <a:rPr lang="ko-KR" altLang="ko-KR" sz="700" dirty="0">
                <a:solidFill>
                  <a:schemeClr val="tx1"/>
                </a:solidFill>
                <a:ea typeface="맑은 고딕"/>
              </a:rPr>
              <a:t>이 약관은 주식회사 </a:t>
            </a:r>
            <a:r>
              <a:rPr lang="ko-KR" altLang="ko-KR" sz="700" dirty="0" err="1">
                <a:solidFill>
                  <a:schemeClr val="tx1"/>
                </a:solidFill>
                <a:ea typeface="맑은 고딕"/>
              </a:rPr>
              <a:t>케이지모빌리언스</a:t>
            </a:r>
            <a:r>
              <a:rPr lang="ko-KR" altLang="ko-KR" sz="700" dirty="0">
                <a:solidFill>
                  <a:schemeClr val="tx1"/>
                </a:solidFill>
                <a:ea typeface="맑은 고딕"/>
              </a:rPr>
              <a:t>(이하 ‘</a:t>
            </a:r>
            <a:r>
              <a:rPr lang="ko-KR" altLang="ko-KR" sz="700" dirty="0" err="1">
                <a:solidFill>
                  <a:schemeClr val="tx1"/>
                </a:solidFill>
                <a:ea typeface="맑은 고딕"/>
              </a:rPr>
              <a:t>회사’라</a:t>
            </a:r>
            <a:r>
              <a:rPr lang="ko-KR" altLang="ko-KR" sz="700" dirty="0">
                <a:solidFill>
                  <a:schemeClr val="tx1"/>
                </a:solidFill>
                <a:ea typeface="맑은 고딕"/>
              </a:rPr>
              <a:t> 함)가 제공하는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결제대금예치서비스를 이용자가 이용함에 있어 회사와 이용자 사이의 전자금융거래에 관한 기본적인 사항을 정함을 목적으로 합니다.</a:t>
            </a:r>
          </a:p>
          <a:p>
            <a:endParaRPr lang="en-US" altLang="ko-KR" sz="700" dirty="0">
              <a:solidFill>
                <a:schemeClr val="tx1"/>
              </a:solidFill>
              <a:ea typeface="맑은 고딕"/>
            </a:endParaRPr>
          </a:p>
          <a:p>
            <a:r>
              <a:rPr lang="ko-KR" altLang="ko-KR" sz="700" dirty="0">
                <a:solidFill>
                  <a:schemeClr val="tx1"/>
                </a:solidFill>
                <a:ea typeface="맑은 고딕"/>
              </a:rPr>
              <a:t>제2조 (용어의 정의)</a:t>
            </a:r>
          </a:p>
          <a:p>
            <a:pPr fontAlgn="t"/>
            <a:r>
              <a:rPr lang="ko-KR" altLang="ko-KR" sz="700" dirty="0">
                <a:solidFill>
                  <a:schemeClr val="tx1"/>
                </a:solidFill>
                <a:ea typeface="맑은 고딕"/>
              </a:rPr>
              <a:t>이 약관에서 정하는 용어의 정의는 다음과 같습니다.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a:t>
            </a:r>
            <a:r>
              <a:rPr lang="ko-KR" altLang="ko-KR" sz="700" dirty="0" err="1">
                <a:solidFill>
                  <a:schemeClr val="tx1"/>
                </a:solidFill>
                <a:ea typeface="맑은 고딕"/>
              </a:rPr>
              <a:t>전자금융거래’라</a:t>
            </a:r>
            <a:r>
              <a:rPr lang="ko-KR" altLang="ko-KR" sz="700" dirty="0">
                <a:solidFill>
                  <a:schemeClr val="tx1"/>
                </a:solidFill>
                <a:ea typeface="맑은 고딕"/>
              </a:rPr>
              <a:t> 함은 회사가 전자적 장치를 통하여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결제대금예치서비스(이하 ‘전자금융거래 </a:t>
            </a:r>
            <a:r>
              <a:rPr lang="ko-KR" altLang="ko-KR" sz="700" dirty="0" err="1">
                <a:solidFill>
                  <a:schemeClr val="tx1"/>
                </a:solidFill>
                <a:ea typeface="맑은 고딕"/>
              </a:rPr>
              <a:t>서비스’라고</a:t>
            </a:r>
            <a:r>
              <a:rPr lang="ko-KR" altLang="ko-KR" sz="700" dirty="0">
                <a:solidFill>
                  <a:schemeClr val="tx1"/>
                </a:solidFill>
                <a:ea typeface="맑은 고딕"/>
              </a:rPr>
              <a:t> 합니다)를 제공하고, 이용자가 회사의 종사자와 직접 대면하거나 의사소통을 하지 아니하고 자동화된 방식으로 이를 이용하는 거래를 말합니다.</a:t>
            </a: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전자지급결제대행서비스’라</a:t>
            </a:r>
            <a:r>
              <a:rPr lang="ko-KR" altLang="ko-KR" sz="700" dirty="0">
                <a:solidFill>
                  <a:schemeClr val="tx1"/>
                </a:solidFill>
                <a:ea typeface="맑은 고딕"/>
              </a:rPr>
              <a:t> 함은 전자적 방법으로 재화의 구입 또는 용역의 이용에 있어서 지급결제정보를 송신하거나 수신하는 것 또는 그 대가의 정산을 대행하거나 매개하는 서비스를 말합니다.</a:t>
            </a:r>
            <a:br>
              <a:rPr lang="ko-KR" altLang="ko-KR" sz="700" dirty="0">
                <a:solidFill>
                  <a:schemeClr val="tx1"/>
                </a:solidFill>
                <a:ea typeface="맑은 고딕"/>
              </a:rPr>
            </a:br>
            <a:r>
              <a:rPr lang="ko-KR" altLang="ko-KR" sz="700" dirty="0">
                <a:solidFill>
                  <a:schemeClr val="tx1"/>
                </a:solidFill>
                <a:ea typeface="맑은 고딕"/>
              </a:rPr>
              <a:t>3. ‘</a:t>
            </a:r>
            <a:r>
              <a:rPr lang="ko-KR" altLang="ko-KR" sz="700" dirty="0" err="1">
                <a:solidFill>
                  <a:schemeClr val="tx1"/>
                </a:solidFill>
                <a:ea typeface="맑은 고딕"/>
              </a:rPr>
              <a:t>선불식</a:t>
            </a:r>
            <a:r>
              <a:rPr lang="ko-KR" altLang="ko-KR" sz="700" dirty="0">
                <a:solidFill>
                  <a:schemeClr val="tx1"/>
                </a:solidFill>
                <a:ea typeface="맑은 고딕"/>
              </a:rPr>
              <a:t> </a:t>
            </a:r>
            <a:r>
              <a:rPr lang="ko-KR" altLang="ko-KR" sz="700" dirty="0" err="1">
                <a:solidFill>
                  <a:schemeClr val="tx1"/>
                </a:solidFill>
                <a:ea typeface="맑은 고딕"/>
              </a:rPr>
              <a:t>통신판매’라</a:t>
            </a:r>
            <a:r>
              <a:rPr lang="ko-KR" altLang="ko-KR" sz="700" dirty="0">
                <a:solidFill>
                  <a:schemeClr val="tx1"/>
                </a:solidFill>
                <a:ea typeface="맑은 고딕"/>
              </a:rPr>
              <a:t> 함은 이용자가 재화 또는 용역을 공급받기 전에 미리 대금의 전부 또는 일부를 지급하는 대금 지급 방식의 통신판매를 말합니다.</a:t>
            </a:r>
            <a:br>
              <a:rPr lang="ko-KR" altLang="ko-KR" sz="700" dirty="0">
                <a:solidFill>
                  <a:schemeClr val="tx1"/>
                </a:solidFill>
                <a:ea typeface="맑은 고딕"/>
              </a:rPr>
            </a:br>
            <a:r>
              <a:rPr lang="ko-KR" altLang="ko-KR" sz="700" dirty="0">
                <a:solidFill>
                  <a:schemeClr val="tx1"/>
                </a:solidFill>
                <a:ea typeface="맑은 고딕"/>
              </a:rPr>
              <a:t>4. ‘</a:t>
            </a:r>
            <a:r>
              <a:rPr lang="ko-KR" altLang="ko-KR" sz="700" dirty="0" err="1">
                <a:solidFill>
                  <a:schemeClr val="tx1"/>
                </a:solidFill>
                <a:ea typeface="맑은 고딕"/>
              </a:rPr>
              <a:t>결제대금예치서비스’라</a:t>
            </a:r>
            <a:r>
              <a:rPr lang="ko-KR" altLang="ko-KR" sz="700" dirty="0">
                <a:solidFill>
                  <a:schemeClr val="tx1"/>
                </a:solidFill>
                <a:ea typeface="맑은 고딕"/>
              </a:rPr>
              <a:t> 함은 </a:t>
            </a:r>
            <a:r>
              <a:rPr lang="ko-KR" altLang="ko-KR" sz="700" dirty="0" err="1">
                <a:solidFill>
                  <a:schemeClr val="tx1"/>
                </a:solidFill>
                <a:ea typeface="맑은 고딕"/>
              </a:rPr>
              <a:t>선불식</a:t>
            </a:r>
            <a:r>
              <a:rPr lang="ko-KR" altLang="ko-KR" sz="700" dirty="0">
                <a:solidFill>
                  <a:schemeClr val="tx1"/>
                </a:solidFill>
                <a:ea typeface="맑은 고딕"/>
              </a:rPr>
              <a:t> 통신판매에 있어서, 회사가 이용자가 지급하는 결제대금을 예치하고 배송이 완료 또는 서비스 이용 확인 후, 재화 또는 용역의 대금을 판매자에게 지급하는 제도를 말합니다.</a:t>
            </a:r>
            <a:br>
              <a:rPr lang="ko-KR" altLang="ko-KR" sz="700" dirty="0">
                <a:solidFill>
                  <a:schemeClr val="tx1"/>
                </a:solidFill>
                <a:ea typeface="맑은 고딕"/>
              </a:rPr>
            </a:br>
            <a:r>
              <a:rPr lang="ko-KR" altLang="ko-KR" sz="700" dirty="0">
                <a:solidFill>
                  <a:schemeClr val="tx1"/>
                </a:solidFill>
                <a:ea typeface="맑은 고딕"/>
              </a:rPr>
              <a:t>5. ‘</a:t>
            </a:r>
            <a:r>
              <a:rPr lang="ko-KR" altLang="ko-KR" sz="700" dirty="0" err="1">
                <a:solidFill>
                  <a:schemeClr val="tx1"/>
                </a:solidFill>
                <a:ea typeface="맑은 고딕"/>
              </a:rPr>
              <a:t>이용자’라</a:t>
            </a:r>
            <a:r>
              <a:rPr lang="ko-KR" altLang="ko-KR" sz="700" dirty="0">
                <a:solidFill>
                  <a:schemeClr val="tx1"/>
                </a:solidFill>
                <a:ea typeface="맑은 고딕"/>
              </a:rPr>
              <a:t> 함은 이 약관에 동의하고 회사가 제공하는 전자금융거래 서비스를 이용하는 자를 말합니다.</a:t>
            </a:r>
            <a:br>
              <a:rPr lang="ko-KR" altLang="ko-KR" sz="700" dirty="0">
                <a:solidFill>
                  <a:schemeClr val="tx1"/>
                </a:solidFill>
                <a:ea typeface="맑은 고딕"/>
              </a:rPr>
            </a:br>
            <a:r>
              <a:rPr lang="ko-KR" altLang="ko-KR" sz="700" dirty="0">
                <a:solidFill>
                  <a:schemeClr val="tx1"/>
                </a:solidFill>
                <a:ea typeface="맑은 고딕"/>
              </a:rPr>
              <a:t>6. ‘</a:t>
            </a:r>
            <a:r>
              <a:rPr lang="ko-KR" altLang="ko-KR" sz="700" dirty="0" err="1">
                <a:solidFill>
                  <a:schemeClr val="tx1"/>
                </a:solidFill>
                <a:ea typeface="맑은 고딕"/>
              </a:rPr>
              <a:t>접근매체’라</a:t>
            </a:r>
            <a:r>
              <a:rPr lang="ko-KR" altLang="ko-KR" sz="700" dirty="0">
                <a:solidFill>
                  <a:schemeClr val="tx1"/>
                </a:solidFill>
                <a:ea typeface="맑은 고딕"/>
              </a:rPr>
              <a:t> 함은 전자금융거래에 있어서 거래지시를 하거나 이용자 및 거래내용의 진실성과 정확성을 확보하기 위하여 사용되는 수단 또는 정보로서 전자식 카드 및 이에 준하는 전자적 정보(신용카드번호를 포함한다), ‘</a:t>
            </a:r>
            <a:r>
              <a:rPr lang="ko-KR" altLang="ko-KR" sz="700" dirty="0" err="1">
                <a:solidFill>
                  <a:schemeClr val="tx1"/>
                </a:solidFill>
                <a:ea typeface="맑은 고딕"/>
              </a:rPr>
              <a:t>전자서명법’상의</a:t>
            </a:r>
            <a:r>
              <a:rPr lang="ko-KR" altLang="ko-KR" sz="700" dirty="0">
                <a:solidFill>
                  <a:schemeClr val="tx1"/>
                </a:solidFill>
                <a:ea typeface="맑은 고딕"/>
              </a:rPr>
              <a:t> 인증서, 회사에 등록된 이용자번호, 이용자의 생체정보, 이상의 수단이나 정보를 사용하는데 필요한 비밀번호 등 전자금융거래법 제2조 제10호에서 정하고 있는 것을 말합니다.</a:t>
            </a:r>
            <a:br>
              <a:rPr lang="ko-KR" altLang="ko-KR" sz="700" dirty="0">
                <a:solidFill>
                  <a:schemeClr val="tx1"/>
                </a:solidFill>
                <a:ea typeface="맑은 고딕"/>
              </a:rPr>
            </a:br>
            <a:r>
              <a:rPr lang="ko-KR" altLang="ko-KR" sz="700" dirty="0">
                <a:solidFill>
                  <a:schemeClr val="tx1"/>
                </a:solidFill>
                <a:ea typeface="맑은 고딕"/>
              </a:rPr>
              <a:t>7. ‘</a:t>
            </a:r>
            <a:r>
              <a:rPr lang="ko-KR" altLang="ko-KR" sz="700" dirty="0" err="1">
                <a:solidFill>
                  <a:schemeClr val="tx1"/>
                </a:solidFill>
                <a:ea typeface="맑은 고딕"/>
              </a:rPr>
              <a:t>거래지시’라</a:t>
            </a:r>
            <a:r>
              <a:rPr lang="ko-KR" altLang="ko-KR" sz="700" dirty="0">
                <a:solidFill>
                  <a:schemeClr val="tx1"/>
                </a:solidFill>
                <a:ea typeface="맑은 고딕"/>
              </a:rPr>
              <a:t> 함은 이용자가 본 약관에 의하여 체결되는 전자금융거래계약에 따라 회사에 대하여 전자금융거래의 처리를 지시하는 것을 말합니다.</a:t>
            </a:r>
            <a:br>
              <a:rPr lang="ko-KR" altLang="ko-KR" sz="700" dirty="0">
                <a:solidFill>
                  <a:schemeClr val="tx1"/>
                </a:solidFill>
                <a:ea typeface="맑은 고딕"/>
              </a:rPr>
            </a:br>
            <a:r>
              <a:rPr lang="ko-KR" altLang="ko-KR" sz="700" dirty="0">
                <a:solidFill>
                  <a:schemeClr val="tx1"/>
                </a:solidFill>
                <a:ea typeface="맑은 고딕"/>
              </a:rPr>
              <a:t>8. ‘</a:t>
            </a:r>
            <a:r>
              <a:rPr lang="ko-KR" altLang="ko-KR" sz="700" dirty="0" err="1">
                <a:solidFill>
                  <a:schemeClr val="tx1"/>
                </a:solidFill>
                <a:ea typeface="맑은 고딕"/>
              </a:rPr>
              <a:t>오류’라</a:t>
            </a:r>
            <a:r>
              <a:rPr lang="ko-KR" altLang="ko-KR" sz="700" dirty="0">
                <a:solidFill>
                  <a:schemeClr val="tx1"/>
                </a:solidFill>
                <a:ea typeface="맑은 고딕"/>
              </a:rPr>
              <a:t> 함은 이용자의 고의 또는 과실 없이 전자금융거래가 전자금융거래계약 또는 이용자의 거래지시에 따라 이행되지 아니한 경우를 말합니다.</a:t>
            </a:r>
          </a:p>
          <a:p>
            <a:endParaRPr lang="en-US" altLang="ko-KR" sz="700" dirty="0">
              <a:solidFill>
                <a:schemeClr val="tx1"/>
              </a:solidFill>
              <a:ea typeface="맑은 고딕"/>
            </a:endParaRPr>
          </a:p>
          <a:p>
            <a:r>
              <a:rPr lang="ko-KR" altLang="ko-KR" sz="700" dirty="0">
                <a:solidFill>
                  <a:schemeClr val="tx1"/>
                </a:solidFill>
                <a:ea typeface="맑은 고딕"/>
              </a:rPr>
              <a:t>제3조 (약관의 명시 및 변경)</a:t>
            </a:r>
          </a:p>
          <a:p>
            <a:pPr fontAlgn="t"/>
            <a:r>
              <a:rPr lang="ko-KR" altLang="ko-KR" sz="700" dirty="0">
                <a:solidFill>
                  <a:schemeClr val="tx1"/>
                </a:solidFill>
                <a:ea typeface="맑은 고딕"/>
              </a:rPr>
              <a:t>1. 회사는 이용자가 전자금융거래 서비스를 이용하기 전에 이 약관을 게시하고 이용자가 이 약관의 중요한 내용을 확인할 수 있도록 합니다.</a:t>
            </a:r>
            <a:br>
              <a:rPr lang="ko-KR" altLang="ko-KR" sz="700" dirty="0">
                <a:solidFill>
                  <a:schemeClr val="tx1"/>
                </a:solidFill>
                <a:ea typeface="맑은 고딕"/>
              </a:rPr>
            </a:br>
            <a:r>
              <a:rPr lang="ko-KR" altLang="ko-KR" sz="700" dirty="0">
                <a:solidFill>
                  <a:schemeClr val="tx1"/>
                </a:solidFill>
                <a:ea typeface="맑은 고딕"/>
              </a:rPr>
              <a:t>2. 회사는 이용자의 요청이 있는 경우 전자문서의 전송방식에 의하여 본 약관의 사본을 이용자에게 교부합니다.</a:t>
            </a:r>
            <a:br>
              <a:rPr lang="ko-KR" altLang="ko-KR" sz="700" dirty="0">
                <a:solidFill>
                  <a:schemeClr val="tx1"/>
                </a:solidFill>
                <a:ea typeface="맑은 고딕"/>
              </a:rPr>
            </a:br>
            <a:r>
              <a:rPr lang="ko-KR" altLang="ko-KR" sz="700" dirty="0">
                <a:solidFill>
                  <a:schemeClr val="tx1"/>
                </a:solidFill>
                <a:ea typeface="맑은 고딕"/>
              </a:rPr>
              <a:t>3. 회사가 약관을 변경하는 때에는 그 시행일 1월 전에 변경되는 약관을 회사가 제공하는 전자금융거래 서비스 이용 초기화면 및 회사의 홈페이지에 게시함으로써 이용자에게 공지합니다. 다만, 법령의 개정으로 인하여 긴급하게 약관을 변경한 때에는 변경된 약관을 홈페이지에 1개월 이상 게시하고 회원에게 전자우편 등을 통하여 사후 통지합니다.</a:t>
            </a:r>
            <a:br>
              <a:rPr lang="ko-KR" altLang="ko-KR" sz="700" dirty="0">
                <a:solidFill>
                  <a:schemeClr val="tx1"/>
                </a:solidFill>
                <a:ea typeface="맑은 고딕"/>
              </a:rPr>
            </a:br>
            <a:r>
              <a:rPr lang="ko-KR" altLang="ko-KR" sz="700" dirty="0">
                <a:solidFill>
                  <a:schemeClr val="tx1"/>
                </a:solidFill>
                <a:ea typeface="맑은 고딕"/>
              </a:rPr>
              <a:t>4. 이용자가 변경된 약관에 동의하지 않을 경우에는 서비스의 이용이 불가하며 이용자는 이용 계약을 해지할 수 있습니다. 단, 이의가 있음에도 불구하고 제2항에서 정한 바에 따른 회사의 고지가 있은 후 30일 이내에 </a:t>
            </a:r>
            <a:r>
              <a:rPr lang="ko-KR" altLang="ko-KR" sz="700" dirty="0" err="1">
                <a:solidFill>
                  <a:schemeClr val="tx1"/>
                </a:solidFill>
                <a:ea typeface="맑은 고딕"/>
              </a:rPr>
              <a:t>이내에</a:t>
            </a:r>
            <a:r>
              <a:rPr lang="ko-KR" altLang="ko-KR" sz="700" dirty="0">
                <a:solidFill>
                  <a:schemeClr val="tx1"/>
                </a:solidFill>
                <a:ea typeface="맑은 고딕"/>
              </a:rPr>
              <a:t> 의사표현을 하지 않은 이용자는 변경된 약관에 동의한 것으로 간주합니다.</a:t>
            </a:r>
          </a:p>
          <a:p>
            <a:endParaRPr lang="en-US" altLang="ko-KR" sz="700" dirty="0">
              <a:solidFill>
                <a:schemeClr val="tx1"/>
              </a:solidFill>
              <a:ea typeface="맑은 고딕"/>
            </a:endParaRPr>
          </a:p>
          <a:p>
            <a:r>
              <a:rPr lang="ko-KR" altLang="ko-KR" sz="700" dirty="0">
                <a:solidFill>
                  <a:schemeClr val="tx1"/>
                </a:solidFill>
                <a:ea typeface="맑은 고딕"/>
              </a:rPr>
              <a:t>제4조 (</a:t>
            </a:r>
            <a:r>
              <a:rPr lang="ko-KR" altLang="ko-KR" sz="700" dirty="0" err="1">
                <a:solidFill>
                  <a:schemeClr val="tx1"/>
                </a:solidFill>
                <a:ea typeface="맑은 고딕"/>
              </a:rPr>
              <a:t>전자지급결제대행서비스의</a:t>
            </a:r>
            <a:r>
              <a:rPr lang="ko-KR" altLang="ko-KR" sz="700" dirty="0">
                <a:solidFill>
                  <a:schemeClr val="tx1"/>
                </a:solidFill>
                <a:ea typeface="맑은 고딕"/>
              </a:rPr>
              <a:t> 종류)</a:t>
            </a:r>
          </a:p>
          <a:p>
            <a:pPr fontAlgn="t"/>
            <a:r>
              <a:rPr lang="ko-KR" altLang="ko-KR" sz="700" dirty="0">
                <a:solidFill>
                  <a:schemeClr val="tx1"/>
                </a:solidFill>
                <a:ea typeface="맑은 고딕"/>
              </a:rPr>
              <a:t>회사가 제공하는 </a:t>
            </a:r>
            <a:r>
              <a:rPr lang="ko-KR" altLang="ko-KR" sz="700" dirty="0" err="1">
                <a:solidFill>
                  <a:schemeClr val="tx1"/>
                </a:solidFill>
                <a:ea typeface="맑은 고딕"/>
              </a:rPr>
              <a:t>전자지급결제대행서비스는</a:t>
            </a:r>
            <a:r>
              <a:rPr lang="ko-KR" altLang="ko-KR" sz="700" dirty="0">
                <a:solidFill>
                  <a:schemeClr val="tx1"/>
                </a:solidFill>
                <a:ea typeface="맑은 고딕"/>
              </a:rPr>
              <a:t> 지급결제수단에 따라 다음과 같이 구별됩니다.</a:t>
            </a:r>
            <a:br>
              <a:rPr lang="ko-KR" altLang="ko-KR" sz="700" dirty="0">
                <a:solidFill>
                  <a:schemeClr val="tx1"/>
                </a:solidFill>
                <a:ea typeface="맑은 고딕"/>
              </a:rPr>
            </a:br>
            <a:r>
              <a:rPr lang="ko-KR" altLang="ko-KR" sz="700" dirty="0">
                <a:solidFill>
                  <a:schemeClr val="tx1"/>
                </a:solidFill>
                <a:ea typeface="맑은 고딕"/>
              </a:rPr>
              <a:t>1. 신용카드 결제대행 서비스 : 이용자가 결제대금의 지급을 위하여 제공한 지급결제수단이 신용카드인 경우로서, 회사가 전자결제시스템을 통하여 신용카드 지불정보를 </a:t>
            </a:r>
            <a:r>
              <a:rPr lang="ko-KR" altLang="ko-KR" sz="700" dirty="0" err="1">
                <a:solidFill>
                  <a:schemeClr val="tx1"/>
                </a:solidFill>
                <a:ea typeface="맑은 고딕"/>
              </a:rPr>
              <a:t>송,수신하고</a:t>
            </a:r>
            <a:r>
              <a:rPr lang="ko-KR" altLang="ko-KR" sz="700" dirty="0">
                <a:solidFill>
                  <a:schemeClr val="tx1"/>
                </a:solidFill>
                <a:ea typeface="맑은 고딕"/>
              </a:rPr>
              <a:t> 결제대금의 정산을 대행하거나 매개하는 서비스를 말합니다.</a:t>
            </a: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계좌이체대행서비스</a:t>
            </a:r>
            <a:r>
              <a:rPr lang="ko-KR" altLang="ko-KR" sz="700" dirty="0">
                <a:solidFill>
                  <a:schemeClr val="tx1"/>
                </a:solidFill>
                <a:ea typeface="맑은 고딕"/>
              </a:rPr>
              <a:t> : 이용자가 결제대금을 현금으로 결제하고자 할 경우 회사의 전자결제시스템을 통하여 금융기관에 등록한 자신의 계좌에서 결제대금을 출금하여 결제가 이루어지도록 회사가 제공하는 결제대행서비스를 말합니다.</a:t>
            </a:r>
            <a:br>
              <a:rPr lang="ko-KR" altLang="ko-KR" sz="700" dirty="0">
                <a:solidFill>
                  <a:schemeClr val="tx1"/>
                </a:solidFill>
                <a:ea typeface="맑은 고딕"/>
              </a:rPr>
            </a:br>
            <a:r>
              <a:rPr lang="ko-KR" altLang="ko-KR" sz="700" dirty="0">
                <a:solidFill>
                  <a:schemeClr val="tx1"/>
                </a:solidFill>
                <a:ea typeface="맑은 고딕"/>
              </a:rPr>
              <a:t>3. 가상계좌서비스 : 이용자가 결제대금을 현금으로 결제하고자 할 경우 회사의 전자결제시스템을 통하여 부여 받은 이용자 고유의 일회용 계좌(가상계좌)를 통해 결제대금을 납부하여 결제가 이루어지도록 회사가 제공하는 결제대행서비스를 말합니다.</a:t>
            </a:r>
            <a:br>
              <a:rPr lang="ko-KR" altLang="ko-KR" sz="700" dirty="0">
                <a:solidFill>
                  <a:schemeClr val="tx1"/>
                </a:solidFill>
                <a:ea typeface="맑은 고딕"/>
              </a:rPr>
            </a:br>
            <a:r>
              <a:rPr lang="ko-KR" altLang="ko-KR" sz="700" dirty="0">
                <a:solidFill>
                  <a:schemeClr val="tx1"/>
                </a:solidFill>
                <a:ea typeface="맑은 고딕"/>
              </a:rPr>
              <a:t>4. 회사가 제공하는 서비스로써 지급결제수단의 종류에 따라 ‘상품권결제대행서비스’, ‘</a:t>
            </a:r>
            <a:r>
              <a:rPr lang="ko-KR" altLang="ko-KR" sz="700" dirty="0" err="1">
                <a:solidFill>
                  <a:schemeClr val="tx1"/>
                </a:solidFill>
                <a:ea typeface="맑은 고딕"/>
              </a:rPr>
              <a:t>교통카드결제대행서비스</a:t>
            </a:r>
            <a:r>
              <a:rPr lang="ko-KR" altLang="ko-KR" sz="700" dirty="0">
                <a:solidFill>
                  <a:schemeClr val="tx1"/>
                </a:solidFill>
                <a:ea typeface="맑은 고딕"/>
              </a:rPr>
              <a:t>’, ‘휴대폰결제대행서비스’, ‘</a:t>
            </a:r>
            <a:r>
              <a:rPr lang="ko-KR" altLang="ko-KR" sz="700" dirty="0" err="1">
                <a:solidFill>
                  <a:schemeClr val="tx1"/>
                </a:solidFill>
                <a:ea typeface="맑은 고딕"/>
              </a:rPr>
              <a:t>마일리지결제대행서비스</a:t>
            </a:r>
            <a:r>
              <a:rPr lang="ko-KR" altLang="ko-KR" sz="700" dirty="0">
                <a:solidFill>
                  <a:schemeClr val="tx1"/>
                </a:solidFill>
                <a:ea typeface="맑은 고딕"/>
              </a:rPr>
              <a:t>’ 등이 있습니다.</a:t>
            </a:r>
          </a:p>
          <a:p>
            <a:endParaRPr lang="en-US" altLang="ko-KR" sz="700" dirty="0">
              <a:solidFill>
                <a:schemeClr val="tx1"/>
              </a:solidFill>
              <a:ea typeface="맑은 고딕"/>
            </a:endParaRPr>
          </a:p>
          <a:p>
            <a:r>
              <a:rPr lang="ko-KR" altLang="ko-KR" sz="700" dirty="0">
                <a:solidFill>
                  <a:schemeClr val="tx1"/>
                </a:solidFill>
                <a:ea typeface="맑은 고딕"/>
              </a:rPr>
              <a:t>제5조 (결제대금예치서비스의 내용)</a:t>
            </a:r>
          </a:p>
          <a:p>
            <a:pPr fontAlgn="t"/>
            <a:r>
              <a:rPr lang="ko-KR" altLang="ko-KR" sz="700" dirty="0">
                <a:solidFill>
                  <a:schemeClr val="tx1"/>
                </a:solidFill>
                <a:ea typeface="맑은 고딕"/>
              </a:rPr>
              <a:t>1. 이용자(이용자의 동의가 있는 경우에는 재화 또는 용역을 공급받을 자를 포함합니다. 이하 본조에서 같습니다.)는 재화 또는 용역을 공급받은 사실을 재화 또는 용역을 공급받은 날부터 3영업일 이내에 회사에 통보하여야 합니다.</a:t>
            </a:r>
            <a:br>
              <a:rPr lang="ko-KR" altLang="ko-KR" sz="700" dirty="0">
                <a:solidFill>
                  <a:schemeClr val="tx1"/>
                </a:solidFill>
                <a:ea typeface="맑은 고딕"/>
              </a:rPr>
            </a:br>
            <a:r>
              <a:rPr lang="ko-KR" altLang="ko-KR" sz="700" dirty="0">
                <a:solidFill>
                  <a:schemeClr val="tx1"/>
                </a:solidFill>
                <a:ea typeface="맑은 고딕"/>
              </a:rPr>
              <a:t>2. 회사는 이용자로부터 재화 또는 용역을 공급받은 사실을 통보 받은 후 회사와 통신판매업자간 사이에서 정한 기일 내에 통신판매업자에게 결제대금을 지급합니다.</a:t>
            </a:r>
            <a:br>
              <a:rPr lang="ko-KR" altLang="ko-KR" sz="700" dirty="0">
                <a:solidFill>
                  <a:schemeClr val="tx1"/>
                </a:solidFill>
                <a:ea typeface="맑은 고딕"/>
              </a:rPr>
            </a:br>
            <a:r>
              <a:rPr lang="ko-KR" altLang="ko-KR" sz="700" dirty="0">
                <a:solidFill>
                  <a:schemeClr val="tx1"/>
                </a:solidFill>
                <a:ea typeface="맑은 고딕"/>
              </a:rPr>
              <a:t>3. 회사는 이용자가 재화 또는 용역을 공급받은 날부터 3영업일이 지나도록 정당한 사유의 제시 없이 그 공급받은 사실을 회사에 통보하지 아니하는 경우에는 이용자의 동의 없이 통신판매업자에게 결제대금을 지급할 수 있습니다.</a:t>
            </a:r>
            <a:br>
              <a:rPr lang="ko-KR" altLang="ko-KR" sz="700" dirty="0">
                <a:solidFill>
                  <a:schemeClr val="tx1"/>
                </a:solidFill>
                <a:ea typeface="맑은 고딕"/>
              </a:rPr>
            </a:br>
            <a:r>
              <a:rPr lang="ko-KR" altLang="ko-KR" sz="700" dirty="0">
                <a:solidFill>
                  <a:schemeClr val="tx1"/>
                </a:solidFill>
                <a:ea typeface="맑은 고딕"/>
              </a:rPr>
              <a:t>4. 회사는 통신판매업자에게 결제대금을 지급하기 전에 이용자에게 결제대금을 환급 받을 사유가 발생한 경우에는 그 결제대금을 소비자에게 환급합니다.</a:t>
            </a:r>
            <a:br>
              <a:rPr lang="ko-KR" altLang="ko-KR" sz="700" dirty="0">
                <a:solidFill>
                  <a:schemeClr val="tx1"/>
                </a:solidFill>
                <a:ea typeface="맑은 고딕"/>
              </a:rPr>
            </a:br>
            <a:r>
              <a:rPr lang="ko-KR" altLang="ko-KR" sz="700" dirty="0">
                <a:solidFill>
                  <a:schemeClr val="tx1"/>
                </a:solidFill>
                <a:ea typeface="맑은 고딕"/>
              </a:rPr>
              <a:t>5. 회사는 이용자와의 결제대금예치서비스 이용과 관련된 구체적인 권리, 의무를 정하기 위하여 본 약관과는 별도로 </a:t>
            </a:r>
            <a:r>
              <a:rPr lang="ko-KR" altLang="ko-KR" sz="700" dirty="0" err="1">
                <a:solidFill>
                  <a:schemeClr val="tx1"/>
                </a:solidFill>
                <a:ea typeface="맑은 고딕"/>
              </a:rPr>
              <a:t>결제대금예치서비스이용약관을</a:t>
            </a:r>
            <a:r>
              <a:rPr lang="ko-KR" altLang="ko-KR" sz="700" dirty="0">
                <a:solidFill>
                  <a:schemeClr val="tx1"/>
                </a:solidFill>
                <a:ea typeface="맑은 고딕"/>
              </a:rPr>
              <a:t> 제정할 수 있습니다. </a:t>
            </a:r>
            <a:r>
              <a:rPr lang="ko-KR" altLang="ko-KR" sz="700" dirty="0" err="1">
                <a:solidFill>
                  <a:schemeClr val="tx1"/>
                </a:solidFill>
                <a:ea typeface="맑은 고딕"/>
              </a:rPr>
              <a:t>결제대금예치서비스이용약관과</a:t>
            </a:r>
            <a:r>
              <a:rPr lang="ko-KR" altLang="ko-KR" sz="700" dirty="0">
                <a:solidFill>
                  <a:schemeClr val="tx1"/>
                </a:solidFill>
                <a:ea typeface="맑은 고딕"/>
              </a:rPr>
              <a:t> 본 약관이 상충될 경우, </a:t>
            </a:r>
            <a:r>
              <a:rPr lang="ko-KR" altLang="ko-KR" sz="700" dirty="0" err="1">
                <a:solidFill>
                  <a:schemeClr val="tx1"/>
                </a:solidFill>
                <a:ea typeface="맑은 고딕"/>
              </a:rPr>
              <a:t>결제대금예치서비스이용약관이</a:t>
            </a:r>
            <a:r>
              <a:rPr lang="ko-KR" altLang="ko-KR" sz="700" dirty="0">
                <a:solidFill>
                  <a:schemeClr val="tx1"/>
                </a:solidFill>
                <a:ea typeface="맑은 고딕"/>
              </a:rPr>
              <a:t> 본 약관에 우선합니다.</a:t>
            </a:r>
          </a:p>
          <a:p>
            <a:endParaRPr lang="en-US" altLang="ko-KR" sz="700" dirty="0">
              <a:solidFill>
                <a:schemeClr val="tx1"/>
              </a:solidFill>
              <a:ea typeface="맑은 고딕"/>
            </a:endParaRPr>
          </a:p>
          <a:p>
            <a:r>
              <a:rPr lang="ko-KR" altLang="ko-KR" sz="700" dirty="0">
                <a:solidFill>
                  <a:schemeClr val="tx1"/>
                </a:solidFill>
                <a:ea typeface="맑은 고딕"/>
              </a:rPr>
              <a:t>제6조(이용 시간)</a:t>
            </a:r>
          </a:p>
          <a:p>
            <a:pPr fontAlgn="t"/>
            <a:r>
              <a:rPr lang="ko-KR" altLang="ko-KR" sz="700" dirty="0">
                <a:solidFill>
                  <a:schemeClr val="tx1"/>
                </a:solidFill>
                <a:ea typeface="맑은 고딕"/>
              </a:rPr>
              <a:t>1. 회사는 이용자에게 연중무휴 1일 24시간 전자금융거래 서비스를 제공함을 원칙으로 합니다. 단, 금융기관 기타 결제수단 발행업자의 사정에 따라 달리 정할 수 있습니다.</a:t>
            </a:r>
            <a:br>
              <a:rPr lang="ko-KR" altLang="ko-KR" sz="700" dirty="0">
                <a:solidFill>
                  <a:schemeClr val="tx1"/>
                </a:solidFill>
                <a:ea typeface="맑은 고딕"/>
              </a:rPr>
            </a:br>
            <a:r>
              <a:rPr lang="ko-KR" altLang="ko-KR" sz="700" dirty="0">
                <a:solidFill>
                  <a:schemeClr val="tx1"/>
                </a:solidFill>
                <a:ea typeface="맑은 고딕"/>
              </a:rPr>
              <a:t>2. 회사는 정보통신설비의 보수, 점검 기타 기술상의 필요나 금융기관 기타 결제수단 발행업자의 사정에 의하여 서비스 중단이 불가피한 경우, 서비스 중단 3일 전까지 게시 가능한 전자적 수단을 통하여 서비스 중단 사실을 게시한 후 서비스를 일시 중단할 수 있습니다. 다만, 시스템 장애복구, 긴급한 프로그램 보수, 외부요인 등 불가피한 경우에는 사전 게시 없이 서비스를 중단할 수 있습니다.</a:t>
            </a:r>
          </a:p>
          <a:p>
            <a:endParaRPr lang="en-US" altLang="ko-KR" sz="700" dirty="0">
              <a:solidFill>
                <a:schemeClr val="tx1"/>
              </a:solidFill>
              <a:ea typeface="맑은 고딕"/>
            </a:endParaRPr>
          </a:p>
          <a:p>
            <a:r>
              <a:rPr lang="ko-KR" altLang="ko-KR" sz="700" dirty="0">
                <a:solidFill>
                  <a:schemeClr val="tx1"/>
                </a:solidFill>
                <a:ea typeface="맑은 고딕"/>
              </a:rPr>
              <a:t>제7조 (접근매체의 선정과 사용 및 관리)</a:t>
            </a:r>
          </a:p>
          <a:p>
            <a:pPr fontAlgn="t"/>
            <a:r>
              <a:rPr lang="ko-KR" altLang="ko-KR" sz="700" dirty="0">
                <a:solidFill>
                  <a:schemeClr val="tx1"/>
                </a:solidFill>
                <a:ea typeface="맑은 고딕"/>
              </a:rPr>
              <a:t>1. 회사는 전자금융거래 서비스 제공 시 접근매체를 선정하여 이용자의 신원, 권한 및 거래지시의 내용 등을 확인할 수 있습니다.</a:t>
            </a:r>
            <a:br>
              <a:rPr lang="ko-KR" altLang="ko-KR" sz="700" dirty="0">
                <a:solidFill>
                  <a:schemeClr val="tx1"/>
                </a:solidFill>
                <a:ea typeface="맑은 고딕"/>
              </a:rPr>
            </a:br>
            <a:r>
              <a:rPr lang="ko-KR" altLang="ko-KR" sz="700" dirty="0">
                <a:solidFill>
                  <a:schemeClr val="tx1"/>
                </a:solidFill>
                <a:ea typeface="맑은 고딕"/>
              </a:rPr>
              <a:t>2. 이용자는 접근매체를 제3자에게 대여하거나 사용을 위임하거나 양도 또는 담보 목적으로 제공할 수 없습니다.</a:t>
            </a:r>
            <a:br>
              <a:rPr lang="ko-KR" altLang="ko-KR" sz="700" dirty="0">
                <a:solidFill>
                  <a:schemeClr val="tx1"/>
                </a:solidFill>
                <a:ea typeface="맑은 고딕"/>
              </a:rPr>
            </a:br>
            <a:r>
              <a:rPr lang="ko-KR" altLang="ko-KR" sz="700" dirty="0">
                <a:solidFill>
                  <a:schemeClr val="tx1"/>
                </a:solidFill>
                <a:ea typeface="맑은 고딕"/>
              </a:rPr>
              <a:t>3. 이용자는 자신의 접근매체를 제3자에게 누설 또는 노출하거나 방치하여서는 안되며, 접근매체의 도용이나 위조 또는 변조를 방지하기 위하여 충분한 주의를 기울여야 합니다.</a:t>
            </a:r>
            <a:br>
              <a:rPr lang="ko-KR" altLang="ko-KR" sz="700" dirty="0">
                <a:solidFill>
                  <a:schemeClr val="tx1"/>
                </a:solidFill>
                <a:ea typeface="맑은 고딕"/>
              </a:rPr>
            </a:br>
            <a:r>
              <a:rPr lang="ko-KR" altLang="ko-KR" sz="700" dirty="0">
                <a:solidFill>
                  <a:schemeClr val="tx1"/>
                </a:solidFill>
                <a:ea typeface="맑은 고딕"/>
              </a:rPr>
              <a:t>4. 회사는 이용자로부터 접근매체의 분실이나 도난 등의 통지를 받은 때에는 그 때부터 제3자가 그 접근매체를 사용함으로 인하여 이용자에게 발생한 손해를 배상할 책임이 있습니다.</a:t>
            </a:r>
          </a:p>
        </p:txBody>
      </p:sp>
    </p:spTree>
    <p:extLst>
      <p:ext uri="{BB962C8B-B14F-4D97-AF65-F5344CB8AC3E}">
        <p14:creationId xmlns:p14="http://schemas.microsoft.com/office/powerpoint/2010/main" val="782046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A052B-6CF5-6BBB-BE96-1D10799517D8}"/>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C7EB6377-69EE-3070-D2A8-3AFD0C029A3E}"/>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430702C6-CBB1-2D70-D1D5-F46B60A8E98E}"/>
              </a:ext>
            </a:extLst>
          </p:cNvPr>
          <p:cNvSpPr txBox="1"/>
          <p:nvPr/>
        </p:nvSpPr>
        <p:spPr>
          <a:xfrm>
            <a:off x="1302717" y="330494"/>
            <a:ext cx="338746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전자금융거래이용약관</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A018416D-7F81-5FDC-D271-54ED8CA28E23}"/>
              </a:ext>
            </a:extLst>
          </p:cNvPr>
          <p:cNvSpPr/>
          <p:nvPr/>
        </p:nvSpPr>
        <p:spPr>
          <a:xfrm>
            <a:off x="7921129" y="58428"/>
            <a:ext cx="1380506" cy="246221"/>
          </a:xfrm>
          <a:prstGeom prst="rect">
            <a:avLst/>
          </a:prstGeom>
        </p:spPr>
        <p:txBody>
          <a:bodyPr wrap="none">
            <a:spAutoFit/>
          </a:bodyPr>
          <a:lstStyle/>
          <a:p>
            <a:pPr fontAlgn="ctr"/>
            <a:r>
              <a:rPr lang="en-US" altLang="ko-KR" sz="1000" dirty="0"/>
              <a:t>CH-U-CA-02-03-03p</a:t>
            </a:r>
            <a:endParaRPr lang="ko-KR" altLang="ko-KR" sz="1000" dirty="0"/>
          </a:p>
        </p:txBody>
      </p:sp>
      <p:sp>
        <p:nvSpPr>
          <p:cNvPr id="5" name="TextBox 4">
            <a:extLst>
              <a:ext uri="{FF2B5EF4-FFF2-40B4-BE49-F238E27FC236}">
                <a16:creationId xmlns:a16="http://schemas.microsoft.com/office/drawing/2014/main" id="{C4D16500-A2C9-A86D-E1E0-03327C56AE6C}"/>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9FF42DBE-A6E4-1BE9-331B-64BEB8CC9961}"/>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8D81A6EE-272C-8432-2A7C-70EC5650BF54}"/>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E3292C0D-EC80-627C-3022-6601141D8659}"/>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62A2666D-62E5-5359-546F-4D829103D35D}"/>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878FAB60-1EB9-85C5-9BE0-3984AE6D470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CA69010F-17AA-AB7A-2E24-38F5F8340711}"/>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C1075C4E-A473-89DB-91D7-5C1094D6D309}"/>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2480F9E6-4A29-3DF2-34BB-534DC08C3E7B}"/>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2E0658A3-62D6-40B9-9A2A-38B9D58F0498}"/>
              </a:ext>
            </a:extLst>
          </p:cNvPr>
          <p:cNvSpPr txBox="1"/>
          <p:nvPr/>
        </p:nvSpPr>
        <p:spPr>
          <a:xfrm>
            <a:off x="1307907" y="78285"/>
            <a:ext cx="178446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전자금융 거래 이용약관 동의 팝업</a:t>
            </a:r>
            <a:r>
              <a:rPr lang="en-US" altLang="ko-KR" sz="900" spc="-150" dirty="0">
                <a:solidFill>
                  <a:schemeClr val="tx1">
                    <a:lumMod val="75000"/>
                    <a:lumOff val="25000"/>
                  </a:schemeClr>
                </a:solidFill>
                <a:latin typeface="맑은 고딕" panose="020B0503020000020004" pitchFamily="50" charset="-127"/>
              </a:rPr>
              <a:t> (2/2)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7BB580CD-9D2D-C0A3-71F5-CA4F24A4E3E3}"/>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C47950B7-2E3A-0628-4E06-D620413D36C2}"/>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D216ED4D-AB1F-487D-B877-97E7B29E881F}"/>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76721B9D-08C8-ACFD-D849-3440BFBABCFD}"/>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52B80E8D-29DF-7C1E-FD6C-7EDEA364772F}"/>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740B733E-6B26-CAC2-A3DF-DADC0B79C6CD}"/>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57B940C2-CC6C-F719-A4B2-E9C72B131832}"/>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D94943EB-F238-0DFB-9B37-8E6D9A7015E1}"/>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453208D5-B1FE-D3B6-0D12-2DF6B0ECC2E4}"/>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B1CC9805-D22C-EDC7-5572-54366C31172D}"/>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FA427777-A11E-23DF-24C3-E2DD78895CE0}"/>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FA352D3F-7F8A-2BFC-9A93-8E54DD1DFB43}"/>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BBF4EED4-0750-6093-BA3D-C9548392B1D9}"/>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6B1152CE-0451-5DF5-3BF4-A0DC15F405A8}"/>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A98C6146-7474-B7B4-C06A-60EDAD21C350}"/>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322658FB-2394-907F-1423-1FF1399D7217}"/>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AA764559-3A31-D70E-B671-B4C215724779}"/>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FA2D6567-EC07-64BE-358A-0C478AF71857}"/>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F75BD199-2771-C506-1729-3822255736BA}"/>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77D21400-1DCF-3A58-6CD6-191BB0B4A4A8}"/>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6F18331A-7F1F-2D18-D11C-C42AC5FD96BE}"/>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C38DF517-C65E-9ED2-39A0-8828769FD812}"/>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FED0E9DB-97AB-90EA-85F3-C714A51E0036}"/>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07D42594-CEE8-99EA-3584-915A7B2038EF}"/>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5A1673CB-5508-048D-CC70-DD4FFC3B9F60}"/>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5FD4588B-8138-C732-ED4F-11C7B6928373}"/>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8B66EE3D-8361-54EE-893C-BBC3E3238539}"/>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4F8703F9-B73E-2B8D-E770-C11E99EE0847}"/>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DA916757-3316-428A-4589-32BF3161C4FF}"/>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97E61EF1-96E3-1578-C286-961B7F4F69C1}"/>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C33E2BB3-F998-8DD0-AA6E-708A74CFC1AF}"/>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1623D039-21A7-9874-951F-E28D0BB997B7}"/>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B0DE57E7-A652-16E9-AD4B-1EB76AD84EA1}"/>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491A14C4-B12D-5EA7-75F3-78F8DC77161C}"/>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전자금융거래이용약관</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5509F557-DD39-1FD4-DA23-20969D2951EC}"/>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b="1" dirty="0">
                  <a:solidFill>
                    <a:schemeClr val="tx1"/>
                  </a:solidFill>
                  <a:ea typeface="맑은 고딕"/>
                </a:rPr>
                <a:t>[전자금융거래이용약관]</a:t>
              </a:r>
            </a:p>
            <a:p>
              <a:br>
                <a:rPr lang="en-US" altLang="ko-KR" sz="700" dirty="0">
                  <a:solidFill>
                    <a:schemeClr val="tx1"/>
                  </a:solidFill>
                  <a:ea typeface="맑은 고딕"/>
                </a:rPr>
              </a:br>
              <a:r>
                <a:rPr lang="ko-KR" altLang="ko-KR" sz="700" dirty="0">
                  <a:solidFill>
                    <a:schemeClr val="tx1"/>
                  </a:solidFill>
                  <a:ea typeface="맑은 고딕"/>
                </a:rPr>
                <a:t>제1조 목적</a:t>
              </a:r>
            </a:p>
            <a:p>
              <a:pPr fontAlgn="t"/>
              <a:r>
                <a:rPr lang="ko-KR" altLang="ko-KR" sz="700" dirty="0">
                  <a:solidFill>
                    <a:schemeClr val="tx1"/>
                  </a:solidFill>
                  <a:ea typeface="맑은 고딕"/>
                </a:rPr>
                <a:t>이 약관은 주식회사 </a:t>
              </a:r>
              <a:r>
                <a:rPr lang="ko-KR" altLang="ko-KR" sz="700" dirty="0" err="1">
                  <a:solidFill>
                    <a:schemeClr val="tx1"/>
                  </a:solidFill>
                  <a:ea typeface="맑은 고딕"/>
                </a:rPr>
                <a:t>케이지모빌리언스</a:t>
              </a:r>
              <a:r>
                <a:rPr lang="ko-KR" altLang="ko-KR" sz="700" dirty="0">
                  <a:solidFill>
                    <a:schemeClr val="tx1"/>
                  </a:solidFill>
                  <a:ea typeface="맑은 고딕"/>
                </a:rPr>
                <a:t>(이하 ‘</a:t>
              </a:r>
              <a:r>
                <a:rPr lang="ko-KR" altLang="ko-KR" sz="700" dirty="0" err="1">
                  <a:solidFill>
                    <a:schemeClr val="tx1"/>
                  </a:solidFill>
                  <a:ea typeface="맑은 고딕"/>
                </a:rPr>
                <a:t>회사’라</a:t>
              </a:r>
              <a:r>
                <a:rPr lang="ko-KR" altLang="ko-KR" sz="700" dirty="0">
                  <a:solidFill>
                    <a:schemeClr val="tx1"/>
                  </a:solidFill>
                  <a:ea typeface="맑은 고딕"/>
                </a:rPr>
                <a:t> 함)가 제공하는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결제대금예치서비스를 이용자가 이용함에 있어 회사와 이용자 사이의 전자금융거래에 관한 기본적인 사항을 정함을 목적으로 합니다.</a:t>
              </a:r>
            </a:p>
            <a:p>
              <a:br>
                <a:rPr lang="en-US" altLang="ko-KR" sz="700" dirty="0">
                  <a:solidFill>
                    <a:schemeClr val="tx1"/>
                  </a:solidFill>
                  <a:ea typeface="맑은 고딕"/>
                </a:rPr>
              </a:br>
              <a:r>
                <a:rPr lang="ko-KR" altLang="ko-KR" sz="700" dirty="0">
                  <a:solidFill>
                    <a:schemeClr val="tx1"/>
                  </a:solidFill>
                  <a:ea typeface="맑은 고딕"/>
                </a:rPr>
                <a:t>제2조 (용어의 정의)</a:t>
              </a:r>
            </a:p>
            <a:p>
              <a:pPr fontAlgn="t"/>
              <a:r>
                <a:rPr lang="ko-KR" altLang="ko-KR" sz="700" dirty="0">
                  <a:solidFill>
                    <a:schemeClr val="tx1"/>
                  </a:solidFill>
                  <a:ea typeface="맑은 고딕"/>
                </a:rPr>
                <a:t>이 약관에서 정하는 용어의 정의는 다음과 같습니다.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a:t>
              </a:r>
              <a:r>
                <a:rPr lang="ko-KR" altLang="ko-KR" sz="700" dirty="0" err="1">
                  <a:solidFill>
                    <a:schemeClr val="tx1"/>
                  </a:solidFill>
                  <a:ea typeface="맑은 고딕"/>
                </a:rPr>
                <a:t>전자금융거래’라</a:t>
              </a:r>
              <a:r>
                <a:rPr lang="ko-KR" altLang="ko-KR" sz="700" dirty="0">
                  <a:solidFill>
                    <a:schemeClr val="tx1"/>
                  </a:solidFill>
                  <a:ea typeface="맑은 고딕"/>
                </a:rPr>
                <a:t> 함은 회사가 전자적 장치를 통하여 </a:t>
              </a:r>
              <a:r>
                <a:rPr lang="ko-KR" altLang="ko-KR" sz="700" dirty="0" err="1">
                  <a:solidFill>
                    <a:schemeClr val="tx1"/>
                  </a:solidFill>
                  <a:ea typeface="맑은 고딕"/>
                </a:rPr>
                <a:t>전자지급결제대행서비스</a:t>
              </a:r>
              <a:r>
                <a:rPr lang="ko-KR" altLang="ko-KR" sz="700" dirty="0">
                  <a:solidFill>
                    <a:schemeClr val="tx1"/>
                  </a:solidFill>
                  <a:ea typeface="맑은 고딕"/>
                </a:rPr>
                <a:t> 및 결제대금예치서비스(이하 ‘전자금융거래 </a:t>
              </a:r>
              <a:r>
                <a:rPr lang="ko-KR" altLang="ko-KR" sz="700" dirty="0" err="1">
                  <a:solidFill>
                    <a:schemeClr val="tx1"/>
                  </a:solidFill>
                  <a:ea typeface="맑은 고딕"/>
                </a:rPr>
                <a:t>서비스’라고</a:t>
              </a:r>
              <a:r>
                <a:rPr lang="ko-KR" altLang="ko-KR" sz="700" dirty="0">
                  <a:solidFill>
                    <a:schemeClr val="tx1"/>
                  </a:solidFill>
                  <a:ea typeface="맑은 고딕"/>
                </a:rPr>
                <a:t> 합니다)를 제공하고, 이용자가 회사의 종사자와 직접 대면하거나 의사소통을 하지 아니하고 자동화된 방식으로 이를 이용하는 거래를 말합니다.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a:t>
              </a:r>
              <a:r>
                <a:rPr lang="ko-KR" altLang="ko-KR" sz="700" dirty="0" err="1">
                  <a:solidFill>
                    <a:schemeClr val="tx1"/>
                  </a:solidFill>
                  <a:ea typeface="맑은 고딕"/>
                </a:rPr>
                <a:t>전자지급결제대행서비스’라</a:t>
              </a:r>
              <a:r>
                <a:rPr lang="ko-KR" altLang="ko-KR" sz="700" dirty="0">
                  <a:solidFill>
                    <a:schemeClr val="tx1"/>
                  </a:solidFill>
                  <a:ea typeface="맑은 고딕"/>
                </a:rPr>
                <a:t> 함은 전자적 방법으로 재화의 구입 또는 용역의 이용에 있어서 지급결제정보를 송신하거나 수신하는</a:t>
              </a:r>
            </a:p>
          </p:txBody>
        </p:sp>
      </p:grpSp>
      <p:sp>
        <p:nvSpPr>
          <p:cNvPr id="40" name="모서리가 둥근 직사각형 114">
            <a:extLst>
              <a:ext uri="{FF2B5EF4-FFF2-40B4-BE49-F238E27FC236}">
                <a16:creationId xmlns:a16="http://schemas.microsoft.com/office/drawing/2014/main" id="{7DD18933-D814-E678-2B80-A3555B400E25}"/>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40171B4F-5772-E326-391E-89A76C38BDA3}"/>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BCA8B078-E7D5-DDC7-3331-93EA8EFA42DC}"/>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938ECF48-8D0F-B6DC-6BF1-A118C3F4A4EF}"/>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0F2CD614-EA5F-183A-E2CA-3CA75DC21A28}"/>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6B2A2D60-D10C-68C3-810B-2027D652BF21}"/>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883C6822-B78C-F783-D91E-2087D48BE27E}"/>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CFFB43D8-0265-015F-DC64-36BBADD2FC91}"/>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29" name="직사각형 28">
            <a:extLst>
              <a:ext uri="{FF2B5EF4-FFF2-40B4-BE49-F238E27FC236}">
                <a16:creationId xmlns:a16="http://schemas.microsoft.com/office/drawing/2014/main" id="{EB7A6C3A-1CEB-67FD-E807-E9C52CD26776}"/>
              </a:ext>
            </a:extLst>
          </p:cNvPr>
          <p:cNvSpPr/>
          <p:nvPr/>
        </p:nvSpPr>
        <p:spPr>
          <a:xfrm>
            <a:off x="3672657" y="623854"/>
            <a:ext cx="9289281" cy="627295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5478EA8D-7ECA-B34E-A62E-6236381F5D39}"/>
              </a:ext>
            </a:extLst>
          </p:cNvPr>
          <p:cNvSpPr/>
          <p:nvPr/>
        </p:nvSpPr>
        <p:spPr>
          <a:xfrm>
            <a:off x="3726021" y="683965"/>
            <a:ext cx="9235668" cy="6212846"/>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dirty="0">
                <a:solidFill>
                  <a:schemeClr val="tx1"/>
                </a:solidFill>
                <a:ea typeface="맑은 고딕"/>
              </a:rPr>
              <a:t>제8조 (거래내용의 확인)</a:t>
            </a:r>
          </a:p>
          <a:p>
            <a:pPr fontAlgn="t"/>
            <a:r>
              <a:rPr lang="ko-KR" altLang="ko-KR" sz="700" dirty="0">
                <a:solidFill>
                  <a:schemeClr val="tx1"/>
                </a:solidFill>
                <a:ea typeface="맑은 고딕"/>
              </a:rPr>
              <a:t>1. 회사는 이용자와 미리 약정한 전자적 방법 또는 기타 회사가 정한 방법으로 이용자의 거래내용(이용자의 '오류정정 요구사실 및 처리결과에 관한 </a:t>
            </a:r>
            <a:r>
              <a:rPr lang="ko-KR" altLang="ko-KR" sz="700" dirty="0" err="1">
                <a:solidFill>
                  <a:schemeClr val="tx1"/>
                </a:solidFill>
                <a:ea typeface="맑은 고딕"/>
              </a:rPr>
              <a:t>사항'을</a:t>
            </a:r>
            <a:r>
              <a:rPr lang="ko-KR" altLang="ko-KR" sz="700" dirty="0">
                <a:solidFill>
                  <a:schemeClr val="tx1"/>
                </a:solidFill>
                <a:ea typeface="맑은 고딕"/>
              </a:rPr>
              <a:t> 포함합니다)을 확인할 수 있도록 하며, 이용자의 요청이 있는 경우에는 요청을 받은 날로부터 2주 이내에 모사전송 등의 방법으로 거래내용에 관한 서면을 교부합니다.</a:t>
            </a:r>
            <a:br>
              <a:rPr lang="ko-KR" altLang="ko-KR" sz="700" dirty="0">
                <a:solidFill>
                  <a:schemeClr val="tx1"/>
                </a:solidFill>
                <a:ea typeface="맑은 고딕"/>
              </a:rPr>
            </a:br>
            <a:r>
              <a:rPr lang="ko-KR" altLang="ko-KR" sz="700" dirty="0">
                <a:solidFill>
                  <a:schemeClr val="tx1"/>
                </a:solidFill>
                <a:ea typeface="맑은 고딕"/>
              </a:rPr>
              <a:t>2. 회사가 이용자에게 제공하는 거래내용 중 거래계좌의 명칭 또는 번호, 거래의 종류 및 금액, 거래 상대방을 나타내는 정보, 거래일자, 전자적 장치의 종류 및 전자적 장치를 식별할 수 있는 정보와 해당 전자금융거래와 관련한 전자적 장치의 접속기록은 5년간, 건당 거래금액이 1만원 이하인 소액 전자금융거래에 관한 기록, 전자지급수단 이용 시 거래승인에 관한 기록, 이용자의 오류정정 요구 사실 및 처리결과에 관한 사항은 1년간의 기간을 대상으로 합니다.</a:t>
            </a:r>
            <a:br>
              <a:rPr lang="ko-KR" altLang="ko-KR" sz="700" dirty="0">
                <a:solidFill>
                  <a:schemeClr val="tx1"/>
                </a:solidFill>
                <a:ea typeface="맑은 고딕"/>
              </a:rPr>
            </a:br>
            <a:r>
              <a:rPr lang="ko-KR" altLang="ko-KR" sz="700" dirty="0">
                <a:solidFill>
                  <a:schemeClr val="tx1"/>
                </a:solidFill>
                <a:ea typeface="맑은 고딕"/>
              </a:rPr>
              <a:t>3. 이용자가 제1항에서 정한 서면교부를 요청하고자 할 경우 다음의 주소 및 전화번호로 요청할 수 있습니다.</a:t>
            </a:r>
          </a:p>
          <a:p>
            <a:pPr marL="171450" indent="-171450" fontAlgn="t">
              <a:buFont typeface="Arial" panose="020B0604020202020204" pitchFamily="34" charset="0"/>
              <a:buChar char="•"/>
            </a:pPr>
            <a:r>
              <a:rPr lang="ko-KR" altLang="ko-KR" sz="700" dirty="0">
                <a:solidFill>
                  <a:schemeClr val="tx1"/>
                </a:solidFill>
                <a:ea typeface="맑은 고딕"/>
              </a:rPr>
              <a:t>주소 : 서울특별시 중구 통일로 92(순화동 1-170) </a:t>
            </a:r>
            <a:r>
              <a:rPr lang="ko-KR" altLang="ko-KR" sz="700" dirty="0" err="1">
                <a:solidFill>
                  <a:schemeClr val="tx1"/>
                </a:solidFill>
                <a:ea typeface="맑은 고딕"/>
              </a:rPr>
              <a:t>KG타워</a:t>
            </a:r>
            <a:r>
              <a:rPr lang="ko-KR" altLang="ko-KR" sz="700" dirty="0">
                <a:solidFill>
                  <a:schemeClr val="tx1"/>
                </a:solidFill>
                <a:ea typeface="맑은 고딕"/>
              </a:rPr>
              <a:t> 16층</a:t>
            </a:r>
          </a:p>
          <a:p>
            <a:pPr marL="171450" indent="-171450" fontAlgn="t">
              <a:buFont typeface="Arial" panose="020B0604020202020204" pitchFamily="34" charset="0"/>
              <a:buChar char="•"/>
            </a:pPr>
            <a:r>
              <a:rPr lang="ko-KR" altLang="ko-KR" sz="700" dirty="0">
                <a:solidFill>
                  <a:schemeClr val="tx1"/>
                </a:solidFill>
                <a:ea typeface="맑은 고딕"/>
              </a:rPr>
              <a:t>이메일 주소 : help@mobilians.co.kr</a:t>
            </a:r>
          </a:p>
          <a:p>
            <a:pPr marL="171450" indent="-171450" fontAlgn="t">
              <a:buFont typeface="Arial" panose="020B0604020202020204" pitchFamily="34" charset="0"/>
              <a:buChar char="•"/>
            </a:pPr>
            <a:r>
              <a:rPr lang="ko-KR" altLang="ko-KR" sz="700" dirty="0">
                <a:solidFill>
                  <a:schemeClr val="tx1"/>
                </a:solidFill>
                <a:ea typeface="맑은 고딕"/>
              </a:rPr>
              <a:t>전화번호 : 1800-0678</a:t>
            </a:r>
          </a:p>
          <a:p>
            <a:endParaRPr lang="en-US" altLang="ko-KR" sz="700" dirty="0">
              <a:solidFill>
                <a:schemeClr val="tx1"/>
              </a:solidFill>
              <a:ea typeface="맑은 고딕"/>
            </a:endParaRPr>
          </a:p>
          <a:p>
            <a:r>
              <a:rPr lang="ko-KR" altLang="ko-KR" sz="700" dirty="0">
                <a:solidFill>
                  <a:schemeClr val="tx1"/>
                </a:solidFill>
                <a:ea typeface="맑은 고딕"/>
              </a:rPr>
              <a:t>제9조 (오류의 정정 등)</a:t>
            </a:r>
          </a:p>
          <a:p>
            <a:pPr fontAlgn="t"/>
            <a:r>
              <a:rPr lang="ko-KR" altLang="ko-KR" sz="700" dirty="0">
                <a:solidFill>
                  <a:schemeClr val="tx1"/>
                </a:solidFill>
                <a:ea typeface="맑은 고딕"/>
              </a:rPr>
              <a:t>1. 이용자는 전자금융거래 서비스를 이용함에 있어 오류가 있음을 안 때에는 회사에 대하여 그 정정을 요구할 수 있습니다.</a:t>
            </a:r>
            <a:br>
              <a:rPr lang="ko-KR" altLang="ko-KR" sz="700" dirty="0">
                <a:solidFill>
                  <a:schemeClr val="tx1"/>
                </a:solidFill>
                <a:ea typeface="맑은 고딕"/>
              </a:rPr>
            </a:br>
            <a:r>
              <a:rPr lang="ko-KR" altLang="ko-KR" sz="700" dirty="0">
                <a:solidFill>
                  <a:schemeClr val="tx1"/>
                </a:solidFill>
                <a:ea typeface="맑은 고딕"/>
              </a:rPr>
              <a:t>2. 회사는 전항의 규정에 따른 오류의 정정요구를 받은 때에는 이를 즉시 조사하여 처리한 후 정정요구를 받은 날부터 2주 이내에 그 결과를 이용자에게 알려 드립니다.</a:t>
            </a:r>
          </a:p>
          <a:p>
            <a:endParaRPr lang="en-US" altLang="ko-KR" sz="700" dirty="0">
              <a:solidFill>
                <a:schemeClr val="tx1"/>
              </a:solidFill>
              <a:ea typeface="맑은 고딕"/>
            </a:endParaRPr>
          </a:p>
          <a:p>
            <a:r>
              <a:rPr lang="ko-KR" altLang="ko-KR" sz="700" dirty="0">
                <a:solidFill>
                  <a:schemeClr val="tx1"/>
                </a:solidFill>
                <a:ea typeface="맑은 고딕"/>
              </a:rPr>
              <a:t>제10조 (회사의 책임)</a:t>
            </a:r>
          </a:p>
          <a:p>
            <a:pPr fontAlgn="t"/>
            <a:r>
              <a:rPr lang="ko-KR" altLang="ko-KR" sz="700" dirty="0">
                <a:solidFill>
                  <a:schemeClr val="tx1"/>
                </a:solidFill>
                <a:ea typeface="맑은 고딕"/>
              </a:rPr>
              <a:t>1. 회사는 접근매체의 위조나 변조로 발생한 사고로 인하여 이용자에게 발생한 손해에 대하여 배상책임이 있습니다. 다만 이용자가 제7조 제2항에 위반하거나 제3자가 권한 없이 이용자의 접근매체를 이용하여 전자금융거래를 할 수 있음을 알았거나 알 수 있었음에도 불구하고 이용자가 자신의 접근매체를 누설 또는 노출하거나 방치한 경우에는 그 책임의 전부 또는 일부를 이용자가 부담하게 할 수 있습니다.</a:t>
            </a:r>
            <a:br>
              <a:rPr lang="ko-KR" altLang="ko-KR" sz="700" dirty="0">
                <a:solidFill>
                  <a:schemeClr val="tx1"/>
                </a:solidFill>
                <a:ea typeface="맑은 고딕"/>
              </a:rPr>
            </a:br>
            <a:r>
              <a:rPr lang="ko-KR" altLang="ko-KR" sz="700" dirty="0">
                <a:solidFill>
                  <a:schemeClr val="tx1"/>
                </a:solidFill>
                <a:ea typeface="맑은 고딕"/>
              </a:rPr>
              <a:t>2. 회사는 계약체결 또는 거래지시의 전자적 전송이나 처리과정에서 발생한 사고로 인하여 이용자에게 그 손해가 발생한 경우에는 그 손해를 배상할 책임이 있습니다. 다만 본 조 제1항 단서에 해당하거나 법인('중소기업기본법' 제2조 제2항에 의한 소기업을 제외합니다)인 이용자에게 손해가 발생한 경우로서 회사가 사고를 방지하기 위하여 보안절차를 수립하고 이를 철저히 준수하는 등 합리적으로 요구되는 충분한 주의의무를 다한 경우에는 그 책임의 전부 또는 일부를 이용자가 부담하게 할 수 있습니다.</a:t>
            </a:r>
            <a:br>
              <a:rPr lang="ko-KR" altLang="ko-KR" sz="700" dirty="0">
                <a:solidFill>
                  <a:schemeClr val="tx1"/>
                </a:solidFill>
                <a:ea typeface="맑은 고딕"/>
              </a:rPr>
            </a:br>
            <a:r>
              <a:rPr lang="ko-KR" altLang="ko-KR" sz="700" dirty="0">
                <a:solidFill>
                  <a:schemeClr val="tx1"/>
                </a:solidFill>
                <a:ea typeface="맑은 고딕"/>
              </a:rPr>
              <a:t>3. 회사는 전자금융거래를 위한 전자적 장치 또는 ‘정보통신망 이용촉진 및 정보보호 등에 관한 법률’ 제2조제1항제1호에 따른 정보통신망에 침입하여 거짓이나 그 밖의 부정한 방법으로 획득한 접근매체의 이용으로 발생한 사고로 인하여 이용자에게 그 손해가 발생한 경우에는 그 손해를 배상할 책임이 있습니다.</a:t>
            </a:r>
          </a:p>
          <a:p>
            <a:endParaRPr lang="en-US" altLang="ko-KR" sz="700" dirty="0">
              <a:solidFill>
                <a:schemeClr val="tx1"/>
              </a:solidFill>
              <a:ea typeface="맑은 고딕"/>
            </a:endParaRPr>
          </a:p>
          <a:p>
            <a:r>
              <a:rPr lang="ko-KR" altLang="ko-KR" sz="700" dirty="0">
                <a:solidFill>
                  <a:schemeClr val="tx1"/>
                </a:solidFill>
                <a:ea typeface="맑은 고딕"/>
              </a:rPr>
              <a:t>제11조 (전자지급거래계약의 효력)</a:t>
            </a:r>
          </a:p>
          <a:p>
            <a:pPr fontAlgn="t"/>
            <a:r>
              <a:rPr lang="ko-KR" altLang="ko-KR" sz="700" dirty="0">
                <a:solidFill>
                  <a:schemeClr val="tx1"/>
                </a:solidFill>
                <a:ea typeface="맑은 고딕"/>
              </a:rPr>
              <a:t>1. 회사는 이용자의 거래지시가 전자지급거래에 관한 경우 그 지급절차를 대행하며, 전자지급거래에 관한 거래지시의 내용을 전송하여 지급이 이루어지도록 합니다.</a:t>
            </a:r>
            <a:br>
              <a:rPr lang="ko-KR" altLang="ko-KR" sz="700" dirty="0">
                <a:solidFill>
                  <a:schemeClr val="tx1"/>
                </a:solidFill>
                <a:ea typeface="맑은 고딕"/>
              </a:rPr>
            </a:br>
            <a:r>
              <a:rPr lang="ko-KR" altLang="ko-KR" sz="700" dirty="0">
                <a:solidFill>
                  <a:schemeClr val="tx1"/>
                </a:solidFill>
                <a:ea typeface="맑은 고딕"/>
              </a:rPr>
              <a:t>2. 회사는 이용자의 전자지급거래에 관한 거래지시에 따라 지급거래가 이루어지지 않은 경우 수령한 자금을 이용자에게 반환하여야 합니다.</a:t>
            </a:r>
          </a:p>
          <a:p>
            <a:endParaRPr lang="en-US" altLang="ko-KR" sz="700" dirty="0">
              <a:solidFill>
                <a:schemeClr val="tx1"/>
              </a:solidFill>
              <a:ea typeface="맑은 고딕"/>
            </a:endParaRPr>
          </a:p>
          <a:p>
            <a:r>
              <a:rPr lang="ko-KR" altLang="ko-KR" sz="700" dirty="0">
                <a:solidFill>
                  <a:schemeClr val="tx1"/>
                </a:solidFill>
                <a:ea typeface="맑은 고딕"/>
              </a:rPr>
              <a:t>제12조 (거래지시의 철회)</a:t>
            </a:r>
          </a:p>
          <a:p>
            <a:pPr fontAlgn="t"/>
            <a:r>
              <a:rPr lang="ko-KR" altLang="ko-KR" sz="700" dirty="0">
                <a:solidFill>
                  <a:schemeClr val="tx1"/>
                </a:solidFill>
                <a:ea typeface="맑은 고딕"/>
              </a:rPr>
              <a:t>1. 이용자는 전자지급거래에 관한 거래지시의 경우 지급의 효력이 발생하기 전까지 거래지시를 철회할 수 있습니다.</a:t>
            </a:r>
            <a:br>
              <a:rPr lang="ko-KR" altLang="ko-KR" sz="700" dirty="0">
                <a:solidFill>
                  <a:schemeClr val="tx1"/>
                </a:solidFill>
                <a:ea typeface="맑은 고딕"/>
              </a:rPr>
            </a:br>
            <a:r>
              <a:rPr lang="ko-KR" altLang="ko-KR" sz="700" dirty="0">
                <a:solidFill>
                  <a:schemeClr val="tx1"/>
                </a:solidFill>
                <a:ea typeface="맑은 고딕"/>
              </a:rPr>
              <a:t>2. 전항의 지급의 효력이 발생 시점이란 (</a:t>
            </a:r>
            <a:r>
              <a:rPr lang="ko-KR" altLang="ko-KR" sz="700" dirty="0" err="1">
                <a:solidFill>
                  <a:schemeClr val="tx1"/>
                </a:solidFill>
                <a:ea typeface="맑은 고딕"/>
              </a:rPr>
              <a:t>i</a:t>
            </a:r>
            <a:r>
              <a:rPr lang="ko-KR" altLang="ko-KR" sz="700" dirty="0">
                <a:solidFill>
                  <a:schemeClr val="tx1"/>
                </a:solidFill>
                <a:ea typeface="맑은 고딕"/>
              </a:rPr>
              <a:t>) 전자자금이체의 경우에는 거래 </a:t>
            </a:r>
            <a:r>
              <a:rPr lang="ko-KR" altLang="ko-KR" sz="700" dirty="0" err="1">
                <a:solidFill>
                  <a:schemeClr val="tx1"/>
                </a:solidFill>
                <a:ea typeface="맑은 고딕"/>
              </a:rPr>
              <a:t>지식된</a:t>
            </a:r>
            <a:r>
              <a:rPr lang="ko-KR" altLang="ko-KR" sz="700" dirty="0">
                <a:solidFill>
                  <a:schemeClr val="tx1"/>
                </a:solidFill>
                <a:ea typeface="맑은 고딕"/>
              </a:rPr>
              <a:t> 금액의 정보에 대하여 수취인의 계좌가 개설되어 있는 금융기관의 계좌의 원장에 입금기록이 끝난 때 (</a:t>
            </a:r>
            <a:r>
              <a:rPr lang="ko-KR" altLang="ko-KR" sz="700" dirty="0" err="1">
                <a:solidFill>
                  <a:schemeClr val="tx1"/>
                </a:solidFill>
                <a:ea typeface="맑은 고딕"/>
              </a:rPr>
              <a:t>ii</a:t>
            </a:r>
            <a:r>
              <a:rPr lang="ko-KR" altLang="ko-KR" sz="700" dirty="0">
                <a:solidFill>
                  <a:schemeClr val="tx1"/>
                </a:solidFill>
                <a:ea typeface="맑은 고딕"/>
              </a:rPr>
              <a:t>) 전자적 장치로부터 직접 현금을 출금하는 경우에는 수취인이 현금을 수령한 때 (</a:t>
            </a:r>
            <a:r>
              <a:rPr lang="ko-KR" altLang="ko-KR" sz="700" dirty="0" err="1">
                <a:solidFill>
                  <a:schemeClr val="tx1"/>
                </a:solidFill>
                <a:ea typeface="맑은 고딕"/>
              </a:rPr>
              <a:t>iii</a:t>
            </a:r>
            <a:r>
              <a:rPr lang="ko-KR" altLang="ko-KR" sz="700" dirty="0">
                <a:solidFill>
                  <a:schemeClr val="tx1"/>
                </a:solidFill>
                <a:ea typeface="맑은 고딕"/>
              </a:rPr>
              <a:t>) 선불전자지급수단 및 전자화폐로 지급하는 경우에는 거래지시 된 금액의 정보가 수취인이 지정한 전자적 장치에 도달한 때 (</a:t>
            </a:r>
            <a:r>
              <a:rPr lang="ko-KR" altLang="ko-KR" sz="700" dirty="0" err="1">
                <a:solidFill>
                  <a:schemeClr val="tx1"/>
                </a:solidFill>
                <a:ea typeface="맑은 고딕"/>
              </a:rPr>
              <a:t>iv</a:t>
            </a:r>
            <a:r>
              <a:rPr lang="ko-KR" altLang="ko-KR" sz="700" dirty="0">
                <a:solidFill>
                  <a:schemeClr val="tx1"/>
                </a:solidFill>
                <a:ea typeface="맑은 고딕"/>
              </a:rPr>
              <a:t>) 그 밖의 전자지급수단으로 지급하는 경우에는 거래 지시된 금액의 정보가 수취인의 계좌가 개설되어 있는 금융기관의 전자적 장치에 입력이 끝난 때를 말합니다.</a:t>
            </a:r>
            <a:br>
              <a:rPr lang="ko-KR" altLang="ko-KR" sz="700" dirty="0">
                <a:solidFill>
                  <a:schemeClr val="tx1"/>
                </a:solidFill>
                <a:ea typeface="맑은 고딕"/>
              </a:rPr>
            </a:br>
            <a:r>
              <a:rPr lang="ko-KR" altLang="ko-KR" sz="700" dirty="0">
                <a:solidFill>
                  <a:schemeClr val="tx1"/>
                </a:solidFill>
                <a:ea typeface="맑은 고딕"/>
              </a:rPr>
              <a:t>3. 이용자는 지급의 효력이 발생한 경우에는 전자상거래 등에서의 소비자보호에 관한 법률 등 관련 법령상 청약의 철회의 방법 또는 본 약관 제5조에서 정한 바에 따라 결제대금을 반환 받을 수 있습니다.</a:t>
            </a:r>
          </a:p>
          <a:p>
            <a:endParaRPr lang="en-US" altLang="ko-KR" sz="700" dirty="0">
              <a:solidFill>
                <a:schemeClr val="tx1"/>
              </a:solidFill>
              <a:ea typeface="맑은 고딕"/>
            </a:endParaRPr>
          </a:p>
          <a:p>
            <a:r>
              <a:rPr lang="ko-KR" altLang="ko-KR" sz="700" dirty="0">
                <a:solidFill>
                  <a:schemeClr val="tx1"/>
                </a:solidFill>
                <a:ea typeface="맑은 고딕"/>
              </a:rPr>
              <a:t>제13조 (전자금융거래 기록의 생성 및 보존)</a:t>
            </a:r>
          </a:p>
          <a:p>
            <a:pPr fontAlgn="t"/>
            <a:r>
              <a:rPr lang="ko-KR" altLang="ko-KR" sz="700" dirty="0">
                <a:solidFill>
                  <a:schemeClr val="tx1"/>
                </a:solidFill>
                <a:ea typeface="맑은 고딕"/>
              </a:rPr>
              <a:t>1. 회사는 이용자가 전자금융거래의 내용을 추적, 검색하거나 그 내용에 오류가 발생한 경우에 이를 확인하거나 정정할 수 있는 기록을 생성하여 보존합니다.</a:t>
            </a:r>
            <a:br>
              <a:rPr lang="ko-KR" altLang="ko-KR" sz="700" dirty="0">
                <a:solidFill>
                  <a:schemeClr val="tx1"/>
                </a:solidFill>
                <a:ea typeface="맑은 고딕"/>
              </a:rPr>
            </a:br>
            <a:r>
              <a:rPr lang="ko-KR" altLang="ko-KR" sz="700" dirty="0">
                <a:solidFill>
                  <a:schemeClr val="tx1"/>
                </a:solidFill>
                <a:ea typeface="맑은 고딕"/>
              </a:rPr>
              <a:t>2. 전항의 규정에 따라 회사가 보존하여야 하는 기록의 종류 및 보존방법은 제8조 제2항에서 정한 바에 따릅니다.</a:t>
            </a:r>
          </a:p>
          <a:p>
            <a:endParaRPr lang="en-US" altLang="ko-KR" sz="700" dirty="0">
              <a:solidFill>
                <a:schemeClr val="tx1"/>
              </a:solidFill>
              <a:ea typeface="맑은 고딕"/>
            </a:endParaRPr>
          </a:p>
          <a:p>
            <a:r>
              <a:rPr lang="ko-KR" altLang="ko-KR" sz="700" dirty="0">
                <a:solidFill>
                  <a:schemeClr val="tx1"/>
                </a:solidFill>
                <a:ea typeface="맑은 고딕"/>
              </a:rPr>
              <a:t>제14조 (전자금융거래정보의 제공금지)</a:t>
            </a:r>
          </a:p>
          <a:p>
            <a:pPr fontAlgn="t"/>
            <a:r>
              <a:rPr lang="ko-KR" altLang="ko-KR" sz="700" dirty="0">
                <a:solidFill>
                  <a:schemeClr val="tx1"/>
                </a:solidFill>
                <a:ea typeface="맑은 고딕"/>
              </a:rPr>
              <a:t>회사는 전자금융거래 서비스를 제공함에 있어서 취득한 이용자의 인적사항, 이용자의 계좌, 접근매체 및 전자금융거래의 내용과 실적에 관한 정보 또는 자료를 이용자의 동의를 얻지 아니하고 제3자에게 제공, 누설하거나 업무상 목적 외에 사용하지 아니합니다. 다만, [금융실명거래 및 비밀보장에 관한 법률] 제4조제1항 단서의 규정에 따른 경우 또는 그 밖에 다른 법률에서 정한 경우에는 이용자의 동의 없이 제공할 수 있습니다.</a:t>
            </a:r>
          </a:p>
          <a:p>
            <a:endParaRPr lang="en-US" altLang="ko-KR" sz="700" dirty="0">
              <a:solidFill>
                <a:schemeClr val="tx1"/>
              </a:solidFill>
              <a:ea typeface="맑은 고딕"/>
            </a:endParaRPr>
          </a:p>
          <a:p>
            <a:r>
              <a:rPr lang="ko-KR" altLang="ko-KR" sz="700" dirty="0">
                <a:solidFill>
                  <a:schemeClr val="tx1"/>
                </a:solidFill>
                <a:ea typeface="맑은 고딕"/>
              </a:rPr>
              <a:t>제15조 (분쟁처리 및 분쟁조정)</a:t>
            </a:r>
          </a:p>
          <a:p>
            <a:pPr fontAlgn="t"/>
            <a:r>
              <a:rPr lang="ko-KR" altLang="ko-KR" sz="700" dirty="0">
                <a:solidFill>
                  <a:schemeClr val="tx1"/>
                </a:solidFill>
                <a:ea typeface="맑은 고딕"/>
              </a:rPr>
              <a:t>1. 이용자는 다음의 분쟁처리 책임자 및 담당자에 대하여 전자금융거래 서비스 이용과 관련한 의견 및 불만의 제기, 손해배상의 청구 등의 분쟁처리를 요구할 수 있습니다.</a:t>
            </a:r>
          </a:p>
          <a:p>
            <a:pPr marL="171450" indent="-171450" fontAlgn="t">
              <a:buFont typeface="Arial" panose="020B0604020202020204" pitchFamily="34" charset="0"/>
              <a:buChar char="•"/>
            </a:pPr>
            <a:r>
              <a:rPr lang="ko-KR" altLang="ko-KR" sz="700" dirty="0">
                <a:solidFill>
                  <a:schemeClr val="tx1"/>
                </a:solidFill>
                <a:ea typeface="맑은 고딕"/>
              </a:rPr>
              <a:t>담당자 : 고객센터</a:t>
            </a:r>
          </a:p>
          <a:p>
            <a:pPr marL="171450" indent="-171450" fontAlgn="t">
              <a:buFont typeface="Arial" panose="020B0604020202020204" pitchFamily="34" charset="0"/>
              <a:buChar char="•"/>
            </a:pPr>
            <a:r>
              <a:rPr lang="ko-KR" altLang="ko-KR" sz="700" dirty="0">
                <a:solidFill>
                  <a:schemeClr val="tx1"/>
                </a:solidFill>
                <a:ea typeface="맑은 고딕"/>
              </a:rPr>
              <a:t>연락처(전화번호, 전자우편주소) : 1800-0678, help@mobilians.co.kr</a:t>
            </a:r>
          </a:p>
          <a:p>
            <a:pPr fontAlgn="t"/>
            <a:r>
              <a:rPr lang="ko-KR" altLang="ko-KR" sz="700" dirty="0">
                <a:solidFill>
                  <a:schemeClr val="tx1"/>
                </a:solidFill>
                <a:ea typeface="맑은 고딕"/>
              </a:rPr>
              <a:t>2. 이용자가 회사에 대하여 분쟁처리를 신청한 경우에는 회사는 15일 이내에 이에 대한 조사 또는 처리 결과를 이용자에게 안내합니다.</a:t>
            </a:r>
            <a:br>
              <a:rPr lang="ko-KR" altLang="ko-KR" sz="700" dirty="0">
                <a:solidFill>
                  <a:schemeClr val="tx1"/>
                </a:solidFill>
                <a:ea typeface="맑은 고딕"/>
              </a:rPr>
            </a:br>
            <a:r>
              <a:rPr lang="ko-KR" altLang="ko-KR" sz="700" dirty="0">
                <a:solidFill>
                  <a:schemeClr val="tx1"/>
                </a:solidFill>
                <a:ea typeface="맑은 고딕"/>
              </a:rPr>
              <a:t>3. 이용자는 '금융위원회의 설치 등에 관한 </a:t>
            </a:r>
            <a:r>
              <a:rPr lang="ko-KR" altLang="ko-KR" sz="700" dirty="0" err="1">
                <a:solidFill>
                  <a:schemeClr val="tx1"/>
                </a:solidFill>
                <a:ea typeface="맑은 고딕"/>
              </a:rPr>
              <a:t>법률'에</a:t>
            </a:r>
            <a:r>
              <a:rPr lang="ko-KR" altLang="ko-KR" sz="700" dirty="0">
                <a:solidFill>
                  <a:schemeClr val="tx1"/>
                </a:solidFill>
                <a:ea typeface="맑은 고딕"/>
              </a:rPr>
              <a:t> 따른 금융감독원의 금융분쟁조정위원회나 '</a:t>
            </a:r>
            <a:r>
              <a:rPr lang="ko-KR" altLang="ko-KR" sz="700" dirty="0" err="1">
                <a:solidFill>
                  <a:schemeClr val="tx1"/>
                </a:solidFill>
                <a:ea typeface="맑은 고딕"/>
              </a:rPr>
              <a:t>소비자기본법'에</a:t>
            </a:r>
            <a:r>
              <a:rPr lang="ko-KR" altLang="ko-KR" sz="700" dirty="0">
                <a:solidFill>
                  <a:schemeClr val="tx1"/>
                </a:solidFill>
                <a:ea typeface="맑은 고딕"/>
              </a:rPr>
              <a:t> 따른 한국소비자원의 소비자분쟁조정위원회에 회사의 전자금융거래 서비스의 이용과 관련한 분쟁조정을 신청할 수 있습니다.</a:t>
            </a:r>
          </a:p>
          <a:p>
            <a:endParaRPr lang="en-US" altLang="ko-KR" sz="700" dirty="0">
              <a:solidFill>
                <a:schemeClr val="tx1"/>
              </a:solidFill>
              <a:ea typeface="맑은 고딕"/>
            </a:endParaRPr>
          </a:p>
          <a:p>
            <a:r>
              <a:rPr lang="ko-KR" altLang="ko-KR" sz="700" dirty="0">
                <a:solidFill>
                  <a:schemeClr val="tx1"/>
                </a:solidFill>
                <a:ea typeface="맑은 고딕"/>
              </a:rPr>
              <a:t>제16조 (회사의 안정성 확보 의무)</a:t>
            </a:r>
          </a:p>
          <a:p>
            <a:pPr fontAlgn="t"/>
            <a:r>
              <a:rPr lang="ko-KR" altLang="ko-KR" sz="700" dirty="0">
                <a:solidFill>
                  <a:schemeClr val="tx1"/>
                </a:solidFill>
                <a:ea typeface="맑은 고딕"/>
              </a:rPr>
              <a:t>회사는 전자금융거래의 안전성과 신뢰성을 확보할 수 있도록 전자금융거래의 종류별로 전자적 전송이나 처리를 위한 인력, 시설, 전자적 장치 등의 정보기술부문 및 전자금융업무에 관하여 금융위원회가 정하는 기준을 준수합니다.</a:t>
            </a:r>
          </a:p>
          <a:p>
            <a:endParaRPr lang="en-US" altLang="ko-KR" sz="700" dirty="0">
              <a:solidFill>
                <a:schemeClr val="tx1"/>
              </a:solidFill>
              <a:ea typeface="맑은 고딕"/>
            </a:endParaRPr>
          </a:p>
          <a:p>
            <a:r>
              <a:rPr lang="ko-KR" altLang="ko-KR" sz="700" dirty="0">
                <a:solidFill>
                  <a:schemeClr val="tx1"/>
                </a:solidFill>
                <a:ea typeface="맑은 고딕"/>
              </a:rPr>
              <a:t>제17조 (약관 외 준칙 및 관할)</a:t>
            </a:r>
          </a:p>
          <a:p>
            <a:pPr fontAlgn="t"/>
            <a:r>
              <a:rPr lang="ko-KR" altLang="ko-KR" sz="700" dirty="0">
                <a:solidFill>
                  <a:schemeClr val="tx1"/>
                </a:solidFill>
                <a:ea typeface="맑은 고딕"/>
              </a:rPr>
              <a:t>1. 이 약관에서 정하지 아니한 사항에 대하여는 전자금융거래법, 전자상거래 등에서의 소비자 보호에 관한 법률, 여신전문금융업법 등 소비자보호 관련 법령에서 정한 바에 따릅니다.</a:t>
            </a:r>
            <a:br>
              <a:rPr lang="ko-KR" altLang="ko-KR" sz="700" dirty="0">
                <a:solidFill>
                  <a:schemeClr val="tx1"/>
                </a:solidFill>
                <a:ea typeface="맑은 고딕"/>
              </a:rPr>
            </a:br>
            <a:r>
              <a:rPr lang="ko-KR" altLang="ko-KR" sz="700" dirty="0">
                <a:solidFill>
                  <a:schemeClr val="tx1"/>
                </a:solidFill>
                <a:ea typeface="맑은 고딕"/>
              </a:rPr>
              <a:t>2. 회사와 </a:t>
            </a:r>
            <a:r>
              <a:rPr lang="ko-KR" altLang="ko-KR" sz="700" dirty="0" err="1">
                <a:solidFill>
                  <a:schemeClr val="tx1"/>
                </a:solidFill>
                <a:ea typeface="맑은 고딕"/>
              </a:rPr>
              <a:t>이용자간에</a:t>
            </a:r>
            <a:r>
              <a:rPr lang="ko-KR" altLang="ko-KR" sz="700" dirty="0">
                <a:solidFill>
                  <a:schemeClr val="tx1"/>
                </a:solidFill>
                <a:ea typeface="맑은 고딕"/>
              </a:rPr>
              <a:t> 발생한 분쟁에 관한 관할은 민사소송법에서 정한 바에 따릅니다.</a:t>
            </a:r>
            <a:br>
              <a:rPr lang="ko-KR" altLang="ko-KR" sz="700" dirty="0">
                <a:solidFill>
                  <a:schemeClr val="tx1"/>
                </a:solidFill>
                <a:ea typeface="맑은 고딕"/>
              </a:rPr>
            </a:br>
            <a:r>
              <a:rPr lang="ko-KR" altLang="ko-KR" sz="700" dirty="0">
                <a:solidFill>
                  <a:schemeClr val="tx1"/>
                </a:solidFill>
                <a:ea typeface="맑은 고딕"/>
              </a:rPr>
              <a:t>이 약관은 2020년 4월 1일부터 적용합니다.</a:t>
            </a:r>
          </a:p>
        </p:txBody>
      </p:sp>
    </p:spTree>
    <p:extLst>
      <p:ext uri="{BB962C8B-B14F-4D97-AF65-F5344CB8AC3E}">
        <p14:creationId xmlns:p14="http://schemas.microsoft.com/office/powerpoint/2010/main" val="3967655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6B712-4CD8-313A-036B-24AA74937248}"/>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D9ED7032-48A4-8FC9-5A4E-6040100E312B}"/>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789303E0-8FAA-AC45-779A-17592B20FD04}"/>
              </a:ext>
            </a:extLst>
          </p:cNvPr>
          <p:cNvSpPr txBox="1"/>
          <p:nvPr/>
        </p:nvSpPr>
        <p:spPr>
          <a:xfrm>
            <a:off x="1302717" y="330494"/>
            <a:ext cx="357822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이용동의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2E81998E-E1E1-6BAF-8AE8-47A185F0C4A1}"/>
              </a:ext>
            </a:extLst>
          </p:cNvPr>
          <p:cNvSpPr/>
          <p:nvPr/>
        </p:nvSpPr>
        <p:spPr>
          <a:xfrm>
            <a:off x="7921129" y="58428"/>
            <a:ext cx="1380506" cy="246221"/>
          </a:xfrm>
          <a:prstGeom prst="rect">
            <a:avLst/>
          </a:prstGeom>
        </p:spPr>
        <p:txBody>
          <a:bodyPr wrap="none">
            <a:spAutoFit/>
          </a:bodyPr>
          <a:lstStyle/>
          <a:p>
            <a:pPr fontAlgn="ctr"/>
            <a:r>
              <a:rPr lang="en-US" altLang="ko-KR" sz="1000" dirty="0"/>
              <a:t>CH-U-CA-02-03-04p</a:t>
            </a:r>
            <a:endParaRPr lang="ko-KR" altLang="ko-KR" sz="1000" dirty="0"/>
          </a:p>
        </p:txBody>
      </p:sp>
      <p:sp>
        <p:nvSpPr>
          <p:cNvPr id="5" name="TextBox 4">
            <a:extLst>
              <a:ext uri="{FF2B5EF4-FFF2-40B4-BE49-F238E27FC236}">
                <a16:creationId xmlns:a16="http://schemas.microsoft.com/office/drawing/2014/main" id="{47DD1046-2DC5-3E87-3863-0A9763B68118}"/>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A210FA48-943C-62A6-16D4-F70419AAF338}"/>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E0879BF2-AEE4-98A2-96FD-4DEE14AA92A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B27E73A2-233C-402A-A186-2DFA5EFBD423}"/>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9FC826D6-E275-ED45-1CE9-1143C9A4157A}"/>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96FE7884-CD54-7DBE-B953-2915EA01702C}"/>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4E927612-012F-55A4-15A2-4EA8647B656F}"/>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6DC5A2D5-CCD7-36E8-12C9-4BEF9830BEF9}"/>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4822BD70-F464-EA5A-BCE4-AB68B01402DB}"/>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04F3609B-1009-307F-DD4C-8C4D44157E97}"/>
              </a:ext>
            </a:extLst>
          </p:cNvPr>
          <p:cNvSpPr txBox="1"/>
          <p:nvPr/>
        </p:nvSpPr>
        <p:spPr>
          <a:xfrm>
            <a:off x="1307907" y="78285"/>
            <a:ext cx="170912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수집 및 이용 동의 팝업</a:t>
            </a:r>
            <a:r>
              <a:rPr lang="en-US" altLang="ko-KR" sz="900" spc="-150" dirty="0">
                <a:solidFill>
                  <a:schemeClr val="tx1">
                    <a:lumMod val="75000"/>
                    <a:lumOff val="25000"/>
                  </a:schemeClr>
                </a:solidFill>
                <a:latin typeface="맑은 고딕" panose="020B0503020000020004" pitchFamily="50" charset="-127"/>
              </a:rPr>
              <a:t> (1/2)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8BCD5846-3704-0D57-5023-D30DFEA694F5}"/>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BE2D33ED-C76C-0AC4-F528-8E8524F3AD16}"/>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9E2289E0-CE38-2964-78FB-0FE0EC4A802C}"/>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44D9D2A4-D09F-EC4C-AFA6-9ACBBD69C604}"/>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19DABE22-D72F-8C9C-E3A9-F9A46115C042}"/>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DE13F972-FC8B-8AD8-B431-3D8D345286A0}"/>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3D0B4344-5544-4E0C-FF7C-8EF441BB1725}"/>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BC87777B-2064-9377-8BDB-22B84F63ABBD}"/>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E2675F46-7855-9CFC-F8A5-272A35763494}"/>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CEAE456D-9E0A-98D4-8DF2-00A9B7C17E3D}"/>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989A94C9-20A5-0552-C0C2-41395C1B27F6}"/>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6ECA7E5B-AED3-21C8-394E-13BB8799DCD9}"/>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D6D93E1E-D91B-B1A6-4963-C2E4C2DFCDBF}"/>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5D8E04C3-3F9E-AF29-F95B-20C9E683A2CA}"/>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52510E6B-01ED-22EE-4E87-A791D3745EEE}"/>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A5DD8977-2B0D-424A-4166-E1B7CEB8120C}"/>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F81D4D15-52A5-C304-5F0F-2CEC65262C10}"/>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6E6F9379-A28C-CD19-D62E-8C0490F6CAD8}"/>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34792BA1-D9A2-0FA8-625A-83AABA6F1BE2}"/>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B85C9324-7591-4599-985B-1A2FD38F02F9}"/>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CFC345B0-6DF1-9AF3-7561-F513A086071D}"/>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01D6E05E-17C2-6E2B-C2AA-794E1609E4A3}"/>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2C4F1896-27FA-00BB-94E2-E5DA34A676C6}"/>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CABC648E-BCD0-47FD-0B3C-DA291C08C26D}"/>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490DA863-A4FE-F507-A5A0-68F32BF99FC7}"/>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7B7BE03D-2C98-539F-F191-F9414F72F7E2}"/>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456768DC-7727-A1C2-BAFC-931E24677415}"/>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6EF2AD4B-37E6-11F1-8240-35A1D5D52A12}"/>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5DE1B1B4-B554-F181-B6FE-E386350C7D8E}"/>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B687FB0C-0382-46D0-E3F5-A044B0F6A6A7}"/>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49813BB2-E4AA-09DD-0D42-7930336AA60E}"/>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C346F9D3-8CB2-F8D3-7AA7-C64765ABA1A7}"/>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5AFA4732-DA6B-0E7F-6168-DC2E05954F51}"/>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BF028B97-1350-9DFF-1AD2-3B12911E826B}"/>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이용동의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92A6AA64-D698-D77C-AD28-BB8D7A3E412E}"/>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이용동의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정보의 수집 및 이용목적</a:t>
              </a:r>
            </a:p>
            <a:p>
              <a:pPr fontAlgn="t"/>
              <a:r>
                <a:rPr lang="ko-KR" altLang="en-US" sz="700" dirty="0">
                  <a:solidFill>
                    <a:schemeClr val="tx1"/>
                  </a:solidFill>
                  <a:ea typeface="맑은 고딕"/>
                </a:rPr>
                <a:t>회사는 수집한 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정보를 다음의 목적을 위해 활용합니다</a:t>
              </a:r>
              <a:r>
                <a:rPr lang="en-US" altLang="ko-KR" sz="700" dirty="0">
                  <a:solidFill>
                    <a:schemeClr val="tx1"/>
                  </a:solidFill>
                  <a:ea typeface="맑은 고딕"/>
                </a:rPr>
                <a:t>.</a:t>
              </a:r>
            </a:p>
            <a:p>
              <a:pPr fontAlgn="t"/>
              <a:endParaRPr lang="en-US" altLang="ko-KR" sz="700" dirty="0">
                <a:solidFill>
                  <a:schemeClr val="tx1"/>
                </a:solidFill>
                <a:ea typeface="맑은 고딕"/>
              </a:endParaRPr>
            </a:p>
            <a:p>
              <a:pPr fontAlgn="t"/>
              <a:r>
                <a:rPr lang="en-US" altLang="ko-KR" sz="700" dirty="0">
                  <a:solidFill>
                    <a:schemeClr val="tx1"/>
                  </a:solidFill>
                  <a:ea typeface="맑은 고딕"/>
                </a:rPr>
                <a:t>(1) (</a:t>
              </a:r>
              <a:r>
                <a:rPr lang="ko-KR" altLang="en-US" sz="700" dirty="0">
                  <a:solidFill>
                    <a:schemeClr val="tx1"/>
                  </a:solidFill>
                  <a:ea typeface="맑은 고딕"/>
                </a:rPr>
                <a:t>필수</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수집목적</a:t>
              </a:r>
            </a:p>
            <a:p>
              <a:pPr fontAlgn="t"/>
              <a:r>
                <a:rPr lang="ko-KR" altLang="en-US" sz="700" dirty="0">
                  <a:solidFill>
                    <a:schemeClr val="tx1"/>
                  </a:solidFill>
                  <a:ea typeface="맑은 고딕"/>
                </a:rPr>
                <a:t>① 이용자가 구매한 재화나 용역의 대금 결제</a:t>
              </a:r>
            </a:p>
            <a:p>
              <a:pPr fontAlgn="t"/>
              <a:r>
                <a:rPr lang="ko-KR" altLang="en-US" sz="700" dirty="0">
                  <a:solidFill>
                    <a:schemeClr val="tx1"/>
                  </a:solidFill>
                  <a:ea typeface="맑은 고딕"/>
                </a:rPr>
                <a:t>② 이용자가 결제한 거래의 취소 또는 환불</a:t>
              </a:r>
            </a:p>
            <a:p>
              <a:pPr fontAlgn="t"/>
              <a:r>
                <a:rPr lang="ko-KR" altLang="en-US" sz="700" dirty="0">
                  <a:solidFill>
                    <a:schemeClr val="tx1"/>
                  </a:solidFill>
                  <a:ea typeface="맑은 고딕"/>
                </a:rPr>
                <a:t>③ 이용자가 결제한 거래의 청구 및 수납</a:t>
              </a:r>
            </a:p>
            <a:p>
              <a:pPr fontAlgn="t"/>
              <a:r>
                <a:rPr lang="ko-KR" altLang="en-US" sz="700" dirty="0">
                  <a:solidFill>
                    <a:schemeClr val="tx1"/>
                  </a:solidFill>
                  <a:ea typeface="맑은 고딕"/>
                </a:rPr>
                <a:t>④ 이용자가 수납한 거래 대금의 정산</a:t>
              </a:r>
            </a:p>
            <a:p>
              <a:pPr fontAlgn="t"/>
              <a:r>
                <a:rPr lang="ko-KR" altLang="en-US" sz="700" dirty="0">
                  <a:solidFill>
                    <a:schemeClr val="tx1"/>
                  </a:solidFill>
                  <a:ea typeface="맑은 고딕"/>
                </a:rPr>
                <a:t>⑤ 이용자가 결제한 거래의 내역을 요청하는 경우 응대 및 확인</a:t>
              </a:r>
            </a:p>
            <a:p>
              <a:pPr fontAlgn="t"/>
              <a:r>
                <a:rPr lang="ko-KR" altLang="en-US" sz="700" dirty="0">
                  <a:solidFill>
                    <a:schemeClr val="tx1"/>
                  </a:solidFill>
                  <a:ea typeface="맑은 고딕"/>
                </a:rPr>
                <a:t>⑥ </a:t>
              </a:r>
              <a:r>
                <a:rPr lang="ko-KR" altLang="en-US" sz="700" dirty="0" err="1">
                  <a:solidFill>
                    <a:schemeClr val="tx1"/>
                  </a:solidFill>
                  <a:ea typeface="맑은 고딕"/>
                </a:rPr>
                <a:t>통신과금서비스</a:t>
              </a:r>
              <a:r>
                <a:rPr lang="ko-KR" altLang="en-US" sz="700" dirty="0">
                  <a:solidFill>
                    <a:schemeClr val="tx1"/>
                  </a:solidFill>
                  <a:ea typeface="맑은 고딕"/>
                </a:rPr>
                <a:t> 이용 불가능한 이용자</a:t>
              </a:r>
              <a:r>
                <a:rPr lang="en-US" altLang="ko-KR" sz="700" dirty="0">
                  <a:solidFill>
                    <a:schemeClr val="tx1"/>
                  </a:solidFill>
                  <a:ea typeface="맑은 고딕"/>
                </a:rPr>
                <a:t>(</a:t>
              </a:r>
              <a:r>
                <a:rPr lang="ko-KR" altLang="en-US" sz="700" dirty="0">
                  <a:solidFill>
                    <a:schemeClr val="tx1"/>
                  </a:solidFill>
                  <a:ea typeface="맑은 고딕"/>
                </a:rPr>
                <a:t>미성년자 등</a:t>
              </a:r>
              <a:r>
                <a:rPr lang="en-US" altLang="ko-KR" sz="700" dirty="0">
                  <a:solidFill>
                    <a:schemeClr val="tx1"/>
                  </a:solidFill>
                  <a:ea typeface="맑은 고딕"/>
                </a:rPr>
                <a:t>)</a:t>
              </a:r>
              <a:r>
                <a:rPr lang="ko-KR" altLang="en-US" sz="700" dirty="0">
                  <a:solidFill>
                    <a:schemeClr val="tx1"/>
                  </a:solidFill>
                  <a:ea typeface="맑은 고딕"/>
                </a:rPr>
                <a:t>와 불량</a:t>
              </a:r>
              <a:r>
                <a:rPr lang="en-US" altLang="ko-KR" sz="700" dirty="0">
                  <a:solidFill>
                    <a:schemeClr val="tx1"/>
                  </a:solidFill>
                  <a:ea typeface="맑은 고딕"/>
                </a:rPr>
                <a:t>, </a:t>
              </a:r>
              <a:r>
                <a:rPr lang="ko-KR" altLang="en-US" sz="700" dirty="0">
                  <a:solidFill>
                    <a:schemeClr val="tx1"/>
                  </a:solidFill>
                  <a:ea typeface="맑은 고딕"/>
                </a:rPr>
                <a:t>불법 이용자의 부정 이용 방지</a:t>
              </a:r>
            </a:p>
            <a:p>
              <a:pPr fontAlgn="t"/>
              <a:r>
                <a:rPr lang="ko-KR" altLang="en-US" sz="700" dirty="0">
                  <a:solidFill>
                    <a:schemeClr val="tx1"/>
                  </a:solidFill>
                  <a:ea typeface="맑은 고딕"/>
                </a:rPr>
                <a:t>⑦ 이용자의 결제 간소화를 위한 고유번호 생성</a:t>
              </a:r>
            </a:p>
            <a:p>
              <a:pPr fontAlgn="t"/>
              <a:r>
                <a:rPr lang="ko-KR" altLang="en-US" sz="700" dirty="0">
                  <a:solidFill>
                    <a:schemeClr val="tx1"/>
                  </a:solidFill>
                  <a:ea typeface="맑은 고딕"/>
                </a:rPr>
                <a:t>⑧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채권보존을 위한 신용보험 가입</a:t>
              </a:r>
            </a:p>
            <a:p>
              <a:pPr fontAlgn="t"/>
              <a:r>
                <a:rPr lang="ko-KR" altLang="en-US" sz="700" dirty="0">
                  <a:solidFill>
                    <a:schemeClr val="tx1"/>
                  </a:solidFill>
                  <a:ea typeface="맑은 고딕"/>
                </a:rPr>
                <a:t>⑨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채권의 회수</a:t>
              </a:r>
            </a:p>
            <a:p>
              <a:pPr fontAlgn="t"/>
              <a:r>
                <a:rPr lang="ko-KR" altLang="en-US" sz="700" dirty="0">
                  <a:solidFill>
                    <a:schemeClr val="tx1"/>
                  </a:solidFill>
                  <a:ea typeface="맑은 고딕"/>
                </a:rPr>
                <a:t>⑩ 이용자의 불만사항 해결 및 민원처리</a:t>
              </a:r>
            </a:p>
            <a:p>
              <a:pPr fontAlgn="t"/>
              <a:r>
                <a:rPr lang="ko-KR" altLang="en-US" sz="700" dirty="0">
                  <a:solidFill>
                    <a:schemeClr val="tx1"/>
                  </a:solidFill>
                  <a:ea typeface="맑은 고딕"/>
                </a:rPr>
                <a:t>⑪ 본인확인서비스의 제공</a:t>
              </a:r>
            </a:p>
            <a:p>
              <a:pPr fontAlgn="t"/>
              <a:r>
                <a:rPr lang="ko-KR" altLang="en-US" sz="700" dirty="0">
                  <a:solidFill>
                    <a:schemeClr val="tx1"/>
                  </a:solidFill>
                  <a:ea typeface="맑은 고딕"/>
                </a:rPr>
                <a:t>⑫ 특정 금융거래정보의 보고 및 이용 등에 관한 법률에 따른 본인확인 업무</a:t>
              </a:r>
              <a:r>
                <a:rPr lang="en-US" altLang="ko-KR" sz="700" dirty="0">
                  <a:solidFill>
                    <a:schemeClr val="tx1"/>
                  </a:solidFill>
                  <a:ea typeface="맑은 고딕"/>
                </a:rPr>
                <a:t>(</a:t>
              </a:r>
              <a:r>
                <a:rPr lang="ko-KR" altLang="en-US" sz="700" dirty="0">
                  <a:solidFill>
                    <a:schemeClr val="tx1"/>
                  </a:solidFill>
                  <a:ea typeface="맑은 고딕"/>
                </a:rPr>
                <a:t>가맹점에 한함</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2B121C58-04ED-4D6F-5812-292021372596}"/>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8B3086F8-D1EF-7832-4554-6D171558ECFA}"/>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C9F82E5B-2CCE-1FDA-A495-CCDF5EBC6D46}"/>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1745FC28-E4F6-8C81-1220-ACAE7A0F62C4}"/>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7DDBD27B-EC34-D694-6881-9ADEBB61DF29}"/>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C91F799E-FC6F-AC94-2278-4302A4B8ADBF}"/>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727A90D4-7F89-4594-CBA3-70A1AEF61C5F}"/>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A4D6F8D8-0655-2CAF-2449-79856BE8DE25}"/>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31" name="직사각형 30">
            <a:extLst>
              <a:ext uri="{FF2B5EF4-FFF2-40B4-BE49-F238E27FC236}">
                <a16:creationId xmlns:a16="http://schemas.microsoft.com/office/drawing/2014/main" id="{84911282-1D2B-96A8-4742-7847E3BBD08B}"/>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8B0AC637-9355-B73C-DE9F-11EC05BA8790}"/>
              </a:ext>
            </a:extLst>
          </p:cNvPr>
          <p:cNvSpPr/>
          <p:nvPr/>
        </p:nvSpPr>
        <p:spPr>
          <a:xfrm>
            <a:off x="3726988" y="691720"/>
            <a:ext cx="9063745" cy="6105124"/>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[개인정보 수집 및 이용동의]</a:t>
            </a:r>
          </a:p>
          <a:p>
            <a:r>
              <a:rPr lang="ko-KR" altLang="ko-KR" sz="700" dirty="0">
                <a:solidFill>
                  <a:schemeClr val="tx1"/>
                </a:solidFill>
                <a:ea typeface="맑은 고딕"/>
              </a:rPr>
              <a:t>제1조. 개인(신용)정보의 수집 및 이용목적</a:t>
            </a:r>
          </a:p>
          <a:p>
            <a:pPr fontAlgn="t"/>
            <a:r>
              <a:rPr lang="ko-KR" altLang="ko-KR" sz="700" dirty="0">
                <a:solidFill>
                  <a:schemeClr val="tx1"/>
                </a:solidFill>
                <a:ea typeface="맑은 고딕"/>
              </a:rPr>
              <a:t>회사는 수집한 개인(신용)정보를 다음의 목적을 위해 활용합니다.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(1) (필수) 개인(신용)정보 수집목적</a:t>
            </a:r>
            <a:br>
              <a:rPr lang="ko-KR" altLang="ko-KR" sz="700" dirty="0">
                <a:solidFill>
                  <a:schemeClr val="tx1"/>
                </a:solidFill>
                <a:ea typeface="맑은 고딕"/>
              </a:rPr>
            </a:br>
            <a:r>
              <a:rPr lang="ko-KR" altLang="ko-KR" sz="700" dirty="0">
                <a:solidFill>
                  <a:schemeClr val="tx1"/>
                </a:solidFill>
                <a:ea typeface="맑은 고딕"/>
              </a:rPr>
              <a:t>① 이용자가 구매한 재화나 용역의 대금 결제</a:t>
            </a:r>
            <a:br>
              <a:rPr lang="ko-KR" altLang="ko-KR" sz="700" dirty="0">
                <a:solidFill>
                  <a:schemeClr val="tx1"/>
                </a:solidFill>
                <a:ea typeface="맑은 고딕"/>
              </a:rPr>
            </a:br>
            <a:r>
              <a:rPr lang="ko-KR" altLang="ko-KR" sz="700" dirty="0">
                <a:solidFill>
                  <a:schemeClr val="tx1"/>
                </a:solidFill>
                <a:ea typeface="맑은 고딕"/>
              </a:rPr>
              <a:t>② 이용자가 결제한 거래의 취소 또는 환불</a:t>
            </a:r>
            <a:br>
              <a:rPr lang="ko-KR" altLang="ko-KR" sz="700" dirty="0">
                <a:solidFill>
                  <a:schemeClr val="tx1"/>
                </a:solidFill>
                <a:ea typeface="맑은 고딕"/>
              </a:rPr>
            </a:br>
            <a:r>
              <a:rPr lang="ko-KR" altLang="ko-KR" sz="700" dirty="0">
                <a:solidFill>
                  <a:schemeClr val="tx1"/>
                </a:solidFill>
                <a:ea typeface="맑은 고딕"/>
              </a:rPr>
              <a:t>③ 이용자가 결제한 거래의 청구 및 수납</a:t>
            </a:r>
            <a:br>
              <a:rPr lang="ko-KR" altLang="ko-KR" sz="700" dirty="0">
                <a:solidFill>
                  <a:schemeClr val="tx1"/>
                </a:solidFill>
                <a:ea typeface="맑은 고딕"/>
              </a:rPr>
            </a:br>
            <a:r>
              <a:rPr lang="ko-KR" altLang="ko-KR" sz="700" dirty="0">
                <a:solidFill>
                  <a:schemeClr val="tx1"/>
                </a:solidFill>
                <a:ea typeface="맑은 고딕"/>
              </a:rPr>
              <a:t>④ 이용자가 수납한 거래 대금의 정산</a:t>
            </a:r>
            <a:br>
              <a:rPr lang="ko-KR" altLang="ko-KR" sz="700" dirty="0">
                <a:solidFill>
                  <a:schemeClr val="tx1"/>
                </a:solidFill>
                <a:ea typeface="맑은 고딕"/>
              </a:rPr>
            </a:br>
            <a:r>
              <a:rPr lang="ko-KR" altLang="ko-KR" sz="700" dirty="0">
                <a:solidFill>
                  <a:schemeClr val="tx1"/>
                </a:solidFill>
                <a:ea typeface="맑은 고딕"/>
              </a:rPr>
              <a:t>⑤ 이용자가 결제한 거래의 내역을 요청하는 경우 응대 및 확인</a:t>
            </a:r>
            <a:br>
              <a:rPr lang="ko-KR" altLang="ko-KR" sz="700" dirty="0">
                <a:solidFill>
                  <a:schemeClr val="tx1"/>
                </a:solidFill>
                <a:ea typeface="맑은 고딕"/>
              </a:rPr>
            </a:br>
            <a:r>
              <a:rPr lang="ko-KR" altLang="ko-KR" sz="700" dirty="0">
                <a:solidFill>
                  <a:schemeClr val="tx1"/>
                </a:solidFill>
                <a:ea typeface="맑은 고딕"/>
              </a:rPr>
              <a:t>⑥ </a:t>
            </a:r>
            <a:r>
              <a:rPr lang="ko-KR" altLang="ko-KR" sz="700" dirty="0" err="1">
                <a:solidFill>
                  <a:schemeClr val="tx1"/>
                </a:solidFill>
                <a:ea typeface="맑은 고딕"/>
              </a:rPr>
              <a:t>통신과금서비스</a:t>
            </a:r>
            <a:r>
              <a:rPr lang="ko-KR" altLang="ko-KR" sz="700" dirty="0">
                <a:solidFill>
                  <a:schemeClr val="tx1"/>
                </a:solidFill>
                <a:ea typeface="맑은 고딕"/>
              </a:rPr>
              <a:t> 이용 불가능한 이용자(미성년자 등)와 불량, 불법 이용자의 부정 이용 방지</a:t>
            </a:r>
            <a:br>
              <a:rPr lang="ko-KR" altLang="ko-KR" sz="700" dirty="0">
                <a:solidFill>
                  <a:schemeClr val="tx1"/>
                </a:solidFill>
                <a:ea typeface="맑은 고딕"/>
              </a:rPr>
            </a:br>
            <a:r>
              <a:rPr lang="ko-KR" altLang="ko-KR" sz="700" dirty="0">
                <a:solidFill>
                  <a:schemeClr val="tx1"/>
                </a:solidFill>
                <a:ea typeface="맑은 고딕"/>
              </a:rPr>
              <a:t>⑦ 이용자의 결제 간소화를 위한 고유번호 생성</a:t>
            </a:r>
            <a:br>
              <a:rPr lang="ko-KR" altLang="ko-KR" sz="700" dirty="0">
                <a:solidFill>
                  <a:schemeClr val="tx1"/>
                </a:solidFill>
                <a:ea typeface="맑은 고딕"/>
              </a:rPr>
            </a:br>
            <a:r>
              <a:rPr lang="ko-KR" altLang="ko-KR" sz="700" dirty="0">
                <a:solidFill>
                  <a:schemeClr val="tx1"/>
                </a:solidFill>
                <a:ea typeface="맑은 고딕"/>
              </a:rPr>
              <a:t>⑧ 이용자의 결제 대금 </a:t>
            </a:r>
            <a:r>
              <a:rPr lang="ko-KR" altLang="ko-KR" sz="700" dirty="0" err="1">
                <a:solidFill>
                  <a:schemeClr val="tx1"/>
                </a:solidFill>
                <a:ea typeface="맑은 고딕"/>
              </a:rPr>
              <a:t>미납시</a:t>
            </a:r>
            <a:r>
              <a:rPr lang="ko-KR" altLang="ko-KR" sz="700" dirty="0">
                <a:solidFill>
                  <a:schemeClr val="tx1"/>
                </a:solidFill>
                <a:ea typeface="맑은 고딕"/>
              </a:rPr>
              <a:t> 채권보존을 위한 신용보험 가입</a:t>
            </a:r>
            <a:br>
              <a:rPr lang="ko-KR" altLang="ko-KR" sz="700" dirty="0">
                <a:solidFill>
                  <a:schemeClr val="tx1"/>
                </a:solidFill>
                <a:ea typeface="맑은 고딕"/>
              </a:rPr>
            </a:br>
            <a:r>
              <a:rPr lang="ko-KR" altLang="ko-KR" sz="700" dirty="0">
                <a:solidFill>
                  <a:schemeClr val="tx1"/>
                </a:solidFill>
                <a:ea typeface="맑은 고딕"/>
              </a:rPr>
              <a:t>⑨ 이용자의 결제 대금 </a:t>
            </a:r>
            <a:r>
              <a:rPr lang="ko-KR" altLang="ko-KR" sz="700" dirty="0" err="1">
                <a:solidFill>
                  <a:schemeClr val="tx1"/>
                </a:solidFill>
                <a:ea typeface="맑은 고딕"/>
              </a:rPr>
              <a:t>미납시</a:t>
            </a:r>
            <a:r>
              <a:rPr lang="ko-KR" altLang="ko-KR" sz="700" dirty="0">
                <a:solidFill>
                  <a:schemeClr val="tx1"/>
                </a:solidFill>
                <a:ea typeface="맑은 고딕"/>
              </a:rPr>
              <a:t> 채권의 회수</a:t>
            </a:r>
            <a:br>
              <a:rPr lang="ko-KR" altLang="ko-KR" sz="700" dirty="0">
                <a:solidFill>
                  <a:schemeClr val="tx1"/>
                </a:solidFill>
                <a:ea typeface="맑은 고딕"/>
              </a:rPr>
            </a:br>
            <a:r>
              <a:rPr lang="ko-KR" altLang="ko-KR" sz="700" dirty="0">
                <a:solidFill>
                  <a:schemeClr val="tx1"/>
                </a:solidFill>
                <a:ea typeface="맑은 고딕"/>
              </a:rPr>
              <a:t>⑩ 이용자의 불만사항 해결 및 민원처리</a:t>
            </a:r>
            <a:br>
              <a:rPr lang="ko-KR" altLang="ko-KR" sz="700" dirty="0">
                <a:solidFill>
                  <a:schemeClr val="tx1"/>
                </a:solidFill>
                <a:ea typeface="맑은 고딕"/>
              </a:rPr>
            </a:br>
            <a:r>
              <a:rPr lang="ko-KR" altLang="ko-KR" sz="700" dirty="0">
                <a:solidFill>
                  <a:schemeClr val="tx1"/>
                </a:solidFill>
                <a:ea typeface="맑은 고딕"/>
              </a:rPr>
              <a:t>⑪ 본인확인서비스의 제공</a:t>
            </a:r>
            <a:br>
              <a:rPr lang="ko-KR" altLang="ko-KR" sz="700" dirty="0">
                <a:solidFill>
                  <a:schemeClr val="tx1"/>
                </a:solidFill>
                <a:ea typeface="맑은 고딕"/>
              </a:rPr>
            </a:br>
            <a:r>
              <a:rPr lang="ko-KR" altLang="ko-KR" sz="700" dirty="0">
                <a:solidFill>
                  <a:schemeClr val="tx1"/>
                </a:solidFill>
                <a:ea typeface="맑은 고딕"/>
              </a:rPr>
              <a:t>⑫ 특정 금융거래정보의 보고 및 이용 등에 관한 법률에 따른 본인확인 업무(가맹점에 한함)</a:t>
            </a:r>
            <a:br>
              <a:rPr lang="ko-KR" altLang="ko-KR" sz="700" dirty="0">
                <a:solidFill>
                  <a:schemeClr val="tx1"/>
                </a:solidFill>
                <a:ea typeface="맑은 고딕"/>
              </a:rPr>
            </a:br>
            <a:r>
              <a:rPr lang="ko-KR" altLang="ko-KR" sz="700" dirty="0">
                <a:solidFill>
                  <a:schemeClr val="tx1"/>
                </a:solidFill>
                <a:ea typeface="맑은 고딕"/>
              </a:rPr>
              <a:t>⑬ 회사가 제공하는 결제서비스 이용을 위한 가맹점 정보 수집</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(선택) 개인(신용)정보 수집목적</a:t>
            </a:r>
            <a:br>
              <a:rPr lang="ko-KR" altLang="ko-KR" sz="700" dirty="0">
                <a:solidFill>
                  <a:schemeClr val="tx1"/>
                </a:solidFill>
                <a:ea typeface="맑은 고딕"/>
              </a:rPr>
            </a:br>
            <a:r>
              <a:rPr lang="ko-KR" altLang="ko-KR" sz="700" dirty="0">
                <a:solidFill>
                  <a:schemeClr val="tx1"/>
                </a:solidFill>
                <a:ea typeface="맑은 고딕"/>
              </a:rPr>
              <a:t>① 회사 또는 회사의 제휴사/협력사/계열사의 서비스 정보 제공, 홍보, 이용권유(마케팅 활동) 및 경품, 사은품, 할인쿠폰, 즉시할인 등의 이벤트 행사 및 판촉 행사</a:t>
            </a:r>
            <a:br>
              <a:rPr lang="ko-KR" altLang="ko-KR" sz="700" dirty="0">
                <a:solidFill>
                  <a:schemeClr val="tx1"/>
                </a:solidFill>
                <a:ea typeface="맑은 고딕"/>
              </a:rPr>
            </a:br>
            <a:r>
              <a:rPr lang="ko-KR" altLang="ko-KR" sz="700" dirty="0">
                <a:solidFill>
                  <a:schemeClr val="tx1"/>
                </a:solidFill>
                <a:ea typeface="맑은 고딕"/>
              </a:rPr>
              <a:t>② 전화, 문자(SMS, LMS, MMS 등)를 통한 영리목적의 마케팅 및 광고, </a:t>
            </a:r>
            <a:r>
              <a:rPr lang="ko-KR" altLang="ko-KR" sz="700" dirty="0" err="1">
                <a:solidFill>
                  <a:schemeClr val="tx1"/>
                </a:solidFill>
                <a:ea typeface="맑은 고딕"/>
              </a:rPr>
              <a:t>퍼미션</a:t>
            </a:r>
            <a:r>
              <a:rPr lang="ko-KR" altLang="ko-KR" sz="700" dirty="0">
                <a:solidFill>
                  <a:schemeClr val="tx1"/>
                </a:solidFill>
                <a:ea typeface="맑은 고딕"/>
              </a:rPr>
              <a:t>(“</a:t>
            </a:r>
            <a:r>
              <a:rPr lang="ko-KR" altLang="ko-KR" sz="700" dirty="0" err="1">
                <a:solidFill>
                  <a:schemeClr val="tx1"/>
                </a:solidFill>
                <a:ea typeface="맑은 고딕"/>
              </a:rPr>
              <a:t>회사”의</a:t>
            </a:r>
            <a:r>
              <a:rPr lang="ko-KR" altLang="ko-KR" sz="700" dirty="0">
                <a:solidFill>
                  <a:schemeClr val="tx1"/>
                </a:solidFill>
                <a:ea typeface="맑은 고딕"/>
              </a:rPr>
              <a:t> 서비스 와는 별도의 마케팅 동의를 득하는 행위), 경품 발송 및 안내, 고객상담</a:t>
            </a:r>
            <a:br>
              <a:rPr lang="ko-KR" altLang="ko-KR" sz="700" dirty="0">
                <a:solidFill>
                  <a:schemeClr val="tx1"/>
                </a:solidFill>
                <a:ea typeface="맑은 고딕"/>
              </a:rPr>
            </a:br>
            <a:r>
              <a:rPr lang="ko-KR" altLang="ko-KR" sz="700" dirty="0">
                <a:solidFill>
                  <a:schemeClr val="tx1"/>
                </a:solidFill>
                <a:ea typeface="맑은 고딕"/>
              </a:rPr>
              <a:t>③ 신규 서비스 개발 및 마케팅/ 광고 활용</a:t>
            </a:r>
            <a:br>
              <a:rPr lang="ko-KR" altLang="ko-KR" sz="700" dirty="0">
                <a:solidFill>
                  <a:schemeClr val="tx1"/>
                </a:solidFill>
                <a:ea typeface="맑은 고딕"/>
              </a:rPr>
            </a:br>
            <a:r>
              <a:rPr lang="ko-KR" altLang="ko-KR" sz="700" dirty="0">
                <a:solidFill>
                  <a:schemeClr val="tx1"/>
                </a:solidFill>
                <a:ea typeface="맑은 고딕"/>
              </a:rPr>
              <a:t>- 이용 빈도 파악 및 마케팅 특성에 따른 서비스 제공 및 CRM 용도</a:t>
            </a:r>
            <a:br>
              <a:rPr lang="ko-KR" altLang="ko-KR" sz="700" dirty="0">
                <a:solidFill>
                  <a:schemeClr val="tx1"/>
                </a:solidFill>
                <a:ea typeface="맑은 고딕"/>
              </a:rPr>
            </a:br>
            <a:r>
              <a:rPr lang="ko-KR" altLang="ko-KR" sz="700" dirty="0">
                <a:solidFill>
                  <a:schemeClr val="tx1"/>
                </a:solidFill>
                <a:ea typeface="맑은 고딕"/>
              </a:rPr>
              <a:t>- 신규 서비스 개발 및 맞춤 서비스 제공, 통계학적 특성에 따른 서비스 제공 및 광고 게재</a:t>
            </a:r>
            <a:br>
              <a:rPr lang="ko-KR" altLang="ko-KR" sz="700" dirty="0">
                <a:solidFill>
                  <a:schemeClr val="tx1"/>
                </a:solidFill>
                <a:ea typeface="맑은 고딕"/>
              </a:rPr>
            </a:br>
            <a:r>
              <a:rPr lang="ko-KR" altLang="ko-KR" sz="700" dirty="0">
                <a:solidFill>
                  <a:schemeClr val="tx1"/>
                </a:solidFill>
                <a:ea typeface="맑은 고딕"/>
              </a:rPr>
              <a:t>- 서비스의 유효성 확인, 이벤트 및 광고성 정보 제공 및 참여기회 제공, 접속빈도 파악, 회원의 서비스 이용에 대한 통계</a:t>
            </a:r>
            <a:br>
              <a:rPr lang="ko-KR" altLang="ko-KR" sz="700" dirty="0">
                <a:solidFill>
                  <a:schemeClr val="tx1"/>
                </a:solidFill>
                <a:ea typeface="맑은 고딕"/>
              </a:rPr>
            </a:br>
            <a:r>
              <a:rPr lang="ko-KR" altLang="ko-KR" sz="700" dirty="0">
                <a:solidFill>
                  <a:schemeClr val="tx1"/>
                </a:solidFill>
                <a:ea typeface="맑은 고딕"/>
              </a:rPr>
              <a:t>※회사의 계열사</a:t>
            </a:r>
            <a:br>
              <a:rPr lang="ko-KR" altLang="ko-KR" sz="700" dirty="0">
                <a:solidFill>
                  <a:schemeClr val="tx1"/>
                </a:solidFill>
                <a:ea typeface="맑은 고딕"/>
              </a:rPr>
            </a:br>
            <a:r>
              <a:rPr lang="ko-KR" altLang="ko-KR" sz="700" dirty="0">
                <a:solidFill>
                  <a:schemeClr val="tx1"/>
                </a:solidFill>
                <a:ea typeface="맑은 고딕"/>
              </a:rPr>
              <a:t>㈜</a:t>
            </a:r>
            <a:r>
              <a:rPr lang="ko-KR" altLang="ko-KR" sz="700" dirty="0" err="1">
                <a:solidFill>
                  <a:schemeClr val="tx1"/>
                </a:solidFill>
                <a:ea typeface="맑은 고딕"/>
              </a:rPr>
              <a:t>KG이니시스</a:t>
            </a:r>
            <a:r>
              <a:rPr lang="ko-KR" altLang="ko-KR" sz="700" dirty="0">
                <a:solidFill>
                  <a:schemeClr val="tx1"/>
                </a:solidFill>
                <a:ea typeface="맑은 고딕"/>
              </a:rPr>
              <a:t>, </a:t>
            </a:r>
            <a:r>
              <a:rPr lang="ko-KR" altLang="ko-KR" sz="700" dirty="0" err="1">
                <a:solidFill>
                  <a:schemeClr val="tx1"/>
                </a:solidFill>
                <a:ea typeface="맑은 고딕"/>
              </a:rPr>
              <a:t>KG케미칼</a:t>
            </a:r>
            <a:r>
              <a:rPr lang="ko-KR" altLang="ko-KR" sz="700" dirty="0">
                <a:solidFill>
                  <a:schemeClr val="tx1"/>
                </a:solidFill>
                <a:ea typeface="맑은 고딕"/>
              </a:rPr>
              <a:t>㈜, ㈜</a:t>
            </a:r>
            <a:r>
              <a:rPr lang="ko-KR" altLang="ko-KR" sz="700" dirty="0" err="1">
                <a:solidFill>
                  <a:schemeClr val="tx1"/>
                </a:solidFill>
                <a:ea typeface="맑은 고딕"/>
              </a:rPr>
              <a:t>이데일리씨앤비</a:t>
            </a:r>
            <a:r>
              <a:rPr lang="ko-KR" altLang="ko-KR" sz="700" dirty="0">
                <a:solidFill>
                  <a:schemeClr val="tx1"/>
                </a:solidFill>
                <a:ea typeface="맑은 고딕"/>
              </a:rPr>
              <a:t>, ㈜</a:t>
            </a:r>
            <a:r>
              <a:rPr lang="ko-KR" altLang="ko-KR" sz="700" dirty="0" err="1">
                <a:solidFill>
                  <a:schemeClr val="tx1"/>
                </a:solidFill>
                <a:ea typeface="맑은 고딕"/>
              </a:rPr>
              <a:t>KG에듀원</a:t>
            </a:r>
            <a:r>
              <a:rPr lang="ko-KR" altLang="ko-KR" sz="700" dirty="0">
                <a:solidFill>
                  <a:schemeClr val="tx1"/>
                </a:solidFill>
                <a:ea typeface="맑은 고딕"/>
              </a:rPr>
              <a:t>, ㈜</a:t>
            </a:r>
            <a:r>
              <a:rPr lang="ko-KR" altLang="ko-KR" sz="700" dirty="0" err="1">
                <a:solidFill>
                  <a:schemeClr val="tx1"/>
                </a:solidFill>
                <a:ea typeface="맑은 고딕"/>
              </a:rPr>
              <a:t>KG써닝라이프</a:t>
            </a:r>
            <a:r>
              <a:rPr lang="ko-KR" altLang="ko-KR" sz="700" dirty="0">
                <a:solidFill>
                  <a:schemeClr val="tx1"/>
                </a:solidFill>
                <a:ea typeface="맑은 고딕"/>
              </a:rPr>
              <a:t>, ㈜</a:t>
            </a:r>
            <a:r>
              <a:rPr lang="ko-KR" altLang="ko-KR" sz="700" dirty="0" err="1">
                <a:solidFill>
                  <a:schemeClr val="tx1"/>
                </a:solidFill>
                <a:ea typeface="맑은 고딕"/>
              </a:rPr>
              <a:t>스룩</a:t>
            </a:r>
            <a:r>
              <a:rPr lang="ko-KR" altLang="ko-KR" sz="700" dirty="0">
                <a:solidFill>
                  <a:schemeClr val="tx1"/>
                </a:solidFill>
                <a:ea typeface="맑은 고딕"/>
              </a:rPr>
              <a:t>, ㈜</a:t>
            </a:r>
            <a:r>
              <a:rPr lang="ko-KR" altLang="ko-KR" sz="700" dirty="0" err="1">
                <a:solidFill>
                  <a:schemeClr val="tx1"/>
                </a:solidFill>
                <a:ea typeface="맑은 고딕"/>
              </a:rPr>
              <a:t>KFC코리아</a:t>
            </a:r>
            <a:r>
              <a:rPr lang="ko-KR" altLang="ko-KR" sz="700" dirty="0">
                <a:solidFill>
                  <a:schemeClr val="tx1"/>
                </a:solidFill>
                <a:ea typeface="맑은 고딕"/>
              </a:rPr>
              <a:t>, </a:t>
            </a:r>
            <a:r>
              <a:rPr lang="ko-KR" altLang="ko-KR" sz="700" dirty="0" err="1">
                <a:solidFill>
                  <a:schemeClr val="tx1"/>
                </a:solidFill>
                <a:ea typeface="맑은 고딕"/>
              </a:rPr>
              <a:t>KG에너켐</a:t>
            </a:r>
            <a:r>
              <a:rPr lang="ko-KR" altLang="ko-KR" sz="700" dirty="0">
                <a:solidFill>
                  <a:schemeClr val="tx1"/>
                </a:solidFill>
                <a:ea typeface="맑은 고딕"/>
              </a:rPr>
              <a:t>㈜, KGETS㈜, ㈜KG, ㈜</a:t>
            </a:r>
            <a:r>
              <a:rPr lang="ko-KR" altLang="ko-KR" sz="700" dirty="0" err="1">
                <a:solidFill>
                  <a:schemeClr val="tx1"/>
                </a:solidFill>
                <a:ea typeface="맑은 고딕"/>
              </a:rPr>
              <a:t>KG제로인</a:t>
            </a:r>
            <a:r>
              <a:rPr lang="ko-KR" altLang="ko-KR" sz="700" dirty="0">
                <a:solidFill>
                  <a:schemeClr val="tx1"/>
                </a:solidFill>
                <a:ea typeface="맑은 고딕"/>
              </a:rPr>
              <a:t>, </a:t>
            </a:r>
            <a:r>
              <a:rPr lang="ko-KR" altLang="ko-KR" sz="700" dirty="0" err="1">
                <a:solidFill>
                  <a:schemeClr val="tx1"/>
                </a:solidFill>
                <a:ea typeface="맑은 고딕"/>
              </a:rPr>
              <a:t>이데일리</a:t>
            </a:r>
            <a:r>
              <a:rPr lang="ko-KR" altLang="ko-KR" sz="700" dirty="0">
                <a:solidFill>
                  <a:schemeClr val="tx1"/>
                </a:solidFill>
                <a:ea typeface="맑은 고딕"/>
              </a:rPr>
              <a:t>㈜, ㈜</a:t>
            </a:r>
            <a:r>
              <a:rPr lang="ko-KR" altLang="ko-KR" sz="700" dirty="0" err="1">
                <a:solidFill>
                  <a:schemeClr val="tx1"/>
                </a:solidFill>
                <a:ea typeface="맑은 고딕"/>
              </a:rPr>
              <a:t>이데일리인포</a:t>
            </a:r>
            <a:r>
              <a:rPr lang="ko-KR" altLang="ko-KR" sz="700" dirty="0">
                <a:solidFill>
                  <a:schemeClr val="tx1"/>
                </a:solidFill>
                <a:ea typeface="맑은 고딕"/>
              </a:rPr>
              <a:t>, ㈜동부제철, ㈜</a:t>
            </a:r>
            <a:r>
              <a:rPr lang="ko-KR" altLang="ko-KR" sz="700" dirty="0" err="1">
                <a:solidFill>
                  <a:schemeClr val="tx1"/>
                </a:solidFill>
                <a:ea typeface="맑은 고딕"/>
              </a:rPr>
              <a:t>KG지엔에스</a:t>
            </a:r>
            <a:r>
              <a:rPr lang="ko-KR" altLang="ko-KR" sz="700" dirty="0">
                <a:solidFill>
                  <a:schemeClr val="tx1"/>
                </a:solidFill>
                <a:ea typeface="맑은 고딕"/>
              </a:rPr>
              <a:t>, ㈜</a:t>
            </a:r>
            <a:r>
              <a:rPr lang="ko-KR" altLang="ko-KR" sz="700" dirty="0" err="1">
                <a:solidFill>
                  <a:schemeClr val="tx1"/>
                </a:solidFill>
                <a:ea typeface="맑은 고딕"/>
              </a:rPr>
              <a:t>KG동부이앤씨</a:t>
            </a:r>
            <a:r>
              <a:rPr lang="ko-KR" altLang="ko-KR" sz="700" dirty="0">
                <a:solidFill>
                  <a:schemeClr val="tx1"/>
                </a:solidFill>
                <a:ea typeface="맑은 고딕"/>
              </a:rPr>
              <a:t>, ㈜스틸, ㈜</a:t>
            </a:r>
            <a:r>
              <a:rPr lang="ko-KR" altLang="ko-KR" sz="700" dirty="0" err="1">
                <a:solidFill>
                  <a:schemeClr val="tx1"/>
                </a:solidFill>
                <a:ea typeface="맑은 고딕"/>
              </a:rPr>
              <a:t>스마트인슈</a:t>
            </a:r>
            <a:r>
              <a:rPr lang="ko-KR" altLang="ko-KR" sz="700" dirty="0">
                <a:solidFill>
                  <a:schemeClr val="tx1"/>
                </a:solidFill>
                <a:ea typeface="맑은 고딕"/>
              </a:rPr>
              <a:t>, </a:t>
            </a:r>
            <a:r>
              <a:rPr lang="ko-KR" altLang="ko-KR" sz="700" dirty="0" err="1">
                <a:solidFill>
                  <a:schemeClr val="tx1"/>
                </a:solidFill>
                <a:ea typeface="맑은 고딕"/>
              </a:rPr>
              <a:t>크라운에프앤비</a:t>
            </a:r>
            <a:r>
              <a:rPr lang="ko-KR" altLang="ko-KR" sz="700" dirty="0">
                <a:solidFill>
                  <a:schemeClr val="tx1"/>
                </a:solidFill>
                <a:ea typeface="맑은 고딕"/>
              </a:rPr>
              <a:t>㈜, ㈜</a:t>
            </a:r>
            <a:r>
              <a:rPr lang="ko-KR" altLang="ko-KR" sz="700" dirty="0" err="1">
                <a:solidFill>
                  <a:schemeClr val="tx1"/>
                </a:solidFill>
                <a:ea typeface="맑은 고딕"/>
              </a:rPr>
              <a:t>할리스에프앤비</a:t>
            </a:r>
            <a:br>
              <a:rPr lang="ko-KR" altLang="ko-KR" sz="700" dirty="0">
                <a:solidFill>
                  <a:schemeClr val="tx1"/>
                </a:solidFill>
                <a:ea typeface="맑은 고딕"/>
              </a:rPr>
            </a:br>
            <a:r>
              <a:rPr lang="ko-KR" altLang="ko-KR" sz="700" dirty="0">
                <a:solidFill>
                  <a:schemeClr val="tx1"/>
                </a:solidFill>
                <a:ea typeface="맑은 고딕"/>
              </a:rPr>
              <a:t>※상기 목적 달성을 위한 수단: </a:t>
            </a:r>
            <a:r>
              <a:rPr lang="ko-KR" altLang="ko-KR" sz="700" dirty="0" err="1">
                <a:solidFill>
                  <a:schemeClr val="tx1"/>
                </a:solidFill>
                <a:ea typeface="맑은 고딕"/>
              </a:rPr>
              <a:t>App</a:t>
            </a:r>
            <a:r>
              <a:rPr lang="ko-KR" altLang="ko-KR" sz="700" dirty="0">
                <a:solidFill>
                  <a:schemeClr val="tx1"/>
                </a:solidFill>
                <a:ea typeface="맑은 고딕"/>
              </a:rPr>
              <a:t> </a:t>
            </a:r>
            <a:r>
              <a:rPr lang="ko-KR" altLang="ko-KR" sz="700" dirty="0" err="1">
                <a:solidFill>
                  <a:schemeClr val="tx1"/>
                </a:solidFill>
                <a:ea typeface="맑은 고딕"/>
              </a:rPr>
              <a:t>Push</a:t>
            </a:r>
            <a:r>
              <a:rPr lang="ko-KR" altLang="ko-KR" sz="700" dirty="0">
                <a:solidFill>
                  <a:schemeClr val="tx1"/>
                </a:solidFill>
                <a:ea typeface="맑은 고딕"/>
              </a:rPr>
              <a:t>, SMS, LMS, MMS, </a:t>
            </a:r>
            <a:r>
              <a:rPr lang="ko-KR" altLang="ko-KR" sz="700" dirty="0" err="1">
                <a:solidFill>
                  <a:schemeClr val="tx1"/>
                </a:solidFill>
                <a:ea typeface="맑은 고딕"/>
              </a:rPr>
              <a:t>텔레마케팅</a:t>
            </a:r>
            <a:r>
              <a:rPr lang="ko-KR" altLang="ko-KR" sz="700" dirty="0">
                <a:solidFill>
                  <a:schemeClr val="tx1"/>
                </a:solidFill>
                <a:ea typeface="맑은 고딕"/>
              </a:rPr>
              <a:t>, 전자메일, 우편, FAX, SMS 계정 중 1개 이상을 활용함</a:t>
            </a:r>
          </a:p>
          <a:p>
            <a:r>
              <a:rPr lang="ko-KR" altLang="ko-KR" sz="700" dirty="0">
                <a:solidFill>
                  <a:schemeClr val="tx1"/>
                </a:solidFill>
                <a:ea typeface="맑은 고딕"/>
              </a:rPr>
              <a:t>제2조. 개인(신용)정보의 수집항목 및 수집방법</a:t>
            </a:r>
          </a:p>
          <a:p>
            <a:pPr fontAlgn="t"/>
            <a:r>
              <a:rPr lang="ko-KR" altLang="ko-KR" sz="700" dirty="0">
                <a:solidFill>
                  <a:schemeClr val="tx1"/>
                </a:solidFill>
                <a:ea typeface="맑은 고딕"/>
              </a:rPr>
              <a:t>(1) 개인(신용)정보의 (필수) 수집항목</a:t>
            </a:r>
            <a:br>
              <a:rPr lang="ko-KR" altLang="ko-KR" sz="700" dirty="0">
                <a:solidFill>
                  <a:schemeClr val="tx1"/>
                </a:solidFill>
                <a:ea typeface="맑은 고딕"/>
              </a:rPr>
            </a:br>
            <a:r>
              <a:rPr lang="ko-KR" altLang="ko-KR" sz="700" dirty="0">
                <a:solidFill>
                  <a:schemeClr val="tx1"/>
                </a:solidFill>
                <a:ea typeface="맑은 고딕"/>
              </a:rPr>
              <a:t>가. 전자금융거래서비스 이행(거래이용)과 관련된 수집 정보</a:t>
            </a:r>
            <a:br>
              <a:rPr lang="ko-KR" altLang="ko-KR" sz="700" dirty="0">
                <a:solidFill>
                  <a:schemeClr val="tx1"/>
                </a:solidFill>
                <a:ea typeface="맑은 고딕"/>
              </a:rPr>
            </a:br>
            <a:r>
              <a:rPr lang="ko-KR" altLang="ko-KR" sz="700" dirty="0">
                <a:solidFill>
                  <a:schemeClr val="tx1"/>
                </a:solidFill>
                <a:ea typeface="맑은 고딕"/>
              </a:rPr>
              <a:t>- 이용자의 상품 또는 용역 거래정보</a:t>
            </a:r>
            <a:br>
              <a:rPr lang="ko-KR" altLang="ko-KR" sz="700" dirty="0">
                <a:solidFill>
                  <a:schemeClr val="tx1"/>
                </a:solidFill>
                <a:ea typeface="맑은 고딕"/>
              </a:rPr>
            </a:br>
            <a:r>
              <a:rPr lang="ko-KR" altLang="ko-KR" sz="700" dirty="0">
                <a:solidFill>
                  <a:schemeClr val="tx1"/>
                </a:solidFill>
                <a:ea typeface="맑은 고딕"/>
              </a:rPr>
              <a:t>- 이용자의 이메일, </a:t>
            </a:r>
            <a:r>
              <a:rPr lang="ko-KR" altLang="ko-KR" sz="700" dirty="0" err="1">
                <a:solidFill>
                  <a:schemeClr val="tx1"/>
                </a:solidFill>
                <a:ea typeface="맑은 고딕"/>
              </a:rPr>
              <a:t>접속IP</a:t>
            </a:r>
            <a:br>
              <a:rPr lang="ko-KR" altLang="ko-KR" sz="700" dirty="0">
                <a:solidFill>
                  <a:schemeClr val="tx1"/>
                </a:solidFill>
                <a:ea typeface="맑은 고딕"/>
              </a:rPr>
            </a:br>
            <a:r>
              <a:rPr lang="ko-KR" altLang="ko-KR" sz="700" dirty="0">
                <a:solidFill>
                  <a:schemeClr val="tx1"/>
                </a:solidFill>
                <a:ea typeface="맑은 고딕"/>
              </a:rPr>
              <a:t>- 이용자의 거래정보 : 서비스를 구매하기 위해 제공하는 각 결제수단별 제반 정보로 카드사명, 카드번호(일부), </a:t>
            </a:r>
            <a:r>
              <a:rPr lang="ko-KR" altLang="ko-KR" sz="700" dirty="0" err="1">
                <a:solidFill>
                  <a:schemeClr val="tx1"/>
                </a:solidFill>
                <a:ea typeface="맑은 고딕"/>
              </a:rPr>
              <a:t>은행명</a:t>
            </a:r>
            <a:r>
              <a:rPr lang="ko-KR" altLang="ko-KR" sz="700" dirty="0">
                <a:solidFill>
                  <a:schemeClr val="tx1"/>
                </a:solidFill>
                <a:ea typeface="맑은 고딕"/>
              </a:rPr>
              <a:t>, 예금주명, 통신사명, 휴대폰번호, 상품권 ID, 마일리지 ID 등</a:t>
            </a:r>
            <a:br>
              <a:rPr lang="ko-KR" altLang="ko-KR" sz="700" dirty="0">
                <a:solidFill>
                  <a:schemeClr val="tx1"/>
                </a:solidFill>
                <a:ea typeface="맑은 고딕"/>
              </a:rPr>
            </a:br>
            <a:r>
              <a:rPr lang="ko-KR" altLang="ko-KR" sz="700" dirty="0">
                <a:solidFill>
                  <a:schemeClr val="tx1"/>
                </a:solidFill>
                <a:ea typeface="맑은 고딕"/>
              </a:rPr>
              <a:t>- 주민번호 앞7자리 또는 외국인등록번호 앞7자리(생년월일, 성별, 내외국인), 유선전화번호, 비밀번호</a:t>
            </a:r>
            <a:br>
              <a:rPr lang="ko-KR" altLang="ko-KR" sz="700" dirty="0">
                <a:solidFill>
                  <a:schemeClr val="tx1"/>
                </a:solidFill>
                <a:ea typeface="맑은 고딕"/>
              </a:rPr>
            </a:br>
            <a:r>
              <a:rPr lang="ko-KR" altLang="ko-KR" sz="700" dirty="0">
                <a:solidFill>
                  <a:schemeClr val="tx1"/>
                </a:solidFill>
                <a:ea typeface="맑은 고딕"/>
              </a:rPr>
              <a:t>나. 서비스 이용신청(회원가입) 및 계약과 관련된 수집 정보</a:t>
            </a:r>
            <a:br>
              <a:rPr lang="ko-KR" altLang="ko-KR" sz="700" dirty="0">
                <a:solidFill>
                  <a:schemeClr val="tx1"/>
                </a:solidFill>
                <a:ea typeface="맑은 고딕"/>
              </a:rPr>
            </a:br>
            <a:r>
              <a:rPr lang="ko-KR" altLang="ko-KR" sz="700" dirty="0">
                <a:solidFill>
                  <a:schemeClr val="tx1"/>
                </a:solidFill>
                <a:ea typeface="맑은 고딕"/>
              </a:rPr>
              <a:t>- 성명, 휴대폰번호, 이메일, </a:t>
            </a:r>
            <a:r>
              <a:rPr lang="ko-KR" altLang="ko-KR" sz="700" dirty="0" err="1">
                <a:solidFill>
                  <a:schemeClr val="tx1"/>
                </a:solidFill>
                <a:ea typeface="맑은 고딕"/>
              </a:rPr>
              <a:t>로그인ID</a:t>
            </a:r>
            <a:r>
              <a:rPr lang="ko-KR" altLang="ko-KR" sz="700" dirty="0">
                <a:solidFill>
                  <a:schemeClr val="tx1"/>
                </a:solidFill>
                <a:ea typeface="맑은 고딕"/>
              </a:rPr>
              <a:t>, 비밀번호, 생년월일, </a:t>
            </a:r>
            <a:r>
              <a:rPr lang="ko-KR" altLang="ko-KR" sz="700" dirty="0" err="1">
                <a:solidFill>
                  <a:schemeClr val="tx1"/>
                </a:solidFill>
                <a:ea typeface="맑은 고딕"/>
              </a:rPr>
              <a:t>은행명</a:t>
            </a:r>
            <a:r>
              <a:rPr lang="ko-KR" altLang="ko-KR" sz="700" dirty="0">
                <a:solidFill>
                  <a:schemeClr val="tx1"/>
                </a:solidFill>
                <a:ea typeface="맑은 고딕"/>
              </a:rPr>
              <a:t>, 계좌번호, 예금주명, 주민등록번호</a:t>
            </a:r>
            <a:br>
              <a:rPr lang="ko-KR" altLang="ko-KR" sz="700" dirty="0">
                <a:solidFill>
                  <a:schemeClr val="tx1"/>
                </a:solidFill>
                <a:ea typeface="맑은 고딕"/>
              </a:rPr>
            </a:br>
            <a:r>
              <a:rPr lang="ko-KR" altLang="ko-KR" sz="700" dirty="0">
                <a:solidFill>
                  <a:schemeClr val="tx1"/>
                </a:solidFill>
                <a:ea typeface="맑은 고딕"/>
              </a:rPr>
              <a:t>다. "서비스” 이용 또는 처리 과정에서 자동 혹은 수동으로 생성되어 수집되는 정보</a:t>
            </a:r>
            <a:br>
              <a:rPr lang="ko-KR" altLang="ko-KR" sz="700" dirty="0">
                <a:solidFill>
                  <a:schemeClr val="tx1"/>
                </a:solidFill>
                <a:ea typeface="맑은 고딕"/>
              </a:rPr>
            </a:br>
            <a:r>
              <a:rPr lang="ko-KR" altLang="ko-KR" sz="700" dirty="0">
                <a:solidFill>
                  <a:schemeClr val="tx1"/>
                </a:solidFill>
                <a:ea typeface="맑은 고딕"/>
              </a:rPr>
              <a:t>- </a:t>
            </a:r>
            <a:r>
              <a:rPr lang="ko-KR" altLang="ko-KR" sz="700" dirty="0" err="1">
                <a:solidFill>
                  <a:schemeClr val="tx1"/>
                </a:solidFill>
                <a:ea typeface="맑은 고딕"/>
              </a:rPr>
              <a:t>회원ID</a:t>
            </a:r>
            <a:r>
              <a:rPr lang="ko-KR" altLang="ko-KR" sz="700" dirty="0">
                <a:solidFill>
                  <a:schemeClr val="tx1"/>
                </a:solidFill>
                <a:ea typeface="맑은 고딕"/>
              </a:rPr>
              <a:t>, 구매자명, 이용자 IP, 쿠키, 서비스 접속 일시, 서비스 이용기록, 불량 혹은 비정상 이용기록, 접속로그, 이용자 결제정보와 연동되어 생성되는 고유번호, 주소, 이름, 거래기록, </a:t>
            </a:r>
            <a:r>
              <a:rPr lang="ko-KR" altLang="ko-KR" sz="700" dirty="0" err="1">
                <a:solidFill>
                  <a:schemeClr val="tx1"/>
                </a:solidFill>
                <a:ea typeface="맑은 고딕"/>
              </a:rPr>
              <a:t>Fingerprinting정보</a:t>
            </a:r>
            <a:r>
              <a:rPr lang="ko-KR" altLang="ko-KR" sz="700" dirty="0">
                <a:solidFill>
                  <a:schemeClr val="tx1"/>
                </a:solidFill>
                <a:ea typeface="맑은 고딕"/>
              </a:rPr>
              <a:t>(휴대전화 고유의 </a:t>
            </a:r>
            <a:r>
              <a:rPr lang="ko-KR" altLang="ko-KR" sz="700" dirty="0" err="1">
                <a:solidFill>
                  <a:schemeClr val="tx1"/>
                </a:solidFill>
                <a:ea typeface="맑은 고딕"/>
              </a:rPr>
              <a:t>OS등으로</a:t>
            </a:r>
            <a:r>
              <a:rPr lang="ko-KR" altLang="ko-KR" sz="700" dirty="0">
                <a:solidFill>
                  <a:schemeClr val="tx1"/>
                </a:solidFill>
                <a:ea typeface="맑은 고딕"/>
              </a:rPr>
              <a:t> 인하여 생성되는 그림파일 정보)를 변환된 임의 값, DI, 통신사 등급, 통신사 가입일, </a:t>
            </a:r>
            <a:r>
              <a:rPr lang="ko-KR" altLang="ko-KR" sz="700" dirty="0" err="1">
                <a:solidFill>
                  <a:schemeClr val="tx1"/>
                </a:solidFill>
                <a:ea typeface="맑은 고딕"/>
              </a:rPr>
              <a:t>통신과금서비스</a:t>
            </a:r>
            <a:r>
              <a:rPr lang="ko-KR" altLang="ko-KR" sz="700" dirty="0">
                <a:solidFill>
                  <a:schemeClr val="tx1"/>
                </a:solidFill>
                <a:ea typeface="맑은 고딕"/>
              </a:rPr>
              <a:t> 수납방법, </a:t>
            </a:r>
            <a:r>
              <a:rPr lang="ko-KR" altLang="ko-KR" sz="700" dirty="0" err="1">
                <a:solidFill>
                  <a:schemeClr val="tx1"/>
                </a:solidFill>
                <a:ea typeface="맑은 고딕"/>
              </a:rPr>
              <a:t>통신과금서비스</a:t>
            </a:r>
            <a:r>
              <a:rPr lang="ko-KR" altLang="ko-KR" sz="700" dirty="0">
                <a:solidFill>
                  <a:schemeClr val="tx1"/>
                </a:solidFill>
                <a:ea typeface="맑은 고딕"/>
              </a:rPr>
              <a:t> 연체금액(*), </a:t>
            </a:r>
            <a:r>
              <a:rPr lang="ko-KR" altLang="ko-KR" sz="700" dirty="0" err="1">
                <a:solidFill>
                  <a:schemeClr val="tx1"/>
                </a:solidFill>
                <a:ea typeface="맑은 고딕"/>
              </a:rPr>
              <a:t>발생·해소</a:t>
            </a:r>
            <a:r>
              <a:rPr lang="ko-KR" altLang="ko-KR" sz="700" dirty="0">
                <a:solidFill>
                  <a:schemeClr val="tx1"/>
                </a:solidFill>
                <a:ea typeface="맑은 고딕"/>
              </a:rPr>
              <a:t> 시기 등 채무불이행 관련 신용도 정보(*)</a:t>
            </a:r>
            <a:br>
              <a:rPr lang="ko-KR" altLang="ko-KR" sz="700" dirty="0">
                <a:solidFill>
                  <a:schemeClr val="tx1"/>
                </a:solidFill>
                <a:ea typeface="맑은 고딕"/>
              </a:rPr>
            </a:br>
            <a:r>
              <a:rPr lang="ko-KR" altLang="ko-KR" sz="700" dirty="0">
                <a:solidFill>
                  <a:schemeClr val="tx1"/>
                </a:solidFill>
                <a:ea typeface="맑은 고딕"/>
              </a:rPr>
              <a:t>(*) 표시된 정보는 본 서비스의 원활한 제공을 위한(</a:t>
            </a:r>
            <a:r>
              <a:rPr lang="ko-KR" altLang="ko-KR" sz="700" dirty="0" err="1">
                <a:solidFill>
                  <a:schemeClr val="tx1"/>
                </a:solidFill>
                <a:ea typeface="맑은 고딕"/>
              </a:rPr>
              <a:t>이용불가능한</a:t>
            </a:r>
            <a:r>
              <a:rPr lang="ko-KR" altLang="ko-KR" sz="700" dirty="0">
                <a:solidFill>
                  <a:schemeClr val="tx1"/>
                </a:solidFill>
                <a:ea typeface="맑은 고딕"/>
              </a:rPr>
              <a:t> 이용자, </a:t>
            </a:r>
            <a:r>
              <a:rPr lang="ko-KR" altLang="ko-KR" sz="700" dirty="0" err="1">
                <a:solidFill>
                  <a:schemeClr val="tx1"/>
                </a:solidFill>
                <a:ea typeface="맑은 고딕"/>
              </a:rPr>
              <a:t>불량·불법</a:t>
            </a:r>
            <a:r>
              <a:rPr lang="ko-KR" altLang="ko-KR" sz="700" dirty="0">
                <a:solidFill>
                  <a:schemeClr val="tx1"/>
                </a:solidFill>
                <a:ea typeface="맑은 고딕"/>
              </a:rPr>
              <a:t> 이용자의 부정이용 방지) 필수 수집 항목입니다.</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(2) 개인(신용)정보의 (선택) 수집항목</a:t>
            </a:r>
            <a:br>
              <a:rPr lang="ko-KR" altLang="ko-KR" sz="700" dirty="0">
                <a:solidFill>
                  <a:schemeClr val="tx1"/>
                </a:solidFill>
                <a:ea typeface="맑은 고딕"/>
              </a:rPr>
            </a:br>
            <a:r>
              <a:rPr lang="ko-KR" altLang="ko-KR" sz="700" dirty="0">
                <a:solidFill>
                  <a:schemeClr val="tx1"/>
                </a:solidFill>
                <a:ea typeface="맑은 고딕"/>
              </a:rPr>
              <a:t>휴대폰번호, 주민번호 앞7자리 또는 외국인등록번호 앞7자리(생년월일, 성별, 내외국인), 본 약관 동의 사이트 정보(사이트명에 한함), 본 약관 동의일자, 전자메일 주소, 통신사정보</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(3) 개인(신용)정보의 수집방법</a:t>
            </a:r>
            <a:br>
              <a:rPr lang="ko-KR" altLang="ko-KR" sz="700" dirty="0">
                <a:solidFill>
                  <a:schemeClr val="tx1"/>
                </a:solidFill>
                <a:ea typeface="맑은 고딕"/>
              </a:rPr>
            </a:br>
            <a:r>
              <a:rPr lang="ko-KR" altLang="ko-KR" sz="700" dirty="0">
                <a:solidFill>
                  <a:schemeClr val="tx1"/>
                </a:solidFill>
                <a:ea typeface="맑은 고딕"/>
              </a:rPr>
              <a:t>① 회사가 운영하는 웹사이트 및 </a:t>
            </a:r>
            <a:r>
              <a:rPr lang="ko-KR" altLang="ko-KR" sz="700" dirty="0" err="1">
                <a:solidFill>
                  <a:schemeClr val="tx1"/>
                </a:solidFill>
                <a:ea typeface="맑은 고딕"/>
              </a:rPr>
              <a:t>모바일앱</a:t>
            </a:r>
            <a:r>
              <a:rPr lang="ko-KR" altLang="ko-KR" sz="700" dirty="0">
                <a:solidFill>
                  <a:schemeClr val="tx1"/>
                </a:solidFill>
                <a:ea typeface="맑은 고딕"/>
              </a:rPr>
              <a:t> 또는 회사가 제공하는 결제창에 이용자가 입력</a:t>
            </a:r>
            <a:br>
              <a:rPr lang="ko-KR" altLang="ko-KR" sz="700" dirty="0">
                <a:solidFill>
                  <a:schemeClr val="tx1"/>
                </a:solidFill>
                <a:ea typeface="맑은 고딕"/>
              </a:rPr>
            </a:br>
            <a:r>
              <a:rPr lang="ko-KR" altLang="ko-KR" sz="700" dirty="0">
                <a:solidFill>
                  <a:schemeClr val="tx1"/>
                </a:solidFill>
                <a:ea typeface="맑은 고딕"/>
              </a:rPr>
              <a:t>② 로그분석 프로그램을 통한 자동 수집</a:t>
            </a:r>
            <a:br>
              <a:rPr lang="ko-KR" altLang="ko-KR" sz="700" dirty="0">
                <a:solidFill>
                  <a:schemeClr val="tx1"/>
                </a:solidFill>
                <a:ea typeface="맑은 고딕"/>
              </a:rPr>
            </a:br>
            <a:r>
              <a:rPr lang="ko-KR" altLang="ko-KR" sz="700" dirty="0">
                <a:solidFill>
                  <a:schemeClr val="tx1"/>
                </a:solidFill>
                <a:ea typeface="맑은 고딕"/>
              </a:rPr>
              <a:t>③ 서면양식(신규계약서 등), 팩스, 이메일 및 업무제휴 계약을 체결한 제휴사로부터 고객이 제시하는 개인정보</a:t>
            </a:r>
            <a:br>
              <a:rPr lang="ko-KR" altLang="ko-KR" sz="700" dirty="0">
                <a:solidFill>
                  <a:schemeClr val="tx1"/>
                </a:solidFill>
                <a:ea typeface="맑은 고딕"/>
              </a:rPr>
            </a:br>
            <a:r>
              <a:rPr lang="ko-KR" altLang="ko-KR" sz="700" dirty="0">
                <a:solidFill>
                  <a:schemeClr val="tx1"/>
                </a:solidFill>
                <a:ea typeface="맑은 고딕"/>
              </a:rPr>
              <a:t>④ 회사가 제공하는 정보통신서비스의 이용 혹은 처리 과정에서 쿠키, 서비스 접속로그 등이 자동으로 생성 및 수집되는 경우</a:t>
            </a:r>
          </a:p>
          <a:p>
            <a:r>
              <a:rPr lang="ko-KR" altLang="ko-KR" sz="700" dirty="0">
                <a:solidFill>
                  <a:schemeClr val="tx1"/>
                </a:solidFill>
                <a:ea typeface="맑은 고딕"/>
              </a:rPr>
              <a:t>제3조. 개인(신용)정보의 보유 및 이용기간</a:t>
            </a:r>
          </a:p>
          <a:p>
            <a:pPr fontAlgn="t"/>
            <a:r>
              <a:rPr lang="ko-KR" altLang="ko-KR" sz="700" dirty="0">
                <a:solidFill>
                  <a:schemeClr val="tx1"/>
                </a:solidFill>
                <a:ea typeface="맑은 고딕"/>
              </a:rPr>
              <a:t>회사는 개인(신용)정보 수집 및 이용목적이 달성된 후에는 예외 없이 해당 정보를 지체 없이 파기합니다. 단 정보통신망 이용촉진 및 정보보호 등에 관한 법률 등 관계 법령의 규정에 의하여 보존할 필요가 있는 경우 아래와 같이 법령에서 별도로 정한 기간 동안 보관합니다.</a:t>
            </a:r>
          </a:p>
        </p:txBody>
      </p:sp>
    </p:spTree>
    <p:extLst>
      <p:ext uri="{BB962C8B-B14F-4D97-AF65-F5344CB8AC3E}">
        <p14:creationId xmlns:p14="http://schemas.microsoft.com/office/powerpoint/2010/main" val="2208236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6352-4E40-5729-FEAB-85261EB2DA55}"/>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4354E2BF-D949-B18C-8545-E6279FB79E10}"/>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6F345453-1CB8-9A45-9881-79DCED623A34}"/>
              </a:ext>
            </a:extLst>
          </p:cNvPr>
          <p:cNvSpPr txBox="1"/>
          <p:nvPr/>
        </p:nvSpPr>
        <p:spPr>
          <a:xfrm>
            <a:off x="1302717" y="330494"/>
            <a:ext cx="357822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이용동의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FEC22647-40A2-9BA2-9776-E4D174475196}"/>
              </a:ext>
            </a:extLst>
          </p:cNvPr>
          <p:cNvSpPr/>
          <p:nvPr/>
        </p:nvSpPr>
        <p:spPr>
          <a:xfrm>
            <a:off x="7921129" y="58428"/>
            <a:ext cx="1380506" cy="246221"/>
          </a:xfrm>
          <a:prstGeom prst="rect">
            <a:avLst/>
          </a:prstGeom>
        </p:spPr>
        <p:txBody>
          <a:bodyPr wrap="none">
            <a:spAutoFit/>
          </a:bodyPr>
          <a:lstStyle/>
          <a:p>
            <a:pPr fontAlgn="ctr"/>
            <a:r>
              <a:rPr lang="en-US" altLang="ko-KR" sz="1000" dirty="0"/>
              <a:t>CH-U-CA-02-03-04p</a:t>
            </a:r>
            <a:endParaRPr lang="ko-KR" altLang="ko-KR" sz="1000" dirty="0"/>
          </a:p>
        </p:txBody>
      </p:sp>
      <p:sp>
        <p:nvSpPr>
          <p:cNvPr id="5" name="TextBox 4">
            <a:extLst>
              <a:ext uri="{FF2B5EF4-FFF2-40B4-BE49-F238E27FC236}">
                <a16:creationId xmlns:a16="http://schemas.microsoft.com/office/drawing/2014/main" id="{9BE4B8B1-23FB-EECF-0699-5F3BA1D3B4B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47254091-ED8D-AEE3-7578-333793B54559}"/>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C5AB6005-4A80-61C0-C8ED-C15D499E9580}"/>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737A355B-227A-3B76-B122-9D706FD7D669}"/>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FABF5E99-7F58-E082-8520-807DD28104EC}"/>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CAB2CBCE-F585-BE74-A851-E7E8A70CD174}"/>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337FC589-DDA5-3CE3-0996-C1A5BB993E97}"/>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830E2D47-80CE-C666-EF22-8570FCFEB5F4}"/>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06A6344D-9232-EE08-EF61-D9B0E8A9C1B2}"/>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3B0993E7-C881-5791-9D8B-40C87426A810}"/>
              </a:ext>
            </a:extLst>
          </p:cNvPr>
          <p:cNvSpPr txBox="1"/>
          <p:nvPr/>
        </p:nvSpPr>
        <p:spPr>
          <a:xfrm>
            <a:off x="1307907" y="78285"/>
            <a:ext cx="170912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수집 및 이용 동의 팝업</a:t>
            </a:r>
            <a:r>
              <a:rPr lang="en-US" altLang="ko-KR" sz="900" spc="-150" dirty="0">
                <a:solidFill>
                  <a:schemeClr val="tx1">
                    <a:lumMod val="75000"/>
                    <a:lumOff val="25000"/>
                  </a:schemeClr>
                </a:solidFill>
                <a:latin typeface="맑은 고딕" panose="020B0503020000020004" pitchFamily="50" charset="-127"/>
              </a:rPr>
              <a:t> (2/2)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7B9D8453-4E29-686A-5FBE-1608167F9125}"/>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B075A017-9BE3-9A94-DEB1-885E18913CC4}"/>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74D4A144-AB3B-A0E2-7DD3-28AF4C220E02}"/>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5F95A388-E967-E91C-A46F-C1D658FC05D2}"/>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46B0D294-EBDB-9CE1-CE44-781190A72B3E}"/>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1628B012-A55F-B9A8-49D5-EF826EDDA912}"/>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3D22C817-319B-F8A2-D04C-26CBF83E006C}"/>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27CC5103-084D-3BC1-A1C1-3989B327235D}"/>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CAAB3001-A9D1-DDC7-45DC-76FC54BA11DA}"/>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544E4A80-253E-C153-93D1-BCED307CD58B}"/>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B73FF4DD-31FE-3C99-4F06-1FA935ADB747}"/>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5D21E270-EAE5-13DD-FC9F-3B94F00B6029}"/>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258F9CEB-71C7-50F2-11E5-B330D5EF7632}"/>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BF265806-C821-6782-6E81-8E95247F17CB}"/>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D46B6931-FEAB-D35A-5296-864F0B744842}"/>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78D5B145-4F91-D7DE-C013-D0224EF6540C}"/>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D06094CA-D703-4F4D-9542-D940DD167E6D}"/>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211DE73A-BEF9-4337-492F-5CB9124A5737}"/>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139714C7-16FA-8E28-2D4B-FD7FBBDBBADC}"/>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3BBE5BC6-5FAF-2A9E-070B-708FA7D6D4F3}"/>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0EE0CC45-16F8-4681-EFFF-E8ED12DF14F3}"/>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915EB434-4599-FA92-7D6F-20AFC1BE8C40}"/>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A07AE59E-166E-5B52-F2E3-D6B7850281FE}"/>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714DB414-2567-F707-1BC4-E3C8175DD633}"/>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6668FC48-D856-D0FD-B20F-C292335FA5CC}"/>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61757EC7-EE2A-40C7-2DF6-996A1B671B90}"/>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7AB72BDA-F3E7-2194-842F-E3AC33F1BB12}"/>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E47B674D-3845-AE55-E959-9B4353DA6B83}"/>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5D171E20-0D40-9E59-8869-2ABE56FCACB1}"/>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19AB62EE-F688-5FF3-2DEA-426E227E326E}"/>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11F73C7A-AE74-B9FD-580D-F9021DD9B70E}"/>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E7A118DD-177B-BE7B-D2E1-1D056A9D82F5}"/>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6D31FBC3-F757-0361-1C0E-35A750A78FE9}"/>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3B929806-AA1B-9EDC-CF03-E8AF1373403D}"/>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이용동의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9C81D84B-1C13-B89C-791B-836588865F3A}"/>
                </a:ext>
              </a:extLst>
            </p:cNvPr>
            <p:cNvSpPr/>
            <p:nvPr/>
          </p:nvSpPr>
          <p:spPr>
            <a:xfrm>
              <a:off x="5126625" y="2611712"/>
              <a:ext cx="2715058" cy="211941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이용동의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정보의 수집 및 이용목적</a:t>
              </a:r>
            </a:p>
            <a:p>
              <a:pPr fontAlgn="t"/>
              <a:r>
                <a:rPr lang="ko-KR" altLang="en-US" sz="700" dirty="0">
                  <a:solidFill>
                    <a:schemeClr val="tx1"/>
                  </a:solidFill>
                  <a:ea typeface="맑은 고딕"/>
                </a:rPr>
                <a:t>회사는 수집한 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정보를 다음의 목적을 위해 활용합니다</a:t>
              </a:r>
              <a:r>
                <a:rPr lang="en-US" altLang="ko-KR" sz="700" dirty="0">
                  <a:solidFill>
                    <a:schemeClr val="tx1"/>
                  </a:solidFill>
                  <a:ea typeface="맑은 고딕"/>
                </a:rPr>
                <a:t>.</a:t>
              </a:r>
            </a:p>
            <a:p>
              <a:pPr fontAlgn="t"/>
              <a:endParaRPr lang="en-US" altLang="ko-KR" sz="700" dirty="0">
                <a:solidFill>
                  <a:schemeClr val="tx1"/>
                </a:solidFill>
                <a:ea typeface="맑은 고딕"/>
              </a:endParaRPr>
            </a:p>
            <a:p>
              <a:pPr fontAlgn="t"/>
              <a:r>
                <a:rPr lang="en-US" altLang="ko-KR" sz="700" dirty="0">
                  <a:solidFill>
                    <a:schemeClr val="tx1"/>
                  </a:solidFill>
                  <a:ea typeface="맑은 고딕"/>
                </a:rPr>
                <a:t>(1) (</a:t>
              </a:r>
              <a:r>
                <a:rPr lang="ko-KR" altLang="en-US" sz="700" dirty="0">
                  <a:solidFill>
                    <a:schemeClr val="tx1"/>
                  </a:solidFill>
                  <a:ea typeface="맑은 고딕"/>
                </a:rPr>
                <a:t>필수</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수집목적</a:t>
              </a:r>
            </a:p>
            <a:p>
              <a:pPr fontAlgn="t"/>
              <a:r>
                <a:rPr lang="ko-KR" altLang="en-US" sz="700" dirty="0">
                  <a:solidFill>
                    <a:schemeClr val="tx1"/>
                  </a:solidFill>
                  <a:ea typeface="맑은 고딕"/>
                </a:rPr>
                <a:t>① 이용자가 구매한 재화나 용역의 대금 결제</a:t>
              </a:r>
            </a:p>
            <a:p>
              <a:pPr fontAlgn="t"/>
              <a:r>
                <a:rPr lang="ko-KR" altLang="en-US" sz="700" dirty="0">
                  <a:solidFill>
                    <a:schemeClr val="tx1"/>
                  </a:solidFill>
                  <a:ea typeface="맑은 고딕"/>
                </a:rPr>
                <a:t>② 이용자가 결제한 거래의 취소 또는 환불</a:t>
              </a:r>
            </a:p>
            <a:p>
              <a:pPr fontAlgn="t"/>
              <a:r>
                <a:rPr lang="ko-KR" altLang="en-US" sz="700" dirty="0">
                  <a:solidFill>
                    <a:schemeClr val="tx1"/>
                  </a:solidFill>
                  <a:ea typeface="맑은 고딕"/>
                </a:rPr>
                <a:t>③ 이용자가 결제한 거래의 청구 및 수납</a:t>
              </a:r>
            </a:p>
            <a:p>
              <a:pPr fontAlgn="t"/>
              <a:r>
                <a:rPr lang="ko-KR" altLang="en-US" sz="700" dirty="0">
                  <a:solidFill>
                    <a:schemeClr val="tx1"/>
                  </a:solidFill>
                  <a:ea typeface="맑은 고딕"/>
                </a:rPr>
                <a:t>④ 이용자가 수납한 거래 대금의 정산</a:t>
              </a:r>
            </a:p>
            <a:p>
              <a:pPr fontAlgn="t"/>
              <a:r>
                <a:rPr lang="ko-KR" altLang="en-US" sz="700" dirty="0">
                  <a:solidFill>
                    <a:schemeClr val="tx1"/>
                  </a:solidFill>
                  <a:ea typeface="맑은 고딕"/>
                </a:rPr>
                <a:t>⑤ 이용자가 결제한 거래의 내역을 요청하는 경우 응대 및 확인</a:t>
              </a:r>
            </a:p>
            <a:p>
              <a:pPr fontAlgn="t"/>
              <a:r>
                <a:rPr lang="ko-KR" altLang="en-US" sz="700" dirty="0">
                  <a:solidFill>
                    <a:schemeClr val="tx1"/>
                  </a:solidFill>
                  <a:ea typeface="맑은 고딕"/>
                </a:rPr>
                <a:t>⑥ </a:t>
              </a:r>
              <a:r>
                <a:rPr lang="ko-KR" altLang="en-US" sz="700" dirty="0" err="1">
                  <a:solidFill>
                    <a:schemeClr val="tx1"/>
                  </a:solidFill>
                  <a:ea typeface="맑은 고딕"/>
                </a:rPr>
                <a:t>통신과금서비스</a:t>
              </a:r>
              <a:r>
                <a:rPr lang="ko-KR" altLang="en-US" sz="700" dirty="0">
                  <a:solidFill>
                    <a:schemeClr val="tx1"/>
                  </a:solidFill>
                  <a:ea typeface="맑은 고딕"/>
                </a:rPr>
                <a:t> 이용 불가능한 이용자</a:t>
              </a:r>
              <a:r>
                <a:rPr lang="en-US" altLang="ko-KR" sz="700" dirty="0">
                  <a:solidFill>
                    <a:schemeClr val="tx1"/>
                  </a:solidFill>
                  <a:ea typeface="맑은 고딕"/>
                </a:rPr>
                <a:t>(</a:t>
              </a:r>
              <a:r>
                <a:rPr lang="ko-KR" altLang="en-US" sz="700" dirty="0">
                  <a:solidFill>
                    <a:schemeClr val="tx1"/>
                  </a:solidFill>
                  <a:ea typeface="맑은 고딕"/>
                </a:rPr>
                <a:t>미성년자 등</a:t>
              </a:r>
              <a:r>
                <a:rPr lang="en-US" altLang="ko-KR" sz="700" dirty="0">
                  <a:solidFill>
                    <a:schemeClr val="tx1"/>
                  </a:solidFill>
                  <a:ea typeface="맑은 고딕"/>
                </a:rPr>
                <a:t>)</a:t>
              </a:r>
              <a:r>
                <a:rPr lang="ko-KR" altLang="en-US" sz="700" dirty="0">
                  <a:solidFill>
                    <a:schemeClr val="tx1"/>
                  </a:solidFill>
                  <a:ea typeface="맑은 고딕"/>
                </a:rPr>
                <a:t>와 불량</a:t>
              </a:r>
              <a:r>
                <a:rPr lang="en-US" altLang="ko-KR" sz="700" dirty="0">
                  <a:solidFill>
                    <a:schemeClr val="tx1"/>
                  </a:solidFill>
                  <a:ea typeface="맑은 고딕"/>
                </a:rPr>
                <a:t>, </a:t>
              </a:r>
              <a:r>
                <a:rPr lang="ko-KR" altLang="en-US" sz="700" dirty="0">
                  <a:solidFill>
                    <a:schemeClr val="tx1"/>
                  </a:solidFill>
                  <a:ea typeface="맑은 고딕"/>
                </a:rPr>
                <a:t>불법 이용자의 부정 이용 방지</a:t>
              </a:r>
            </a:p>
            <a:p>
              <a:pPr fontAlgn="t"/>
              <a:r>
                <a:rPr lang="ko-KR" altLang="en-US" sz="700" dirty="0">
                  <a:solidFill>
                    <a:schemeClr val="tx1"/>
                  </a:solidFill>
                  <a:ea typeface="맑은 고딕"/>
                </a:rPr>
                <a:t>⑦ 이용자의 결제 간소화를 위한 고유번호 생성</a:t>
              </a:r>
            </a:p>
            <a:p>
              <a:pPr fontAlgn="t"/>
              <a:r>
                <a:rPr lang="ko-KR" altLang="en-US" sz="700" dirty="0">
                  <a:solidFill>
                    <a:schemeClr val="tx1"/>
                  </a:solidFill>
                  <a:ea typeface="맑은 고딕"/>
                </a:rPr>
                <a:t>⑧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채권보존을 위한 신용보험 가입</a:t>
              </a:r>
            </a:p>
            <a:p>
              <a:pPr fontAlgn="t"/>
              <a:r>
                <a:rPr lang="ko-KR" altLang="en-US" sz="700" dirty="0">
                  <a:solidFill>
                    <a:schemeClr val="tx1"/>
                  </a:solidFill>
                  <a:ea typeface="맑은 고딕"/>
                </a:rPr>
                <a:t>⑨ 이용자의 결제 대금 </a:t>
              </a:r>
              <a:r>
                <a:rPr lang="ko-KR" altLang="en-US" sz="700" dirty="0" err="1">
                  <a:solidFill>
                    <a:schemeClr val="tx1"/>
                  </a:solidFill>
                  <a:ea typeface="맑은 고딕"/>
                </a:rPr>
                <a:t>미납시</a:t>
              </a:r>
              <a:r>
                <a:rPr lang="ko-KR" altLang="en-US" sz="700" dirty="0">
                  <a:solidFill>
                    <a:schemeClr val="tx1"/>
                  </a:solidFill>
                  <a:ea typeface="맑은 고딕"/>
                </a:rPr>
                <a:t> 채권의 회수</a:t>
              </a:r>
            </a:p>
            <a:p>
              <a:pPr fontAlgn="t"/>
              <a:r>
                <a:rPr lang="ko-KR" altLang="en-US" sz="700" dirty="0">
                  <a:solidFill>
                    <a:schemeClr val="tx1"/>
                  </a:solidFill>
                  <a:ea typeface="맑은 고딕"/>
                </a:rPr>
                <a:t>⑩ 이용자의 불만사항 해결 및 민원처리</a:t>
              </a:r>
            </a:p>
            <a:p>
              <a:pPr fontAlgn="t"/>
              <a:r>
                <a:rPr lang="ko-KR" altLang="en-US" sz="700" dirty="0">
                  <a:solidFill>
                    <a:schemeClr val="tx1"/>
                  </a:solidFill>
                  <a:ea typeface="맑은 고딕"/>
                </a:rPr>
                <a:t>⑪ 본인확인서비스의 제공</a:t>
              </a:r>
            </a:p>
            <a:p>
              <a:pPr fontAlgn="t"/>
              <a:r>
                <a:rPr lang="ko-KR" altLang="en-US" sz="700" dirty="0">
                  <a:solidFill>
                    <a:schemeClr val="tx1"/>
                  </a:solidFill>
                  <a:ea typeface="맑은 고딕"/>
                </a:rPr>
                <a:t>⑫ 특정 금융거래정보의 보고 및 이용 등에 관한 법률에 따른 본인확인 업무</a:t>
              </a:r>
              <a:r>
                <a:rPr lang="en-US" altLang="ko-KR" sz="700" dirty="0">
                  <a:solidFill>
                    <a:schemeClr val="tx1"/>
                  </a:solidFill>
                  <a:ea typeface="맑은 고딕"/>
                </a:rPr>
                <a:t>(</a:t>
              </a:r>
              <a:r>
                <a:rPr lang="ko-KR" altLang="en-US" sz="700" dirty="0">
                  <a:solidFill>
                    <a:schemeClr val="tx1"/>
                  </a:solidFill>
                  <a:ea typeface="맑은 고딕"/>
                </a:rPr>
                <a:t>가맹점에 한함</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6AF63A45-BF8F-EAE0-A24C-6EBD350D2E50}"/>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D487AF19-5F9A-C8B0-94D5-4CFA67E981CF}"/>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287726CF-D29F-A4FB-D1A5-38D01FC95144}"/>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18F3ACD6-EB7E-2EC5-6015-97B95AD28963}"/>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847B7F19-8EF6-6530-8ADB-D8E837B2E598}"/>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208B9956-5915-1ABB-74FE-F23EFF25BC7A}"/>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A75B983C-BAD4-6AD4-411B-EDB3878F4680}"/>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EC6EEF2A-82E0-7FDB-64C5-818F518E9146}"/>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sp>
        <p:nvSpPr>
          <p:cNvPr id="29" name="직사각형 28">
            <a:extLst>
              <a:ext uri="{FF2B5EF4-FFF2-40B4-BE49-F238E27FC236}">
                <a16:creationId xmlns:a16="http://schemas.microsoft.com/office/drawing/2014/main" id="{D61EDEB2-A995-8F08-1AB4-9D5755B4F0CC}"/>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 name="Rounded Rectangle 27">
            <a:extLst>
              <a:ext uri="{FF2B5EF4-FFF2-40B4-BE49-F238E27FC236}">
                <a16:creationId xmlns:a16="http://schemas.microsoft.com/office/drawing/2014/main" id="{43812D6F-68E1-E454-FAC5-380779A0C055}"/>
              </a:ext>
            </a:extLst>
          </p:cNvPr>
          <p:cNvSpPr/>
          <p:nvPr/>
        </p:nvSpPr>
        <p:spPr>
          <a:xfrm>
            <a:off x="3726988" y="697398"/>
            <a:ext cx="9063745" cy="4381575"/>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[전자금융거래법에 따른 보관기간]</a:t>
            </a:r>
            <a:br>
              <a:rPr lang="ko-KR" altLang="ko-KR" sz="700" dirty="0">
                <a:solidFill>
                  <a:schemeClr val="tx1"/>
                </a:solidFill>
                <a:ea typeface="맑은 고딕"/>
              </a:rPr>
            </a:br>
            <a:r>
              <a:rPr lang="ko-KR" altLang="ko-KR" sz="700" dirty="0">
                <a:solidFill>
                  <a:schemeClr val="tx1"/>
                </a:solidFill>
                <a:ea typeface="맑은 고딕"/>
              </a:rPr>
              <a:t>- 전자금융거래의 종류(보험계약의 경우에는 보험계약의 종류를 말한다) 및 금액, 전자금융거래의 상대방에 관한 정보: 5년</a:t>
            </a:r>
            <a:br>
              <a:rPr lang="ko-KR" altLang="ko-KR" sz="700" dirty="0">
                <a:solidFill>
                  <a:schemeClr val="tx1"/>
                </a:solidFill>
                <a:ea typeface="맑은 고딕"/>
              </a:rPr>
            </a:br>
            <a:r>
              <a:rPr lang="ko-KR" altLang="ko-KR" sz="700" dirty="0">
                <a:solidFill>
                  <a:schemeClr val="tx1"/>
                </a:solidFill>
                <a:ea typeface="맑은 고딕"/>
              </a:rPr>
              <a:t>- 전자금융거래의 거래일시, 전자적 장치의 종류 및 전자적 장치를 식별할 수 있는 정보: 5년</a:t>
            </a:r>
            <a:br>
              <a:rPr lang="ko-KR" altLang="ko-KR" sz="700" dirty="0">
                <a:solidFill>
                  <a:schemeClr val="tx1"/>
                </a:solidFill>
                <a:ea typeface="맑은 고딕"/>
              </a:rPr>
            </a:br>
            <a:r>
              <a:rPr lang="ko-KR" altLang="ko-KR" sz="700" dirty="0">
                <a:solidFill>
                  <a:schemeClr val="tx1"/>
                </a:solidFill>
                <a:ea typeface="맑은 고딕"/>
              </a:rPr>
              <a:t>- 전자금융거래가 계좌를 통하여 이루어지는 경우 거래계좌의 명칭 또는 번호(보험계약의 경우에는 보험증권번호를 말한다): 5년</a:t>
            </a:r>
            <a:br>
              <a:rPr lang="ko-KR" altLang="ko-KR" sz="700" dirty="0">
                <a:solidFill>
                  <a:schemeClr val="tx1"/>
                </a:solidFill>
                <a:ea typeface="맑은 고딕"/>
              </a:rPr>
            </a:br>
            <a:r>
              <a:rPr lang="ko-KR" altLang="ko-KR" sz="700" dirty="0">
                <a:solidFill>
                  <a:schemeClr val="tx1"/>
                </a:solidFill>
                <a:ea typeface="맑은 고딕"/>
              </a:rPr>
              <a:t>- 금융회사 또는 전자금융업자가 전자금융거래의 대가로 받은 수수료: 5년</a:t>
            </a:r>
            <a:br>
              <a:rPr lang="ko-KR" altLang="ko-KR" sz="700" dirty="0">
                <a:solidFill>
                  <a:schemeClr val="tx1"/>
                </a:solidFill>
                <a:ea typeface="맑은 고딕"/>
              </a:rPr>
            </a:br>
            <a:r>
              <a:rPr lang="ko-KR" altLang="ko-KR" sz="700" dirty="0">
                <a:solidFill>
                  <a:schemeClr val="tx1"/>
                </a:solidFill>
                <a:ea typeface="맑은 고딕"/>
              </a:rPr>
              <a:t>- 법 제15조제1항에 따른 지급인의 출금 동의에 관한 사항: 5년</a:t>
            </a:r>
            <a:br>
              <a:rPr lang="ko-KR" altLang="ko-KR" sz="700" dirty="0">
                <a:solidFill>
                  <a:schemeClr val="tx1"/>
                </a:solidFill>
                <a:ea typeface="맑은 고딕"/>
              </a:rPr>
            </a:br>
            <a:r>
              <a:rPr lang="ko-KR" altLang="ko-KR" sz="700" dirty="0">
                <a:solidFill>
                  <a:schemeClr val="tx1"/>
                </a:solidFill>
                <a:ea typeface="맑은 고딕"/>
              </a:rPr>
              <a:t>- 해당 전자금융거래와 관련한 전자적 장치의 접속기록: 5년</a:t>
            </a:r>
            <a:br>
              <a:rPr lang="ko-KR" altLang="ko-KR" sz="700" dirty="0">
                <a:solidFill>
                  <a:schemeClr val="tx1"/>
                </a:solidFill>
                <a:ea typeface="맑은 고딕"/>
              </a:rPr>
            </a:br>
            <a:r>
              <a:rPr lang="ko-KR" altLang="ko-KR" sz="700" dirty="0">
                <a:solidFill>
                  <a:schemeClr val="tx1"/>
                </a:solidFill>
                <a:ea typeface="맑은 고딕"/>
              </a:rPr>
              <a:t>- 전자금융거래의 신청 및 조건의 변경에 관한 사항: 5년</a:t>
            </a:r>
            <a:br>
              <a:rPr lang="ko-KR" altLang="ko-KR" sz="700" dirty="0">
                <a:solidFill>
                  <a:schemeClr val="tx1"/>
                </a:solidFill>
                <a:ea typeface="맑은 고딕"/>
              </a:rPr>
            </a:br>
            <a:r>
              <a:rPr lang="ko-KR" altLang="ko-KR" sz="700" dirty="0">
                <a:solidFill>
                  <a:schemeClr val="tx1"/>
                </a:solidFill>
                <a:ea typeface="맑은 고딕"/>
              </a:rPr>
              <a:t>- 건당 거래금액이 1만원을 초과하는 전자금융거래에 관한 기록: 5년</a:t>
            </a:r>
            <a:br>
              <a:rPr lang="ko-KR" altLang="ko-KR" sz="700" dirty="0">
                <a:solidFill>
                  <a:schemeClr val="tx1"/>
                </a:solidFill>
                <a:ea typeface="맑은 고딕"/>
              </a:rPr>
            </a:br>
            <a:r>
              <a:rPr lang="ko-KR" altLang="ko-KR" sz="700" dirty="0">
                <a:solidFill>
                  <a:schemeClr val="tx1"/>
                </a:solidFill>
                <a:ea typeface="맑은 고딕"/>
              </a:rPr>
              <a:t>- 건당 거래금액이 1만원 이하인 전자금융거래에 관한 기록: 1년</a:t>
            </a:r>
            <a:br>
              <a:rPr lang="ko-KR" altLang="ko-KR" sz="700" dirty="0">
                <a:solidFill>
                  <a:schemeClr val="tx1"/>
                </a:solidFill>
                <a:ea typeface="맑은 고딕"/>
              </a:rPr>
            </a:br>
            <a:r>
              <a:rPr lang="ko-KR" altLang="ko-KR" sz="700" dirty="0">
                <a:solidFill>
                  <a:schemeClr val="tx1"/>
                </a:solidFill>
                <a:ea typeface="맑은 고딕"/>
              </a:rPr>
              <a:t>- 전자지급수단의 이용과 관련된 거래승인에 관한 기록: 1년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[전자상거래법에 따른 보관기간]</a:t>
            </a:r>
            <a:br>
              <a:rPr lang="ko-KR" altLang="ko-KR" sz="700" dirty="0">
                <a:solidFill>
                  <a:schemeClr val="tx1"/>
                </a:solidFill>
                <a:ea typeface="맑은 고딕"/>
              </a:rPr>
            </a:br>
            <a:r>
              <a:rPr lang="ko-KR" altLang="ko-KR" sz="700" dirty="0">
                <a:solidFill>
                  <a:schemeClr val="tx1"/>
                </a:solidFill>
                <a:ea typeface="맑은 고딕"/>
              </a:rPr>
              <a:t>- 계약 또는 청약 철회 등에 관한 기록: 5년</a:t>
            </a:r>
            <a:br>
              <a:rPr lang="ko-KR" altLang="ko-KR" sz="700" dirty="0">
                <a:solidFill>
                  <a:schemeClr val="tx1"/>
                </a:solidFill>
                <a:ea typeface="맑은 고딕"/>
              </a:rPr>
            </a:br>
            <a:r>
              <a:rPr lang="ko-KR" altLang="ko-KR" sz="700" dirty="0">
                <a:solidFill>
                  <a:schemeClr val="tx1"/>
                </a:solidFill>
                <a:ea typeface="맑은 고딕"/>
              </a:rPr>
              <a:t>- 대금결제 및 재화 등의 공급에 관한 기록: 5년</a:t>
            </a:r>
            <a:br>
              <a:rPr lang="ko-KR" altLang="ko-KR" sz="700" dirty="0">
                <a:solidFill>
                  <a:schemeClr val="tx1"/>
                </a:solidFill>
                <a:ea typeface="맑은 고딕"/>
              </a:rPr>
            </a:br>
            <a:r>
              <a:rPr lang="ko-KR" altLang="ko-KR" sz="700" dirty="0">
                <a:solidFill>
                  <a:schemeClr val="tx1"/>
                </a:solidFill>
                <a:ea typeface="맑은 고딕"/>
              </a:rPr>
              <a:t>- 소비자의 불만 또는 분쟁 처리에 관한 기록: 3년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[신용정보법에 따른 보관기간]</a:t>
            </a:r>
            <a:br>
              <a:rPr lang="ko-KR" altLang="ko-KR" sz="700" dirty="0">
                <a:solidFill>
                  <a:schemeClr val="tx1"/>
                </a:solidFill>
                <a:ea typeface="맑은 고딕"/>
              </a:rPr>
            </a:br>
            <a:r>
              <a:rPr lang="ko-KR" altLang="ko-KR" sz="700" dirty="0">
                <a:solidFill>
                  <a:schemeClr val="tx1"/>
                </a:solidFill>
                <a:ea typeface="맑은 고딕"/>
              </a:rPr>
              <a:t>- 신용정보 업무처리에 관한 기록: 3년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[통신비밀보호법에 따른 보관기간]</a:t>
            </a:r>
            <a:br>
              <a:rPr lang="ko-KR" altLang="ko-KR" sz="700" dirty="0">
                <a:solidFill>
                  <a:schemeClr val="tx1"/>
                </a:solidFill>
                <a:ea typeface="맑은 고딕"/>
              </a:rPr>
            </a:br>
            <a:r>
              <a:rPr lang="ko-KR" altLang="ko-KR" sz="700" dirty="0">
                <a:solidFill>
                  <a:schemeClr val="tx1"/>
                </a:solidFill>
                <a:ea typeface="맑은 고딕"/>
              </a:rPr>
              <a:t>- 웹사이트 방문기록: 3개월</a:t>
            </a:r>
            <a:br>
              <a:rPr lang="ko-KR" altLang="ko-KR" sz="700" dirty="0">
                <a:solidFill>
                  <a:schemeClr val="tx1"/>
                </a:solidFill>
                <a:ea typeface="맑은 고딕"/>
              </a:rPr>
            </a:br>
            <a:r>
              <a:rPr lang="ko-KR" altLang="ko-KR" sz="700" dirty="0">
                <a:solidFill>
                  <a:schemeClr val="tx1"/>
                </a:solidFill>
                <a:ea typeface="맑은 고딕"/>
              </a:rPr>
              <a:t>- 휴대폰 본인인증 이력: 1년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[정보통신망법에 따른 보관기간]</a:t>
            </a:r>
            <a:br>
              <a:rPr lang="ko-KR" altLang="ko-KR" sz="700" dirty="0">
                <a:solidFill>
                  <a:schemeClr val="tx1"/>
                </a:solidFill>
                <a:ea typeface="맑은 고딕"/>
              </a:rPr>
            </a:br>
            <a:r>
              <a:rPr lang="ko-KR" altLang="ko-KR" sz="700" dirty="0">
                <a:solidFill>
                  <a:schemeClr val="tx1"/>
                </a:solidFill>
                <a:ea typeface="맑은 고딕"/>
              </a:rPr>
              <a:t>- </a:t>
            </a:r>
            <a:r>
              <a:rPr lang="ko-KR" altLang="ko-KR" sz="700" dirty="0" err="1">
                <a:solidFill>
                  <a:schemeClr val="tx1"/>
                </a:solidFill>
                <a:ea typeface="맑은 고딕"/>
              </a:rPr>
              <a:t>통신과금서비스에</a:t>
            </a:r>
            <a:r>
              <a:rPr lang="ko-KR" altLang="ko-KR" sz="700" dirty="0">
                <a:solidFill>
                  <a:schemeClr val="tx1"/>
                </a:solidFill>
                <a:ea typeface="맑은 고딕"/>
              </a:rPr>
              <a:t> 관한 기록: 5년(1만원 초과 거래), 1년(1만원 이하 거래)</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[특정금융거래정보의 보고 및 이용에 과한 법률에 따른 보관 기간]</a:t>
            </a:r>
            <a:br>
              <a:rPr lang="ko-KR" altLang="ko-KR" sz="700" dirty="0">
                <a:solidFill>
                  <a:schemeClr val="tx1"/>
                </a:solidFill>
                <a:ea typeface="맑은 고딕"/>
              </a:rPr>
            </a:br>
            <a:r>
              <a:rPr lang="ko-KR" altLang="ko-KR" sz="700" dirty="0">
                <a:solidFill>
                  <a:schemeClr val="tx1"/>
                </a:solidFill>
                <a:ea typeface="맑은 고딕"/>
              </a:rPr>
              <a:t>- 고객확인, 금융거래, 보고에 관한 기록: 5년</a:t>
            </a:r>
            <a:br>
              <a:rPr lang="ko-KR" altLang="ko-KR" sz="700" dirty="0">
                <a:solidFill>
                  <a:schemeClr val="tx1"/>
                </a:solidFill>
                <a:ea typeface="맑은 고딕"/>
              </a:rPr>
            </a:br>
            <a:br>
              <a:rPr lang="ko-KR" altLang="ko-KR" sz="700" dirty="0">
                <a:solidFill>
                  <a:schemeClr val="tx1"/>
                </a:solidFill>
                <a:ea typeface="맑은 고딕"/>
              </a:rPr>
            </a:br>
            <a:r>
              <a:rPr lang="ko-KR" altLang="ko-KR" sz="700" dirty="0">
                <a:solidFill>
                  <a:schemeClr val="tx1"/>
                </a:solidFill>
                <a:ea typeface="맑은 고딕"/>
              </a:rPr>
              <a:t>[회사 내부 방침의 의한 정보 보유]</a:t>
            </a:r>
            <a:br>
              <a:rPr lang="ko-KR" altLang="ko-KR" sz="700" dirty="0">
                <a:solidFill>
                  <a:schemeClr val="tx1"/>
                </a:solidFill>
                <a:ea typeface="맑은 고딕"/>
              </a:rPr>
            </a:br>
            <a:r>
              <a:rPr lang="ko-KR" altLang="ko-KR" sz="700" dirty="0">
                <a:solidFill>
                  <a:schemeClr val="tx1"/>
                </a:solidFill>
                <a:ea typeface="맑은 고딕"/>
              </a:rPr>
              <a:t>가. 전화 상담 서비스 수집 항목</a:t>
            </a:r>
            <a:br>
              <a:rPr lang="ko-KR" altLang="ko-KR" sz="700" dirty="0">
                <a:solidFill>
                  <a:schemeClr val="tx1"/>
                </a:solidFill>
                <a:ea typeface="맑은 고딕"/>
              </a:rPr>
            </a:br>
            <a:r>
              <a:rPr lang="ko-KR" altLang="ko-KR" sz="700" dirty="0">
                <a:solidFill>
                  <a:schemeClr val="tx1"/>
                </a:solidFill>
                <a:ea typeface="맑은 고딕"/>
              </a:rPr>
              <a:t>- 보존이유: 전화 상담 신청</a:t>
            </a:r>
            <a:br>
              <a:rPr lang="ko-KR" altLang="ko-KR" sz="700" dirty="0">
                <a:solidFill>
                  <a:schemeClr val="tx1"/>
                </a:solidFill>
                <a:ea typeface="맑은 고딕"/>
              </a:rPr>
            </a:br>
            <a:r>
              <a:rPr lang="ko-KR" altLang="ko-KR" sz="700" dirty="0">
                <a:solidFill>
                  <a:schemeClr val="tx1"/>
                </a:solidFill>
                <a:ea typeface="맑은 고딕"/>
              </a:rPr>
              <a:t>- 보존기간: 목적달성시까지</a:t>
            </a:r>
            <a:br>
              <a:rPr lang="ko-KR" altLang="ko-KR" sz="700" dirty="0">
                <a:solidFill>
                  <a:schemeClr val="tx1"/>
                </a:solidFill>
                <a:ea typeface="맑은 고딕"/>
              </a:rPr>
            </a:br>
            <a:r>
              <a:rPr lang="ko-KR" altLang="ko-KR" sz="700" dirty="0">
                <a:solidFill>
                  <a:schemeClr val="tx1"/>
                </a:solidFill>
                <a:ea typeface="맑은 고딕"/>
              </a:rPr>
              <a:t>나. 전자지불결제대행 서비스 계약/이용과 관련된 운영자 정보</a:t>
            </a:r>
            <a:br>
              <a:rPr lang="ko-KR" altLang="ko-KR" sz="700" dirty="0">
                <a:solidFill>
                  <a:schemeClr val="tx1"/>
                </a:solidFill>
                <a:ea typeface="맑은 고딕"/>
              </a:rPr>
            </a:br>
            <a:r>
              <a:rPr lang="ko-KR" altLang="ko-KR" sz="700" dirty="0">
                <a:solidFill>
                  <a:schemeClr val="tx1"/>
                </a:solidFill>
                <a:ea typeface="맑은 고딕"/>
              </a:rPr>
              <a:t>- 보존이유 : 전자금융거래법</a:t>
            </a:r>
            <a:br>
              <a:rPr lang="ko-KR" altLang="ko-KR" sz="700" dirty="0">
                <a:solidFill>
                  <a:schemeClr val="tx1"/>
                </a:solidFill>
                <a:ea typeface="맑은 고딕"/>
              </a:rPr>
            </a:br>
            <a:r>
              <a:rPr lang="ko-KR" altLang="ko-KR" sz="700" dirty="0">
                <a:solidFill>
                  <a:schemeClr val="tx1"/>
                </a:solidFill>
                <a:ea typeface="맑은 고딕"/>
              </a:rPr>
              <a:t>- 보존기간 : 1년, 3년, 5년(거래내역 유무와 이용료 납부여부에 따라 구분)</a:t>
            </a:r>
          </a:p>
          <a:p>
            <a:r>
              <a:rPr lang="ko-KR" altLang="ko-KR" sz="700" dirty="0">
                <a:solidFill>
                  <a:schemeClr val="tx1"/>
                </a:solidFill>
                <a:ea typeface="맑은 고딕"/>
              </a:rPr>
              <a:t>제4조. 이용자의 개인정보의 수집 및 이용 거부</a:t>
            </a:r>
          </a:p>
          <a:p>
            <a:pPr fontAlgn="t"/>
            <a:r>
              <a:rPr lang="ko-KR" altLang="ko-KR" sz="700" dirty="0">
                <a:solidFill>
                  <a:schemeClr val="tx1"/>
                </a:solidFill>
                <a:ea typeface="맑은 고딕"/>
              </a:rPr>
              <a:t>이용자는 회사의 개인정보 수집 및 이용 동의를 거부할 수 있습니다. 단, 동의를 거부하는 경우 서비스 결제가 정상적으로 완료 될 수 없음을 알려 드립니다.</a:t>
            </a:r>
          </a:p>
        </p:txBody>
      </p:sp>
    </p:spTree>
    <p:extLst>
      <p:ext uri="{BB962C8B-B14F-4D97-AF65-F5344CB8AC3E}">
        <p14:creationId xmlns:p14="http://schemas.microsoft.com/office/powerpoint/2010/main" val="31352573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5B722-BE11-7362-5D3B-7AE14D80CDBD}"/>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81D27211-D26B-DE89-B1E4-1D37B31AEB69}"/>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A28897AE-BFE0-1C89-20FD-A7978D94FDC0}"/>
              </a:ext>
            </a:extLst>
          </p:cNvPr>
          <p:cNvSpPr txBox="1"/>
          <p:nvPr/>
        </p:nvSpPr>
        <p:spPr>
          <a:xfrm>
            <a:off x="1302717" y="330494"/>
            <a:ext cx="354616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위탁동의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D4AC17D9-9AA6-3A5B-D443-53C750276C56}"/>
              </a:ext>
            </a:extLst>
          </p:cNvPr>
          <p:cNvSpPr/>
          <p:nvPr/>
        </p:nvSpPr>
        <p:spPr>
          <a:xfrm>
            <a:off x="7921129" y="58428"/>
            <a:ext cx="1380506" cy="246221"/>
          </a:xfrm>
          <a:prstGeom prst="rect">
            <a:avLst/>
          </a:prstGeom>
        </p:spPr>
        <p:txBody>
          <a:bodyPr wrap="none">
            <a:spAutoFit/>
          </a:bodyPr>
          <a:lstStyle/>
          <a:p>
            <a:pPr fontAlgn="ctr"/>
            <a:r>
              <a:rPr lang="en-US" altLang="ko-KR" sz="1000" dirty="0"/>
              <a:t>CH-U-CA-02-03-05p</a:t>
            </a:r>
            <a:endParaRPr lang="ko-KR" altLang="ko-KR" sz="1000" dirty="0"/>
          </a:p>
        </p:txBody>
      </p:sp>
      <p:sp>
        <p:nvSpPr>
          <p:cNvPr id="5" name="TextBox 4">
            <a:extLst>
              <a:ext uri="{FF2B5EF4-FFF2-40B4-BE49-F238E27FC236}">
                <a16:creationId xmlns:a16="http://schemas.microsoft.com/office/drawing/2014/main" id="{C55CF7BA-F413-B37D-D204-B2C36606F9E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3E4DF7FA-D0FA-4013-7656-0145CADF015F}"/>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F9D4E1F6-F734-83F5-6A58-74EEF2E375A3}"/>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BB135879-5EA3-2C48-94FD-CA559ACE50F3}"/>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92F831E2-8B08-F86E-390C-E654D7577096}"/>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7F4BEA4E-8CB1-DEA2-80B0-2CCF08C45D0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E477021E-A3F5-4CC2-A0F4-322B8610B5F5}"/>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45D7EF29-2D25-6982-5971-8B6650A5251C}"/>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BC28C7B4-A200-24B4-7944-0A1CF3980E88}"/>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F8F1700E-1D47-9C65-DB90-2F560126F104}"/>
              </a:ext>
            </a:extLst>
          </p:cNvPr>
          <p:cNvSpPr txBox="1"/>
          <p:nvPr/>
        </p:nvSpPr>
        <p:spPr>
          <a:xfrm>
            <a:off x="1307907" y="78285"/>
            <a:ext cx="168828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제공 및 위탁 동의 팝업</a:t>
            </a:r>
            <a:r>
              <a:rPr lang="en-US" altLang="ko-KR" sz="900" spc="-150" dirty="0">
                <a:solidFill>
                  <a:schemeClr val="tx1">
                    <a:lumMod val="75000"/>
                    <a:lumOff val="25000"/>
                  </a:schemeClr>
                </a:solidFill>
                <a:latin typeface="맑은 고딕" panose="020B0503020000020004" pitchFamily="50" charset="-127"/>
              </a:rPr>
              <a:t>(1/2)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62482AC8-3FA4-BACD-A40E-0A6C9F0FBDFA}"/>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E386FA38-9303-9B6B-A927-2DFEF82FBD50}"/>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83C1585B-8F0C-3A12-A70E-FD6061233511}"/>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092A408F-859C-96CC-7DE0-4BF319C87C7C}"/>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3F4D6F38-2A60-9D51-638A-F4EEFE188244}"/>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B28BBB72-3370-399B-FCDE-174BAC6A8E9A}"/>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AA7A2DFF-E0CB-2FAD-7C29-1900F74B454E}"/>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5879CF6B-C882-E9A4-AA5D-ABD5636D5E8F}"/>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8CED24CF-34F8-920B-B95C-D525A7A0DD00}"/>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1CDE3958-A0BF-38A0-C940-E3540D067B1F}"/>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E1AED3B8-1143-9FCF-AFEF-75AAE275AF02}"/>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887C7EBD-D510-1A69-4757-6939D9995387}"/>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A95EBB50-F7EF-8C6A-F166-7DCC5AC0932B}"/>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BA202495-BEED-519F-38A9-5FCE8962D28C}"/>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CAC4FC46-DE2C-F0F4-3EB2-08A3518C864C}"/>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9AF8A1D4-02D1-867D-0B67-474F9710B9F9}"/>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5A4C7869-16E7-53AF-5E7D-620F6CF44D35}"/>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FA35E841-617C-05DA-0C04-FB18158FED66}"/>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B114DDC3-FC8D-E81B-F682-9492C8D51BE4}"/>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B99CC1BF-E57F-2ECF-030A-601E461FA075}"/>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A4BB2BF6-4F4F-C2F7-9BAA-44631CDE40EC}"/>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70225FDC-D181-EE7D-6085-FFD7498C744C}"/>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25EBCDC6-32FD-6B20-E747-5502681E6CD9}"/>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C6EC53DA-7D95-683D-A09E-7FFD0F7138CE}"/>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F58E737C-E848-3B32-1C85-D596120D5BEA}"/>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0E3BB9D8-7DFD-8134-A2DA-7C00C0F88BC4}"/>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064CE4B1-5E4D-729B-2AFF-A3230D2F61CB}"/>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4802F823-4A73-1C99-3941-FAD98674CDE4}"/>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D270E1AD-43AA-EED4-5AD4-4CE8BE0A775A}"/>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5CB17284-EAFC-54BF-2BAB-D923BAD424DC}"/>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6EEE7A21-C157-ED5F-6E27-D9CE080398D6}"/>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FA9D12B8-3229-A2FB-89E9-60973FD53683}"/>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7F479905-04FA-3C04-DB1C-15FB5BD125D1}"/>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B70F9D0A-A71D-5802-A641-AEF856A26775}"/>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위탁동의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0E215C8C-F1FE-71EB-DD37-D1231ED63ABA}"/>
                </a:ext>
              </a:extLst>
            </p:cNvPr>
            <p:cNvSpPr/>
            <p:nvPr/>
          </p:nvSpPr>
          <p:spPr>
            <a:xfrm>
              <a:off x="5126625" y="2611712"/>
              <a:ext cx="2715058"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981EA2EB-8651-927B-9CC6-38AABF5A76DB}"/>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405BF8DE-45EE-0EE1-3DB3-48040A27CAAC}"/>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BAD49A62-FA7F-4964-E0FA-C84B3E74FA3E}"/>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5AFD1BDD-CD3E-C8BF-FC9D-05C5140C62A9}"/>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2A5DFCDA-1DC4-74DD-0A21-3A1E3640C7DF}"/>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9BCD4D52-B995-4721-AA6A-3A6DAF603CC4}"/>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AB10A6BB-2D32-1CCF-162C-F47A4FD7B31D}"/>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38C7B6C3-944B-B077-26E3-8D4B02157191}"/>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graphicFrame>
        <p:nvGraphicFramePr>
          <p:cNvPr id="2" name="표 1">
            <a:extLst>
              <a:ext uri="{FF2B5EF4-FFF2-40B4-BE49-F238E27FC236}">
                <a16:creationId xmlns:a16="http://schemas.microsoft.com/office/drawing/2014/main" id="{F68692B0-47C5-F8D6-C0CA-A3A9ED8B4E22}"/>
              </a:ext>
            </a:extLst>
          </p:cNvPr>
          <p:cNvGraphicFramePr>
            <a:graphicFrameLocks noGrp="1"/>
          </p:cNvGraphicFramePr>
          <p:nvPr>
            <p:extLst>
              <p:ext uri="{D42A27DB-BD31-4B8C-83A1-F6EECF244321}">
                <p14:modId xmlns:p14="http://schemas.microsoft.com/office/powerpoint/2010/main" val="1532286943"/>
              </p:ext>
            </p:extLst>
          </p:nvPr>
        </p:nvGraphicFramePr>
        <p:xfrm>
          <a:off x="413760" y="3796035"/>
          <a:ext cx="2777701" cy="965580"/>
        </p:xfrm>
        <a:graphic>
          <a:graphicData uri="http://schemas.openxmlformats.org/drawingml/2006/table">
            <a:tbl>
              <a:tblPr firstRow="1" bandRow="1">
                <a:tableStyleId>{2D5ABB26-0587-4C30-8999-92F81FD0307C}</a:tableStyleId>
              </a:tblPr>
              <a:tblGrid>
                <a:gridCol w="617359">
                  <a:extLst>
                    <a:ext uri="{9D8B030D-6E8A-4147-A177-3AD203B41FA5}">
                      <a16:colId xmlns:a16="http://schemas.microsoft.com/office/drawing/2014/main" val="4091608331"/>
                    </a:ext>
                  </a:extLst>
                </a:gridCol>
                <a:gridCol w="668677">
                  <a:extLst>
                    <a:ext uri="{9D8B030D-6E8A-4147-A177-3AD203B41FA5}">
                      <a16:colId xmlns:a16="http://schemas.microsoft.com/office/drawing/2014/main" val="71737442"/>
                    </a:ext>
                  </a:extLst>
                </a:gridCol>
                <a:gridCol w="874425">
                  <a:extLst>
                    <a:ext uri="{9D8B030D-6E8A-4147-A177-3AD203B41FA5}">
                      <a16:colId xmlns:a16="http://schemas.microsoft.com/office/drawing/2014/main" val="2230302264"/>
                    </a:ext>
                  </a:extLst>
                </a:gridCol>
                <a:gridCol w="617240">
                  <a:extLst>
                    <a:ext uri="{9D8B030D-6E8A-4147-A177-3AD203B41FA5}">
                      <a16:colId xmlns:a16="http://schemas.microsoft.com/office/drawing/2014/main" val="1959754742"/>
                    </a:ext>
                  </a:extLst>
                </a:gridCol>
              </a:tblGrid>
              <a:tr h="234060">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sz="600" b="0" dirty="0">
                          <a:solidFill>
                            <a:schemeClr val="tx1">
                              <a:lumMod val="50000"/>
                              <a:lumOff val="50000"/>
                            </a:schemeClr>
                          </a:solidFill>
                          <a:effectLst/>
                        </a:rPr>
                        <a:t>휴대폰 결제를 위한 이용자 본인 확인 및 거래 승인, 이용자의 실시간 미납정보 확인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a:t>
                      </a:r>
                      <a:r>
                        <a:rPr lang="ko-KR" sz="600" b="0" dirty="0" err="1">
                          <a:solidFill>
                            <a:schemeClr val="tx1">
                              <a:lumMod val="50000"/>
                              <a:lumOff val="50000"/>
                            </a:schemeClr>
                          </a:solidFill>
                          <a:effectLst/>
                        </a:rPr>
                        <a:t>에스케이텔레콤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케이티</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엘지유플러스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한국케이블텔레콤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LG헬로비전</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에스케이텔링크</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주민등록번호 앞7자리(또는 생년월일, 성별, 내외국인구분, 성명), 휴대전화 또는 유선전화 번호, 거래 내역, 휴대폰결제 비밀번호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latinLnBrk="1"/>
                      <a:endParaRPr lang="ko-KR" altLang="en-US" sz="600" dirty="0">
                        <a:solidFill>
                          <a:schemeClr val="tx1">
                            <a:lumMod val="50000"/>
                            <a:lumOff val="50000"/>
                          </a:schemeClr>
                        </a:solidFill>
                      </a:endParaRPr>
                    </a:p>
                  </a:txBody>
                  <a:tcPr marL="45720" marR="4572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41" name="직사각형 40">
            <a:extLst>
              <a:ext uri="{FF2B5EF4-FFF2-40B4-BE49-F238E27FC236}">
                <a16:creationId xmlns:a16="http://schemas.microsoft.com/office/drawing/2014/main" id="{E87DF995-561A-2D10-4FF6-76A82708BD9E}"/>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9" name="Rounded Rectangle 27">
            <a:extLst>
              <a:ext uri="{FF2B5EF4-FFF2-40B4-BE49-F238E27FC236}">
                <a16:creationId xmlns:a16="http://schemas.microsoft.com/office/drawing/2014/main" id="{99E9D14E-2F9F-87CA-CFE8-94F2688D3730}"/>
              </a:ext>
            </a:extLst>
          </p:cNvPr>
          <p:cNvSpPr/>
          <p:nvPr/>
        </p:nvSpPr>
        <p:spPr>
          <a:xfrm>
            <a:off x="3762774" y="755228"/>
            <a:ext cx="7146469" cy="61131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[개인정보 수집 및 위탁동의]</a:t>
            </a:r>
          </a:p>
          <a:p>
            <a:r>
              <a:rPr lang="ko-KR" altLang="ko-KR" sz="700" dirty="0">
                <a:solidFill>
                  <a:schemeClr val="tx1"/>
                </a:solidFill>
                <a:ea typeface="맑은 고딕"/>
              </a:rPr>
              <a:t>제1조. 개인(신용)정보 제3자 </a:t>
            </a:r>
            <a:r>
              <a:rPr lang="ko-KR" altLang="ko-KR" sz="700" dirty="0" err="1">
                <a:solidFill>
                  <a:schemeClr val="tx1"/>
                </a:solidFill>
                <a:ea typeface="맑은 고딕"/>
              </a:rPr>
              <a:t>제공·조회</a:t>
            </a:r>
            <a:endParaRPr lang="ko-KR" altLang="ko-KR" sz="700" dirty="0">
              <a:solidFill>
                <a:schemeClr val="tx1"/>
              </a:solidFill>
              <a:ea typeface="맑은 고딕"/>
            </a:endParaRPr>
          </a:p>
          <a:p>
            <a:pPr fontAlgn="t"/>
            <a:r>
              <a:rPr lang="ko-KR" altLang="ko-KR" sz="700" dirty="0">
                <a:solidFill>
                  <a:schemeClr val="tx1"/>
                </a:solidFill>
                <a:ea typeface="맑은 고딕"/>
              </a:rPr>
              <a:t>(1) 개인(신용)정보 제3자 제공 회사는 이용자의 개인정보를 본 개인정보처리방침에서 고지한 범위 내에서 사용하며, 이용자의 사전 동의 없이 동 범위를 초과하여 이용하거나 이용자의 개인 정보를 제3자에게 제공하지 않습니다. 다만, 관련 법령에 의하거나, 수사 목적으로 법령에 정해진 절차와 방법에 따라 수사기관 등에 개인정보를 제공하여야 하는 경우는 예외로 합니다. 회사의 서비스 이행을 위하여 개인정보를 제3자에게 제공하고 있는 경우는 다음과 같습니다.</a:t>
            </a:r>
          </a:p>
        </p:txBody>
      </p:sp>
      <p:graphicFrame>
        <p:nvGraphicFramePr>
          <p:cNvPr id="33" name="표 32">
            <a:extLst>
              <a:ext uri="{FF2B5EF4-FFF2-40B4-BE49-F238E27FC236}">
                <a16:creationId xmlns:a16="http://schemas.microsoft.com/office/drawing/2014/main" id="{01AD62E3-BACE-E1CF-3345-7A3849601373}"/>
              </a:ext>
            </a:extLst>
          </p:cNvPr>
          <p:cNvGraphicFramePr>
            <a:graphicFrameLocks noGrp="1"/>
          </p:cNvGraphicFramePr>
          <p:nvPr>
            <p:extLst>
              <p:ext uri="{D42A27DB-BD31-4B8C-83A1-F6EECF244321}">
                <p14:modId xmlns:p14="http://schemas.microsoft.com/office/powerpoint/2010/main" val="1909674294"/>
              </p:ext>
            </p:extLst>
          </p:nvPr>
        </p:nvGraphicFramePr>
        <p:xfrm>
          <a:off x="3823193" y="1461115"/>
          <a:ext cx="8190803" cy="5127501"/>
        </p:xfrm>
        <a:graphic>
          <a:graphicData uri="http://schemas.openxmlformats.org/drawingml/2006/table">
            <a:tbl>
              <a:tblPr firstRow="1" bandRow="1">
                <a:tableStyleId>{2D5ABB26-0587-4C30-8999-92F81FD0307C}</a:tableStyleId>
              </a:tblPr>
              <a:tblGrid>
                <a:gridCol w="1820450">
                  <a:extLst>
                    <a:ext uri="{9D8B030D-6E8A-4147-A177-3AD203B41FA5}">
                      <a16:colId xmlns:a16="http://schemas.microsoft.com/office/drawing/2014/main" val="4091608331"/>
                    </a:ext>
                  </a:extLst>
                </a:gridCol>
                <a:gridCol w="1971775">
                  <a:extLst>
                    <a:ext uri="{9D8B030D-6E8A-4147-A177-3AD203B41FA5}">
                      <a16:colId xmlns:a16="http://schemas.microsoft.com/office/drawing/2014/main" val="71737442"/>
                    </a:ext>
                  </a:extLst>
                </a:gridCol>
                <a:gridCol w="2578479">
                  <a:extLst>
                    <a:ext uri="{9D8B030D-6E8A-4147-A177-3AD203B41FA5}">
                      <a16:colId xmlns:a16="http://schemas.microsoft.com/office/drawing/2014/main" val="2230302264"/>
                    </a:ext>
                  </a:extLst>
                </a:gridCol>
                <a:gridCol w="1820099">
                  <a:extLst>
                    <a:ext uri="{9D8B030D-6E8A-4147-A177-3AD203B41FA5}">
                      <a16:colId xmlns:a16="http://schemas.microsoft.com/office/drawing/2014/main" val="1959754742"/>
                    </a:ext>
                  </a:extLst>
                </a:gridCol>
              </a:tblGrid>
              <a:tr h="96745">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193491">
                <a:tc>
                  <a:txBody>
                    <a:bodyPr/>
                    <a:lstStyle/>
                    <a:p>
                      <a:pPr algn="ctr" fontAlgn="ctr" latinLnBrk="1">
                        <a:buNone/>
                      </a:pPr>
                      <a:r>
                        <a:rPr lang="ko-KR" sz="600" b="0" dirty="0">
                          <a:solidFill>
                            <a:schemeClr val="tx1">
                              <a:lumMod val="50000"/>
                              <a:lumOff val="50000"/>
                            </a:schemeClr>
                          </a:solidFill>
                          <a:effectLst/>
                        </a:rPr>
                        <a:t>휴대폰 결제를 위한 이용자 본인 확인 및 거래 승인, 이용자의 실시간 미납정보 확인</a:t>
                      </a:r>
                      <a:endParaRPr lang="ko-KR" sz="600" b="0"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a:t>
                      </a:r>
                      <a:r>
                        <a:rPr lang="ko-KR" sz="600" b="0" dirty="0" err="1">
                          <a:solidFill>
                            <a:schemeClr val="tx1">
                              <a:lumMod val="50000"/>
                              <a:lumOff val="50000"/>
                            </a:schemeClr>
                          </a:solidFill>
                          <a:effectLst/>
                        </a:rPr>
                        <a:t>에스케이텔레콤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케이티</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엘지유플러스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한국케이블텔레콤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LG헬로비전</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에스케이텔링크</a:t>
                      </a:r>
                      <a:endParaRPr lang="ko-KR" sz="600" b="0"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주민등록번호 앞7자리(또는 생년월일, 성별, 내외국인구분, 성명), 휴대전화 또는 유선전화 번호, 거래 내역, 휴대폰결제 비밀번호</a:t>
                      </a:r>
                      <a:endParaRPr lang="ko-KR" sz="600" b="0"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rowSpan="23">
                  <a:txBody>
                    <a:bodyPr/>
                    <a:lstStyle/>
                    <a:p>
                      <a:pPr algn="ctr" latinLnBrk="1"/>
                      <a:r>
                        <a:rPr lang="ko-KR" altLang="ko-KR" sz="600" b="0" kern="1200" dirty="0">
                          <a:solidFill>
                            <a:schemeClr val="tx1">
                              <a:lumMod val="50000"/>
                              <a:lumOff val="50000"/>
                            </a:schemeClr>
                          </a:solidFill>
                          <a:effectLst/>
                          <a:latin typeface="+mn-lt"/>
                          <a:ea typeface="+mn-ea"/>
                          <a:cs typeface="+mn-cs"/>
                        </a:rPr>
                        <a:t>건당 1만원 초과 : 5년</a:t>
                      </a:r>
                      <a:br>
                        <a:rPr lang="ko-KR" altLang="ko-KR" sz="600" b="0" kern="1200" dirty="0">
                          <a:solidFill>
                            <a:schemeClr val="tx1">
                              <a:lumMod val="50000"/>
                              <a:lumOff val="50000"/>
                            </a:schemeClr>
                          </a:solidFill>
                          <a:effectLst/>
                          <a:latin typeface="+mn-lt"/>
                          <a:ea typeface="+mn-ea"/>
                          <a:cs typeface="+mn-cs"/>
                        </a:rPr>
                      </a:br>
                      <a:r>
                        <a:rPr lang="ko-KR" altLang="ko-KR" sz="600" b="0" kern="1200" dirty="0">
                          <a:solidFill>
                            <a:schemeClr val="tx1">
                              <a:lumMod val="50000"/>
                              <a:lumOff val="50000"/>
                            </a:schemeClr>
                          </a:solidFill>
                          <a:effectLst/>
                          <a:latin typeface="+mn-lt"/>
                          <a:ea typeface="+mn-ea"/>
                          <a:cs typeface="+mn-cs"/>
                        </a:rPr>
                        <a:t>건당 1만원 이하 : 1년</a:t>
                      </a:r>
                      <a:br>
                        <a:rPr lang="ko-KR" altLang="ko-KR" sz="600" b="0" kern="1200" dirty="0">
                          <a:solidFill>
                            <a:schemeClr val="tx1">
                              <a:lumMod val="50000"/>
                              <a:lumOff val="50000"/>
                            </a:schemeClr>
                          </a:solidFill>
                          <a:effectLst/>
                          <a:latin typeface="+mn-lt"/>
                          <a:ea typeface="+mn-ea"/>
                          <a:cs typeface="+mn-cs"/>
                        </a:rPr>
                      </a:br>
                      <a:r>
                        <a:rPr lang="ko-KR" altLang="ko-KR" sz="600" b="0" kern="1200" dirty="0">
                          <a:solidFill>
                            <a:schemeClr val="tx1">
                              <a:lumMod val="50000"/>
                              <a:lumOff val="50000"/>
                            </a:schemeClr>
                          </a:solidFill>
                          <a:effectLst/>
                          <a:latin typeface="+mn-lt"/>
                          <a:ea typeface="+mn-ea"/>
                          <a:cs typeface="+mn-cs"/>
                        </a:rPr>
                        <a:t>(단, 관련 법령에서 달리 정하고 있는 경우 그에 따름)</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96745">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 및 </a:t>
                      </a:r>
                      <a:r>
                        <a:rPr lang="en-US" altLang="ko-KR" sz="600" b="0" kern="1200" dirty="0">
                          <a:solidFill>
                            <a:schemeClr val="tx1">
                              <a:lumMod val="50000"/>
                              <a:lumOff val="50000"/>
                            </a:schemeClr>
                          </a:solidFill>
                          <a:effectLst/>
                          <a:latin typeface="+mn-lt"/>
                          <a:ea typeface="+mn-ea"/>
                          <a:cs typeface="+mn-cs"/>
                        </a:rPr>
                        <a:t>CI, </a:t>
                      </a:r>
                      <a:r>
                        <a:rPr lang="en-US" altLang="ko-KR" sz="600" b="0" kern="1200" dirty="0" err="1">
                          <a:solidFill>
                            <a:schemeClr val="tx1">
                              <a:lumMod val="50000"/>
                              <a:lumOff val="50000"/>
                            </a:schemeClr>
                          </a:solidFill>
                          <a:effectLst/>
                          <a:latin typeface="+mn-lt"/>
                          <a:ea typeface="+mn-ea"/>
                          <a:cs typeface="+mn-cs"/>
                        </a:rPr>
                        <a:t>DI</a:t>
                      </a:r>
                      <a:r>
                        <a:rPr lang="ko-KR" altLang="en-US" sz="600" b="0" kern="1200" dirty="0" err="1">
                          <a:solidFill>
                            <a:schemeClr val="tx1">
                              <a:lumMod val="50000"/>
                              <a:lumOff val="50000"/>
                            </a:schemeClr>
                          </a:solidFill>
                          <a:effectLst/>
                          <a:latin typeface="+mn-lt"/>
                          <a:ea typeface="+mn-ea"/>
                          <a:cs typeface="+mn-cs"/>
                        </a:rPr>
                        <a:t>수신</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에스케이텔레콤</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케이티</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엘지유플러스</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성명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남녀구분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휴대폰번호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7789925"/>
                  </a:ext>
                </a:extLst>
              </a:tr>
              <a:tr h="483727">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거래 승인 여부 확인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취소 및 환불</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거래 대금의 정산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거래 내역 요청에 대한 응대 및 확인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 결제 간소화 서비스 제공</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이용자의 거래 상대방</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재판매사</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엔에이치엔한국사이버결제</a:t>
                      </a:r>
                      <a:r>
                        <a:rPr lang="ko-KR" altLang="en-US" sz="600" b="0" kern="1200" dirty="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휴대전화 또는 유선전화 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휴대전화 또는 유선전화의 통신사 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거래 승인 여부</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거래 승인 실패 원인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결제 한도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이메일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고유번호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결제정보와 연동된 간편결제 </a:t>
                      </a:r>
                      <a:r>
                        <a:rPr lang="en-US" altLang="ko-KR" sz="600" b="0" kern="1200" dirty="0" err="1">
                          <a:solidFill>
                            <a:schemeClr val="tx1">
                              <a:lumMod val="50000"/>
                              <a:lumOff val="50000"/>
                            </a:schemeClr>
                          </a:solidFill>
                          <a:effectLst/>
                          <a:latin typeface="+mn-lt"/>
                          <a:ea typeface="+mn-ea"/>
                          <a:cs typeface="+mn-cs"/>
                        </a:rPr>
                        <a:t>key</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남녀구분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연계정보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중복가입확인정보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인증여부</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 등급</a:t>
                      </a:r>
                      <a:r>
                        <a:rPr lang="en-US" altLang="ko-KR" sz="600" b="0" kern="1200" dirty="0">
                          <a:solidFill>
                            <a:schemeClr val="tx1">
                              <a:lumMod val="50000"/>
                              <a:lumOff val="50000"/>
                            </a:schemeClr>
                          </a:solidFill>
                          <a:effectLst/>
                          <a:latin typeface="+mn-lt"/>
                          <a:ea typeface="+mn-ea"/>
                          <a:cs typeface="+mn-cs"/>
                        </a:rPr>
                        <a:t>, DI, </a:t>
                      </a:r>
                      <a:r>
                        <a:rPr lang="ko-KR" altLang="en-US" sz="600" b="0" kern="1200" dirty="0">
                          <a:solidFill>
                            <a:schemeClr val="tx1">
                              <a:lumMod val="50000"/>
                              <a:lumOff val="50000"/>
                            </a:schemeClr>
                          </a:solidFill>
                          <a:effectLst/>
                          <a:latin typeface="+mn-lt"/>
                          <a:ea typeface="+mn-ea"/>
                          <a:cs typeface="+mn-cs"/>
                        </a:rPr>
                        <a:t>통신사 가입일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연체정보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통신과금서비스</a:t>
                      </a:r>
                      <a:r>
                        <a:rPr lang="ko-KR" altLang="en-US" sz="600" b="0" kern="1200" dirty="0">
                          <a:solidFill>
                            <a:schemeClr val="tx1">
                              <a:lumMod val="50000"/>
                              <a:lumOff val="50000"/>
                            </a:schemeClr>
                          </a:solidFill>
                          <a:effectLst/>
                          <a:latin typeface="+mn-lt"/>
                          <a:ea typeface="+mn-ea"/>
                          <a:cs typeface="+mn-cs"/>
                        </a:rPr>
                        <a:t> 수납방법</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62851153"/>
                  </a:ext>
                </a:extLst>
              </a:tr>
              <a:tr h="96745">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폰 결제 간소화 서비스 제공</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한국전화결제산업협회</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고유번호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결제정보와 연동된 간편결제 </a:t>
                      </a:r>
                      <a:r>
                        <a:rPr lang="en-US" altLang="ko-KR" sz="600" b="0" kern="1200" dirty="0">
                          <a:solidFill>
                            <a:schemeClr val="tx1">
                              <a:lumMod val="50000"/>
                              <a:lumOff val="50000"/>
                            </a:schemeClr>
                          </a:solidFill>
                          <a:effectLst/>
                          <a:latin typeface="+mn-lt"/>
                          <a:ea typeface="+mn-ea"/>
                          <a:cs typeface="+mn-cs"/>
                        </a:rPr>
                        <a:t>key), USER ID</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664722331"/>
                  </a:ext>
                </a:extLst>
              </a:tr>
              <a:tr h="193491">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휴대폰인증보호서비스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휴대폰번호도용방지서비스해지 및 서비스 안내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휴대폰안심결제서비스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㈜엠드림커뮤니케이션</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민앤지</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한국결제인증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휴대전화번호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490615522"/>
                  </a:ext>
                </a:extLst>
              </a:tr>
              <a:tr h="193491">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결제 간소화 서비스를 위한 이용자 본인 인증 및 거래승인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㈜다날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갤럭시아커뮤니케이션즈㈜</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에스케이플레닛</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한국사이버결제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페이레터</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주민등록번호 앞</a:t>
                      </a:r>
                      <a:r>
                        <a:rPr lang="en-US" altLang="ko-KR" sz="600" b="0" kern="1200" dirty="0">
                          <a:solidFill>
                            <a:schemeClr val="tx1">
                              <a:lumMod val="50000"/>
                              <a:lumOff val="50000"/>
                            </a:schemeClr>
                          </a:solidFill>
                          <a:effectLst/>
                          <a:latin typeface="+mn-lt"/>
                          <a:ea typeface="+mn-ea"/>
                          <a:cs typeface="+mn-cs"/>
                        </a:rPr>
                        <a:t>7</a:t>
                      </a:r>
                      <a:r>
                        <a:rPr lang="ko-KR" altLang="en-US" sz="600" b="0" kern="1200" dirty="0">
                          <a:solidFill>
                            <a:schemeClr val="tx1">
                              <a:lumMod val="50000"/>
                              <a:lumOff val="50000"/>
                            </a:schemeClr>
                          </a:solidFill>
                          <a:effectLst/>
                          <a:latin typeface="+mn-lt"/>
                          <a:ea typeface="+mn-ea"/>
                          <a:cs typeface="+mn-cs"/>
                        </a:rPr>
                        <a:t>자리</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또는 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내외국인구분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휴대전화 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고유번호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결제정보와 연동된 간편결제 </a:t>
                      </a:r>
                      <a:r>
                        <a:rPr lang="en-US" altLang="ko-KR" sz="600" b="0" kern="1200" dirty="0">
                          <a:solidFill>
                            <a:schemeClr val="tx1">
                              <a:lumMod val="50000"/>
                              <a:lumOff val="50000"/>
                            </a:schemeClr>
                          </a:solidFill>
                          <a:effectLst/>
                          <a:latin typeface="+mn-lt"/>
                          <a:ea typeface="+mn-ea"/>
                          <a:cs typeface="+mn-cs"/>
                        </a:rPr>
                        <a:t>key)</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98230217"/>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이용자 소득공제신청</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국세청</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월별사용금액</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연간 </a:t>
                      </a:r>
                      <a:r>
                        <a:rPr lang="ko-KR" altLang="en-US" sz="600" b="0" kern="1200" dirty="0" err="1">
                          <a:solidFill>
                            <a:schemeClr val="tx1">
                              <a:lumMod val="50000"/>
                              <a:lumOff val="50000"/>
                            </a:schemeClr>
                          </a:solidFill>
                          <a:effectLst/>
                          <a:latin typeface="+mn-lt"/>
                          <a:ea typeface="+mn-ea"/>
                          <a:cs typeface="+mn-cs"/>
                        </a:rPr>
                        <a:t>총금액</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61025559"/>
                  </a:ext>
                </a:extLst>
              </a:tr>
              <a:tr h="677218">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신용카드 결제 거래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신용카드사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비씨</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롯데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삼성</a:t>
                      </a:r>
                      <a:r>
                        <a:rPr lang="en-US" altLang="ko-KR" sz="600" b="0" kern="1200">
                          <a:solidFill>
                            <a:schemeClr val="tx1">
                              <a:lumMod val="50000"/>
                              <a:lumOff val="50000"/>
                            </a:schemeClr>
                          </a:solidFill>
                          <a:effectLst/>
                          <a:latin typeface="+mn-lt"/>
                          <a:ea typeface="+mn-ea"/>
                          <a:cs typeface="+mn-cs"/>
                        </a:rPr>
                        <a:t>, NH</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현대</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외환</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 4</a:t>
                      </a:r>
                      <a:r>
                        <a:rPr lang="ko-KR" altLang="en-US" sz="600" b="0" kern="1200">
                          <a:solidFill>
                            <a:schemeClr val="tx1">
                              <a:lumMod val="50000"/>
                              <a:lumOff val="50000"/>
                            </a:schemeClr>
                          </a:solidFill>
                          <a:effectLst/>
                          <a:latin typeface="+mn-lt"/>
                          <a:ea typeface="+mn-ea"/>
                          <a:cs typeface="+mn-cs"/>
                        </a:rPr>
                        <a:t>개 시중 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/SC</a:t>
                      </a:r>
                      <a:r>
                        <a:rPr lang="ko-KR" altLang="en-US" sz="600" b="0" kern="1200">
                          <a:solidFill>
                            <a:schemeClr val="tx1">
                              <a:lumMod val="50000"/>
                              <a:lumOff val="50000"/>
                            </a:schemeClr>
                          </a:solidFill>
                          <a:effectLst/>
                          <a:latin typeface="+mn-lt"/>
                          <a:ea typeface="+mn-ea"/>
                          <a:cs typeface="+mn-cs"/>
                        </a:rPr>
                        <a:t>제일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씨티</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 3</a:t>
                      </a:r>
                      <a:r>
                        <a:rPr lang="ko-KR" altLang="en-US" sz="600" b="0" kern="1200">
                          <a:solidFill>
                            <a:schemeClr val="tx1">
                              <a:lumMod val="50000"/>
                              <a:lumOff val="50000"/>
                            </a:schemeClr>
                          </a:solidFill>
                          <a:effectLst/>
                          <a:latin typeface="+mn-lt"/>
                          <a:ea typeface="+mn-ea"/>
                          <a:cs typeface="+mn-cs"/>
                        </a:rPr>
                        <a:t>개 특수은행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기업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 3</a:t>
                      </a:r>
                      <a:r>
                        <a:rPr lang="ko-KR" altLang="en-US" sz="600" b="0" kern="1200">
                          <a:solidFill>
                            <a:schemeClr val="tx1">
                              <a:lumMod val="50000"/>
                              <a:lumOff val="50000"/>
                            </a:schemeClr>
                          </a:solidFill>
                          <a:effectLst/>
                          <a:latin typeface="+mn-lt"/>
                          <a:ea typeface="+mn-ea"/>
                          <a:cs typeface="+mn-cs"/>
                        </a:rPr>
                        <a:t>개 지방은행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대구</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부산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경남</a:t>
                      </a:r>
                      <a:r>
                        <a:rPr lang="en-US" altLang="ko-KR" sz="600" b="0" kern="1200">
                          <a:solidFill>
                            <a:schemeClr val="tx1">
                              <a:lumMod val="50000"/>
                              <a:lumOff val="50000"/>
                            </a:schemeClr>
                          </a:solidFill>
                          <a:effectLst/>
                          <a:latin typeface="+mn-lt"/>
                          <a:ea typeface="+mn-ea"/>
                          <a:cs typeface="+mn-cs"/>
                        </a:rPr>
                        <a:t>), 1</a:t>
                      </a:r>
                      <a:r>
                        <a:rPr lang="ko-KR" altLang="en-US" sz="600" b="0" kern="1200">
                          <a:solidFill>
                            <a:schemeClr val="tx1">
                              <a:lumMod val="50000"/>
                              <a:lumOff val="50000"/>
                            </a:schemeClr>
                          </a:solidFill>
                          <a:effectLst/>
                          <a:latin typeface="+mn-lt"/>
                          <a:ea typeface="+mn-ea"/>
                          <a:cs typeface="+mn-cs"/>
                        </a:rPr>
                        <a:t>개 전업카드사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a:t>
                      </a:r>
                      <a:r>
                        <a:rPr lang="en-US" altLang="ko-KR" sz="600" b="0" kern="1200">
                          <a:solidFill>
                            <a:schemeClr val="tx1">
                              <a:lumMod val="50000"/>
                              <a:lumOff val="50000"/>
                            </a:schemeClr>
                          </a:solidFill>
                          <a:effectLst/>
                          <a:latin typeface="+mn-lt"/>
                          <a:ea typeface="+mn-ea"/>
                          <a:cs typeface="+mn-cs"/>
                        </a:rPr>
                        <a:t>), NICE</a:t>
                      </a:r>
                      <a:r>
                        <a:rPr lang="ko-KR" altLang="en-US" sz="600" b="0" kern="1200">
                          <a:solidFill>
                            <a:schemeClr val="tx1">
                              <a:lumMod val="50000"/>
                              <a:lumOff val="50000"/>
                            </a:schemeClr>
                          </a:solidFill>
                          <a:effectLst/>
                          <a:latin typeface="+mn-lt"/>
                          <a:ea typeface="+mn-ea"/>
                          <a:cs typeface="+mn-cs"/>
                        </a:rPr>
                        <a:t>정보통신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브이피㈜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스마트로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저축은행</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수협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신협</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우체국</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산업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광주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전북</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제주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금융결제원</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코밴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한국신용카드결제㈜</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한국정보통신㈜</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거래정보</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서비스를 구매하기 위해 제공하는 각 결제수단별 제반정보로 카드사명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카드번호</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일부</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은행명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예금주명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통신사명</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휴대폰번호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상품권</a:t>
                      </a:r>
                      <a:r>
                        <a:rPr lang="en-US" altLang="ko-KR" sz="600" b="0" kern="1200" dirty="0" err="1">
                          <a:solidFill>
                            <a:schemeClr val="tx1">
                              <a:lumMod val="50000"/>
                              <a:lumOff val="50000"/>
                            </a:schemeClr>
                          </a:solidFill>
                          <a:effectLst/>
                          <a:latin typeface="+mn-lt"/>
                          <a:ea typeface="+mn-ea"/>
                          <a:cs typeface="+mn-cs"/>
                        </a:rPr>
                        <a:t>ID</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마일리지</a:t>
                      </a:r>
                      <a:r>
                        <a:rPr lang="en-US" altLang="ko-KR" sz="600" b="0" kern="1200" dirty="0" err="1">
                          <a:solidFill>
                            <a:schemeClr val="tx1">
                              <a:lumMod val="50000"/>
                              <a:lumOff val="50000"/>
                            </a:schemeClr>
                          </a:solidFill>
                          <a:effectLst/>
                          <a:latin typeface="+mn-lt"/>
                          <a:ea typeface="+mn-ea"/>
                          <a:cs typeface="+mn-cs"/>
                        </a:rPr>
                        <a:t>ID</a:t>
                      </a:r>
                      <a:r>
                        <a:rPr lang="ko-KR" altLang="en-US" sz="600" b="0" kern="1200" dirty="0">
                          <a:solidFill>
                            <a:schemeClr val="tx1">
                              <a:lumMod val="50000"/>
                              <a:lumOff val="50000"/>
                            </a:schemeClr>
                          </a:solidFill>
                          <a:effectLst/>
                          <a:latin typeface="+mn-lt"/>
                          <a:ea typeface="+mn-ea"/>
                          <a:cs typeface="+mn-cs"/>
                        </a:rPr>
                        <a:t> 등</a:t>
                      </a:r>
                      <a:r>
                        <a:rPr lang="en-US" altLang="ko-KR" sz="600" b="0" kern="1200" dirty="0">
                          <a:solidFill>
                            <a:schemeClr val="tx1">
                              <a:lumMod val="50000"/>
                              <a:lumOff val="50000"/>
                            </a:schemeClr>
                          </a:solidFill>
                          <a:effectLst/>
                          <a:latin typeface="+mn-lt"/>
                          <a:ea typeface="+mn-ea"/>
                          <a:cs typeface="+mn-cs"/>
                        </a:rPr>
                        <a:t>), IP </a:t>
                      </a:r>
                      <a:r>
                        <a:rPr lang="en-US" altLang="ko-KR" sz="600" b="0" kern="1200" dirty="0" err="1">
                          <a:solidFill>
                            <a:schemeClr val="tx1">
                              <a:lumMod val="50000"/>
                              <a:lumOff val="50000"/>
                            </a:schemeClr>
                          </a:solidFill>
                          <a:effectLst/>
                          <a:latin typeface="+mn-lt"/>
                          <a:ea typeface="+mn-ea"/>
                          <a:cs typeface="+mn-cs"/>
                        </a:rPr>
                        <a:t>Address</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01110669"/>
                  </a:ext>
                </a:extLst>
              </a:tr>
              <a:tr h="193491">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권 결제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한국문화진흥</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한국도서보급</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해피머니아이엔씨</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한국페이즈서비스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88210718"/>
                  </a:ext>
                </a:extLst>
              </a:tr>
              <a:tr h="677218">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계좌이체 결제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금융결제원</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토스페이먼츠 주식회사</a:t>
                      </a:r>
                      <a:br>
                        <a:rPr lang="ko-KR" altLang="en-US" sz="600" b="0" kern="1200">
                          <a:solidFill>
                            <a:schemeClr val="tx1">
                              <a:lumMod val="50000"/>
                              <a:lumOff val="50000"/>
                            </a:schemeClr>
                          </a:solidFill>
                          <a:effectLst/>
                          <a:latin typeface="+mn-lt"/>
                          <a:ea typeface="+mn-ea"/>
                          <a:cs typeface="+mn-cs"/>
                        </a:rPr>
                      </a:b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경남</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광주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부산 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새마을금고</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수협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우체국</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전북</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제주</a:t>
                      </a:r>
                      <a:r>
                        <a:rPr lang="en-US" altLang="ko-KR" sz="600" b="0" kern="1200">
                          <a:solidFill>
                            <a:schemeClr val="tx1">
                              <a:lumMod val="50000"/>
                              <a:lumOff val="50000"/>
                            </a:schemeClr>
                          </a:solidFill>
                          <a:effectLst/>
                          <a:latin typeface="+mn-lt"/>
                          <a:ea typeface="+mn-ea"/>
                          <a:cs typeface="+mn-cs"/>
                        </a:rPr>
                        <a:t>/KEB</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씨티</a:t>
                      </a:r>
                      <a:r>
                        <a:rPr lang="en-US" altLang="ko-KR" sz="600" b="0" kern="1200">
                          <a:solidFill>
                            <a:schemeClr val="tx1">
                              <a:lumMod val="50000"/>
                              <a:lumOff val="50000"/>
                            </a:schemeClr>
                          </a:solidFill>
                          <a:effectLst/>
                          <a:latin typeface="+mn-lt"/>
                          <a:ea typeface="+mn-ea"/>
                          <a:cs typeface="+mn-cs"/>
                        </a:rPr>
                        <a:t>/SC</a:t>
                      </a:r>
                      <a:r>
                        <a:rPr lang="ko-KR" altLang="en-US" sz="600" b="0" kern="1200">
                          <a:solidFill>
                            <a:schemeClr val="tx1">
                              <a:lumMod val="50000"/>
                              <a:lumOff val="50000"/>
                            </a:schemeClr>
                          </a:solidFill>
                          <a:effectLst/>
                          <a:latin typeface="+mn-lt"/>
                          <a:ea typeface="+mn-ea"/>
                          <a:cs typeface="+mn-cs"/>
                        </a:rPr>
                        <a:t>제일은행</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산림조합</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카카오뱅크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케이뱅크㈜</a:t>
                      </a:r>
                      <a:br>
                        <a:rPr lang="ko-KR" altLang="en-US" sz="600" b="0" kern="1200">
                          <a:solidFill>
                            <a:schemeClr val="tx1">
                              <a:lumMod val="50000"/>
                              <a:lumOff val="50000"/>
                            </a:schemeClr>
                          </a:solidFill>
                          <a:effectLst/>
                          <a:latin typeface="+mn-lt"/>
                          <a:ea typeface="+mn-ea"/>
                          <a:cs typeface="+mn-cs"/>
                        </a:rPr>
                      </a:b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유안타</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현대</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미래에셋</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한투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우리투자 </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하이투자</a:t>
                      </a:r>
                      <a:r>
                        <a:rPr lang="en-US" altLang="ko-KR" sz="600" b="0" kern="1200">
                          <a:solidFill>
                            <a:schemeClr val="tx1">
                              <a:lumMod val="50000"/>
                              <a:lumOff val="50000"/>
                            </a:schemeClr>
                          </a:solidFill>
                          <a:effectLst/>
                          <a:latin typeface="+mn-lt"/>
                          <a:ea typeface="+mn-ea"/>
                          <a:cs typeface="+mn-cs"/>
                        </a:rPr>
                        <a:t>/HMC</a:t>
                      </a:r>
                      <a:r>
                        <a:rPr lang="ko-KR" altLang="en-US" sz="600" b="0" kern="1200">
                          <a:solidFill>
                            <a:schemeClr val="tx1">
                              <a:lumMod val="50000"/>
                              <a:lumOff val="50000"/>
                            </a:schemeClr>
                          </a:solidFill>
                          <a:effectLst/>
                          <a:latin typeface="+mn-lt"/>
                          <a:ea typeface="+mn-ea"/>
                          <a:cs typeface="+mn-cs"/>
                        </a:rPr>
                        <a:t>투자</a:t>
                      </a:r>
                      <a:r>
                        <a:rPr lang="en-US" altLang="ko-KR" sz="600" b="0" kern="1200">
                          <a:solidFill>
                            <a:schemeClr val="tx1">
                              <a:lumMod val="50000"/>
                              <a:lumOff val="50000"/>
                            </a:schemeClr>
                          </a:solidFill>
                          <a:effectLst/>
                          <a:latin typeface="+mn-lt"/>
                          <a:ea typeface="+mn-ea"/>
                          <a:cs typeface="+mn-cs"/>
                        </a:rPr>
                        <a:t>/SK/</a:t>
                      </a:r>
                      <a:r>
                        <a:rPr lang="ko-KR" altLang="en-US" sz="600" b="0" kern="1200">
                          <a:solidFill>
                            <a:schemeClr val="tx1">
                              <a:lumMod val="50000"/>
                              <a:lumOff val="50000"/>
                            </a:schemeClr>
                          </a:solidFill>
                          <a:effectLst/>
                          <a:latin typeface="+mn-lt"/>
                          <a:ea typeface="+mn-ea"/>
                          <a:cs typeface="+mn-cs"/>
                        </a:rPr>
                        <a:t>대신</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하나대투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신한금융</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동부</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유진투자</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메리츠</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신영</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삼성</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한화</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대우증권</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609838497"/>
                  </a:ext>
                </a:extLst>
              </a:tr>
              <a:tr h="290236">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간편결제</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카카오페이</a:t>
                      </a:r>
                      <a:r>
                        <a:rPr lang="en-US" altLang="ko-KR" sz="600" b="0" kern="1200">
                          <a:solidFill>
                            <a:schemeClr val="tx1">
                              <a:lumMod val="50000"/>
                              <a:lumOff val="50000"/>
                            </a:schemeClr>
                          </a:solidFill>
                          <a:effectLst/>
                          <a:latin typeface="+mn-lt"/>
                          <a:ea typeface="+mn-ea"/>
                          <a:cs typeface="+mn-cs"/>
                        </a:rPr>
                        <a:t>(LG CNS, </a:t>
                      </a:r>
                      <a:r>
                        <a:rPr lang="ko-KR" altLang="en-US" sz="600" b="0" kern="1200">
                          <a:solidFill>
                            <a:schemeClr val="tx1">
                              <a:lumMod val="50000"/>
                              <a:lumOff val="50000"/>
                            </a:schemeClr>
                          </a:solidFill>
                          <a:effectLst/>
                          <a:latin typeface="+mn-lt"/>
                          <a:ea typeface="+mn-ea"/>
                          <a:cs typeface="+mn-cs"/>
                        </a:rPr>
                        <a:t>카카오페이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삼성페이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삼성전자</a:t>
                      </a:r>
                      <a:r>
                        <a:rPr lang="en-US" altLang="ko-KR" sz="600" b="0" kern="1200">
                          <a:solidFill>
                            <a:schemeClr val="tx1">
                              <a:lumMod val="50000"/>
                              <a:lumOff val="50000"/>
                            </a:schemeClr>
                          </a:solidFill>
                          <a:effectLst/>
                          <a:latin typeface="+mn-lt"/>
                          <a:ea typeface="+mn-ea"/>
                          <a:cs typeface="+mn-cs"/>
                        </a:rPr>
                        <a:t>), SSG PAY(</a:t>
                      </a:r>
                      <a:r>
                        <a:rPr lang="ko-KR" altLang="en-US" sz="600" b="0" kern="1200">
                          <a:solidFill>
                            <a:schemeClr val="tx1">
                              <a:lumMod val="50000"/>
                              <a:lumOff val="50000"/>
                            </a:schemeClr>
                          </a:solidFill>
                          <a:effectLst/>
                          <a:latin typeface="+mn-lt"/>
                          <a:ea typeface="+mn-ea"/>
                          <a:cs typeface="+mn-cs"/>
                        </a:rPr>
                        <a:t>주식회사 에스에스지닷컴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엔에이치엔페이코</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롯데멤버스㈜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토스페이먼츠 주식회사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886979827"/>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가상계좌 결제</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㈜쿠콘</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세틀뱅크</a:t>
                      </a:r>
                      <a:r>
                        <a:rPr lang="en-US" altLang="ko-KR" sz="600" b="0" kern="1200">
                          <a:solidFill>
                            <a:schemeClr val="tx1">
                              <a:lumMod val="50000"/>
                              <a:lumOff val="50000"/>
                            </a:schemeClr>
                          </a:solidFill>
                          <a:effectLst/>
                          <a:latin typeface="+mn-lt"/>
                          <a:ea typeface="+mn-ea"/>
                          <a:cs typeface="+mn-cs"/>
                        </a:rPr>
                        <a:t>, KG</a:t>
                      </a:r>
                      <a:r>
                        <a:rPr lang="ko-KR" altLang="en-US" sz="600" b="0" kern="1200">
                          <a:solidFill>
                            <a:schemeClr val="tx1">
                              <a:lumMod val="50000"/>
                              <a:lumOff val="50000"/>
                            </a:schemeClr>
                          </a:solidFill>
                          <a:effectLst/>
                          <a:latin typeface="+mn-lt"/>
                          <a:ea typeface="+mn-ea"/>
                          <a:cs typeface="+mn-cs"/>
                        </a:rPr>
                        <a:t>이니시스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농협</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52009412"/>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현금영수증 발행</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금융결제원</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케이에스넷</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8601567"/>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마일리지 결제</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아시아나</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endParaRPr lang="ko-KR" altLang="en-US" sz="600" b="0" kern="120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619764659"/>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티머니 결제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㈜티모넷</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결제정보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36987511"/>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포인트결제</a:t>
                      </a:r>
                      <a:r>
                        <a:rPr lang="en-US" altLang="ko-KR" sz="600" b="0" kern="1200">
                          <a:solidFill>
                            <a:schemeClr val="tx1">
                              <a:lumMod val="50000"/>
                              <a:lumOff val="50000"/>
                            </a:schemeClr>
                          </a:solidFill>
                          <a:effectLst/>
                          <a:latin typeface="+mn-lt"/>
                          <a:ea typeface="+mn-ea"/>
                          <a:cs typeface="+mn-cs"/>
                        </a:rPr>
                        <a:t>(okcashbag)</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SK</a:t>
                      </a:r>
                      <a:r>
                        <a:rPr lang="ko-KR" altLang="en-US" sz="600" b="0" kern="1200">
                          <a:solidFill>
                            <a:schemeClr val="tx1">
                              <a:lumMod val="50000"/>
                              <a:lumOff val="50000"/>
                            </a:schemeClr>
                          </a:solidFill>
                          <a:effectLst/>
                          <a:latin typeface="+mn-lt"/>
                          <a:ea typeface="+mn-ea"/>
                          <a:cs typeface="+mn-cs"/>
                        </a:rPr>
                        <a:t>플래닛㈜</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롯데멤버스㈜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거래정보 </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포인트 카드번호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카드비밀번호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고객명 등</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119519018"/>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이용자 본인인증 및 거래 승인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㈜플레이통</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틴캐시</a:t>
                      </a:r>
                      <a:r>
                        <a:rPr lang="ko-KR" altLang="en-US" sz="600" b="0" kern="1200" dirty="0">
                          <a:solidFill>
                            <a:schemeClr val="tx1">
                              <a:lumMod val="50000"/>
                              <a:lumOff val="50000"/>
                            </a:schemeClr>
                          </a:solidFill>
                          <a:effectLst/>
                          <a:latin typeface="+mn-lt"/>
                          <a:ea typeface="+mn-ea"/>
                          <a:cs typeface="+mn-cs"/>
                        </a:rPr>
                        <a:t> 계정 및 비밀번호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200530452"/>
                  </a:ext>
                </a:extLst>
              </a:tr>
              <a:tr h="290236">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신용보험 가입 및 유지 관리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㈜서울보증보험</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보험가입대상정보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소액결제금액</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상품명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결제월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등 신용보험의 설정</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계약체결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유지</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관리에 필요한 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93057880"/>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채권 추심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㈜미래신용정보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중앙신용정보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주소</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미납정보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이름</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50283592"/>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채무불이행자 등록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코리아크레딧뷰로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주</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 등</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주소</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미납정보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349896430"/>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본인인증 결과확인 및 </a:t>
                      </a:r>
                      <a:r>
                        <a:rPr lang="en-US" altLang="ko-KR" sz="600" b="0" kern="1200">
                          <a:solidFill>
                            <a:schemeClr val="tx1">
                              <a:lumMod val="50000"/>
                              <a:lumOff val="50000"/>
                            </a:schemeClr>
                          </a:solidFill>
                          <a:effectLst/>
                          <a:latin typeface="+mn-lt"/>
                          <a:ea typeface="+mn-ea"/>
                          <a:cs typeface="+mn-cs"/>
                        </a:rPr>
                        <a:t>CI, DI</a:t>
                      </a:r>
                      <a:r>
                        <a:rPr lang="ko-KR" altLang="en-US" sz="600" b="0" kern="1200">
                          <a:solidFill>
                            <a:schemeClr val="tx1">
                              <a:lumMod val="50000"/>
                              <a:lumOff val="50000"/>
                            </a:schemeClr>
                          </a:solidFill>
                          <a:effectLst/>
                          <a:latin typeface="+mn-lt"/>
                          <a:ea typeface="+mn-ea"/>
                          <a:cs typeface="+mn-cs"/>
                        </a:rPr>
                        <a:t>수신</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㈜에스케이텔레콤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케이티</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엘지유플러스</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성명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남녀구분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내외국인구분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휴대폰번호</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2184317383"/>
                  </a:ext>
                </a:extLst>
              </a:tr>
              <a:tr h="96745">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해외카드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글로벌서비스 포함</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en-US" altLang="ko-KR" sz="600" b="0" kern="1200">
                          <a:solidFill>
                            <a:schemeClr val="tx1">
                              <a:lumMod val="50000"/>
                              <a:lumOff val="50000"/>
                            </a:schemeClr>
                          </a:solidFill>
                          <a:effectLst/>
                          <a:latin typeface="+mn-lt"/>
                          <a:ea typeface="+mn-ea"/>
                          <a:cs typeface="+mn-cs"/>
                        </a:rPr>
                        <a:t>VISA, MASTER, JCB</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거래정보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카드번호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고객명</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전화번호</a:t>
                      </a:r>
                      <a:r>
                        <a:rPr lang="en-US" altLang="ko-KR" sz="600" b="0" kern="120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972831587"/>
                  </a:ext>
                </a:extLst>
              </a:tr>
              <a:tr h="580472">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본인 확인 인증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나이스신용평가정보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한국신용평가정보㈜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한국신용정보</a:t>
                      </a:r>
                      <a:r>
                        <a:rPr lang="en-US" altLang="ko-KR" sz="600" b="0" kern="1200">
                          <a:solidFill>
                            <a:schemeClr val="tx1">
                              <a:lumMod val="50000"/>
                              <a:lumOff val="50000"/>
                            </a:schemeClr>
                          </a:solidFill>
                          <a:effectLst/>
                          <a:latin typeface="+mn-lt"/>
                          <a:ea typeface="+mn-ea"/>
                          <a:cs typeface="+mn-cs"/>
                        </a:rPr>
                        <a:t>, SKT, KT, LGU+, (</a:t>
                      </a:r>
                      <a:r>
                        <a:rPr lang="ko-KR" altLang="en-US" sz="600" b="0" kern="1200">
                          <a:solidFill>
                            <a:schemeClr val="tx1">
                              <a:lumMod val="50000"/>
                              <a:lumOff val="50000"/>
                            </a:schemeClr>
                          </a:solidFill>
                          <a:effectLst/>
                          <a:latin typeface="+mn-lt"/>
                          <a:ea typeface="+mn-ea"/>
                          <a:cs typeface="+mn-cs"/>
                        </a:rPr>
                        <a:t>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코밴</a:t>
                      </a:r>
                      <a:r>
                        <a:rPr lang="en-US" altLang="ko-KR" sz="600" b="0" kern="1200">
                          <a:solidFill>
                            <a:schemeClr val="tx1">
                              <a:lumMod val="50000"/>
                              <a:lumOff val="50000"/>
                            </a:schemeClr>
                          </a:solidFill>
                          <a:effectLst/>
                          <a:latin typeface="+mn-lt"/>
                          <a:ea typeface="+mn-ea"/>
                          <a:cs typeface="+mn-cs"/>
                        </a:rPr>
                        <a:t>, KIS</a:t>
                      </a:r>
                      <a:r>
                        <a:rPr lang="ko-KR" altLang="en-US" sz="600" b="0" kern="1200">
                          <a:solidFill>
                            <a:schemeClr val="tx1">
                              <a:lumMod val="50000"/>
                              <a:lumOff val="50000"/>
                            </a:schemeClr>
                          </a:solidFill>
                          <a:effectLst/>
                          <a:latin typeface="+mn-lt"/>
                          <a:ea typeface="+mn-ea"/>
                          <a:cs typeface="+mn-cs"/>
                        </a:rPr>
                        <a:t>정보통신</a:t>
                      </a:r>
                      <a:r>
                        <a:rPr lang="en-US" altLang="ko-KR" sz="600" b="0" kern="1200">
                          <a:solidFill>
                            <a:schemeClr val="tx1">
                              <a:lumMod val="50000"/>
                              <a:lumOff val="50000"/>
                            </a:schemeClr>
                          </a:solidFill>
                          <a:effectLst/>
                          <a:latin typeface="+mn-lt"/>
                          <a:ea typeface="+mn-ea"/>
                          <a:cs typeface="+mn-cs"/>
                        </a:rPr>
                        <a:t>, NICE</a:t>
                      </a:r>
                      <a:r>
                        <a:rPr lang="ko-KR" altLang="en-US" sz="600" b="0" kern="1200">
                          <a:solidFill>
                            <a:schemeClr val="tx1">
                              <a:lumMod val="50000"/>
                              <a:lumOff val="50000"/>
                            </a:schemeClr>
                          </a:solidFill>
                          <a:effectLst/>
                          <a:latin typeface="+mn-lt"/>
                          <a:ea typeface="+mn-ea"/>
                          <a:cs typeface="+mn-cs"/>
                        </a:rPr>
                        <a:t>정보통신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브이피㈜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한국신용카드결제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퍼스트 데이터 코리아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케이에스넷 국민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비씨</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롯데</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삼성</a:t>
                      </a:r>
                      <a:r>
                        <a:rPr lang="en-US" altLang="ko-KR" sz="600" b="0" kern="1200">
                          <a:solidFill>
                            <a:schemeClr val="tx1">
                              <a:lumMod val="50000"/>
                              <a:lumOff val="50000"/>
                            </a:schemeClr>
                          </a:solidFill>
                          <a:effectLst/>
                          <a:latin typeface="+mn-lt"/>
                          <a:ea typeface="+mn-ea"/>
                          <a:cs typeface="+mn-cs"/>
                        </a:rPr>
                        <a:t>/NH</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현대</a:t>
                      </a:r>
                      <a:r>
                        <a:rPr lang="en-US" altLang="ko-KR" sz="600" b="0" kern="1200">
                          <a:solidFill>
                            <a:schemeClr val="tx1">
                              <a:lumMod val="50000"/>
                              <a:lumOff val="50000"/>
                            </a:schemeClr>
                          </a:solidFill>
                          <a:effectLst/>
                          <a:latin typeface="+mn-lt"/>
                          <a:ea typeface="+mn-ea"/>
                          <a:cs typeface="+mn-cs"/>
                        </a:rPr>
                        <a:t>/KEB</a:t>
                      </a:r>
                      <a:r>
                        <a:rPr lang="ko-KR" altLang="en-US" sz="600" b="0" kern="1200">
                          <a:solidFill>
                            <a:schemeClr val="tx1">
                              <a:lumMod val="50000"/>
                              <a:lumOff val="50000"/>
                            </a:schemeClr>
                          </a:solidFill>
                          <a:effectLst/>
                          <a:latin typeface="+mn-lt"/>
                          <a:ea typeface="+mn-ea"/>
                          <a:cs typeface="+mn-cs"/>
                        </a:rPr>
                        <a:t>하나</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 경남</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광주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국민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농협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대구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부산</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산업</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새마을금고</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수협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신한</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신협</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우리</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우체국</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전북</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제주</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씨티</a:t>
                      </a:r>
                      <a:r>
                        <a:rPr lang="en-US" altLang="ko-KR" sz="600" b="0" kern="1200">
                          <a:solidFill>
                            <a:schemeClr val="tx1">
                              <a:lumMod val="50000"/>
                              <a:lumOff val="50000"/>
                            </a:schemeClr>
                          </a:solidFill>
                          <a:effectLst/>
                          <a:latin typeface="+mn-lt"/>
                          <a:ea typeface="+mn-ea"/>
                          <a:cs typeface="+mn-cs"/>
                        </a:rPr>
                        <a:t>/SC</a:t>
                      </a:r>
                      <a:r>
                        <a:rPr lang="ko-KR" altLang="en-US" sz="600" b="0" kern="1200">
                          <a:solidFill>
                            <a:schemeClr val="tx1">
                              <a:lumMod val="50000"/>
                              <a:lumOff val="50000"/>
                            </a:schemeClr>
                          </a:solidFill>
                          <a:effectLst/>
                          <a:latin typeface="+mn-lt"/>
                          <a:ea typeface="+mn-ea"/>
                          <a:cs typeface="+mn-cs"/>
                        </a:rPr>
                        <a:t>제일</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생년월일</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성별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휴대폰번호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이동통신사 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내외국인 식별정보</a:t>
                      </a:r>
                      <a:r>
                        <a:rPr lang="en-US" altLang="ko-KR" sz="600" b="0" kern="1200" dirty="0">
                          <a:solidFill>
                            <a:schemeClr val="tx1">
                              <a:lumMod val="50000"/>
                              <a:lumOff val="50000"/>
                            </a:schemeClr>
                          </a:solidFill>
                          <a:effectLst/>
                          <a:latin typeface="+mn-lt"/>
                          <a:ea typeface="+mn-ea"/>
                          <a:cs typeface="+mn-cs"/>
                        </a:rPr>
                        <a:t>, CI, DI</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vMerge="1">
                  <a:txBody>
                    <a:bodyPr/>
                    <a:lstStyle/>
                    <a:p>
                      <a:pPr latinLnBrk="1"/>
                      <a:endParaRPr lang="ko-KR" altLang="en-US" sz="600" dirty="0">
                        <a:solidFill>
                          <a:schemeClr val="tx1">
                            <a:lumMod val="50000"/>
                            <a:lumOff val="50000"/>
                          </a:schemeClr>
                        </a:solidFill>
                      </a:endParaRPr>
                    </a:p>
                  </a:txBody>
                  <a:tcPr marL="0" marR="0" marT="0" marB="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96331629"/>
                  </a:ext>
                </a:extLst>
              </a:tr>
            </a:tbl>
          </a:graphicData>
        </a:graphic>
      </p:graphicFrame>
    </p:spTree>
    <p:extLst>
      <p:ext uri="{BB962C8B-B14F-4D97-AF65-F5344CB8AC3E}">
        <p14:creationId xmlns:p14="http://schemas.microsoft.com/office/powerpoint/2010/main" val="1441464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AA3C-EDCF-92A9-0F06-4731804D314C}"/>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3A3F1A0C-054C-67B0-1BC2-22E56EBAB770}"/>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34792225-195D-59FD-4589-488A5F7C889F}"/>
              </a:ext>
            </a:extLst>
          </p:cNvPr>
          <p:cNvSpPr txBox="1"/>
          <p:nvPr/>
        </p:nvSpPr>
        <p:spPr>
          <a:xfrm>
            <a:off x="1302717" y="330494"/>
            <a:ext cx="354616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([KG</a:t>
            </a:r>
            <a:r>
              <a:rPr lang="ko-KR" altLang="en-US" sz="900" spc="-150" dirty="0" err="1">
                <a:solidFill>
                  <a:schemeClr val="tx1">
                    <a:lumMod val="75000"/>
                    <a:lumOff val="25000"/>
                  </a:schemeClr>
                </a:solidFill>
                <a:latin typeface="맑은 고딕" panose="020B0503020000020004" pitchFamily="50" charset="-127"/>
              </a:rPr>
              <a:t>모빌리언스</a:t>
            </a:r>
            <a:r>
              <a:rPr lang="en-US" altLang="ko-KR" sz="900" spc="-150" dirty="0">
                <a:solidFill>
                  <a:schemeClr val="tx1">
                    <a:lumMod val="75000"/>
                    <a:lumOff val="25000"/>
                  </a:schemeClr>
                </a:solidFill>
                <a:latin typeface="맑은 고딕" panose="020B0503020000020004" pitchFamily="50" charset="-127"/>
              </a:rPr>
              <a:t>] </a:t>
            </a:r>
            <a:r>
              <a:rPr lang="ko-KR" altLang="en-US" sz="900" spc="-150" dirty="0">
                <a:solidFill>
                  <a:schemeClr val="tx1">
                    <a:lumMod val="75000"/>
                    <a:lumOff val="25000"/>
                  </a:schemeClr>
                </a:solidFill>
                <a:latin typeface="맑은 고딕" panose="020B0503020000020004" pitchFamily="50" charset="-127"/>
              </a:rPr>
              <a:t>개인정보 수집 및 위탁동의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8F66B7A5-A8C3-9304-92D7-FD6FBE232922}"/>
              </a:ext>
            </a:extLst>
          </p:cNvPr>
          <p:cNvSpPr/>
          <p:nvPr/>
        </p:nvSpPr>
        <p:spPr>
          <a:xfrm>
            <a:off x="7921129" y="58428"/>
            <a:ext cx="1380506" cy="246221"/>
          </a:xfrm>
          <a:prstGeom prst="rect">
            <a:avLst/>
          </a:prstGeom>
        </p:spPr>
        <p:txBody>
          <a:bodyPr wrap="none">
            <a:spAutoFit/>
          </a:bodyPr>
          <a:lstStyle/>
          <a:p>
            <a:pPr fontAlgn="ctr"/>
            <a:r>
              <a:rPr lang="en-US" altLang="ko-KR" sz="1000" dirty="0"/>
              <a:t>CH-U-CA-02-03-05p</a:t>
            </a:r>
            <a:endParaRPr lang="ko-KR" altLang="ko-KR" sz="1000" dirty="0"/>
          </a:p>
        </p:txBody>
      </p:sp>
      <p:sp>
        <p:nvSpPr>
          <p:cNvPr id="5" name="TextBox 4">
            <a:extLst>
              <a:ext uri="{FF2B5EF4-FFF2-40B4-BE49-F238E27FC236}">
                <a16:creationId xmlns:a16="http://schemas.microsoft.com/office/drawing/2014/main" id="{42F06BA5-1185-5C0E-DE30-ED0432920C3E}"/>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04CD7BA2-0BD8-2D34-7C09-69AAD9278B1D}"/>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532A552B-9AA4-7A53-77C7-CF6A8302CF7D}"/>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772DC8A4-C3FF-ADB9-2196-F598C387C6D4}"/>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8596374F-BB05-5EB3-92EC-59413DFDEA48}"/>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ADE187D6-0170-776F-95CC-7E4C73569B1E}"/>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7E017768-5BC0-71D8-CA78-2ACBF05CC444}"/>
                </a:ext>
              </a:extLst>
            </p:cNvPr>
            <p:cNvPicPr>
              <a:picLocks noChangeAspect="1"/>
            </p:cNvPicPr>
            <p:nvPr/>
          </p:nvPicPr>
          <p:blipFill>
            <a:blip r:embed="rId9"/>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A09BA654-DC04-2668-5323-CA65F15F987E}"/>
                </a:ext>
              </a:extLst>
            </p:cNvPr>
            <p:cNvPicPr>
              <a:picLocks noChangeAspect="1"/>
            </p:cNvPicPr>
            <p:nvPr/>
          </p:nvPicPr>
          <p:blipFill>
            <a:blip r:embed="rId10"/>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4D3D63DD-B541-813D-4E88-B0CCB79F3ED1}"/>
                </a:ext>
              </a:extLst>
            </p:cNvPr>
            <p:cNvPicPr>
              <a:picLocks noChangeAspect="1"/>
            </p:cNvPicPr>
            <p:nvPr/>
          </p:nvPicPr>
          <p:blipFill>
            <a:blip r:embed="rId11"/>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D68DC487-3111-611D-E72A-BE220DEC4E5D}"/>
              </a:ext>
            </a:extLst>
          </p:cNvPr>
          <p:cNvSpPr txBox="1"/>
          <p:nvPr/>
        </p:nvSpPr>
        <p:spPr>
          <a:xfrm>
            <a:off x="1307907" y="78285"/>
            <a:ext cx="168828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제공 및 위탁 동의 팝업</a:t>
            </a:r>
            <a:r>
              <a:rPr lang="en-US" altLang="ko-KR" sz="900" spc="-150" dirty="0">
                <a:solidFill>
                  <a:schemeClr val="tx1">
                    <a:lumMod val="75000"/>
                    <a:lumOff val="25000"/>
                  </a:schemeClr>
                </a:solidFill>
                <a:latin typeface="맑은 고딕" panose="020B0503020000020004" pitchFamily="50" charset="-127"/>
              </a:rPr>
              <a:t>(2/2)</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E1736B2A-EB76-DF9A-0284-F57EDA750DED}"/>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24091505-3220-3BD5-81CD-81F63DC5B65D}"/>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008143FC-BDA7-F301-D203-1EB03F5EF4E7}"/>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2946B3DF-720C-407B-B0FE-B0D500EFEA7F}"/>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F26367D5-4FD6-D046-6C93-47BDB36E5A62}"/>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D317B6A1-674A-5E2E-9923-CF7E00B9E4BF}"/>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36FEDEEC-B9EA-CC69-EBD3-79C5FD138EE7}"/>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0C730A43-CDBA-FC25-7FE4-272AB27C7FA8}"/>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32B36E86-DC79-CEE3-89B4-68C0059AE338}"/>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65604A3E-E255-BB3F-8A87-04418E517362}"/>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D1222AEE-55C3-FD04-3974-991BEE141B06}"/>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2F53A060-38B8-CC7C-5B22-A3F112A6D87E}"/>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CD4DA39C-F701-26C9-7754-DA118C9DD52A}"/>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5640F1AA-1D6B-BF92-1E66-F8067ECC86C0}"/>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FFF46E8B-A613-671C-E116-47172624718E}"/>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80CF75E1-9678-9305-3CD4-4082D0F62605}"/>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E4D76236-3831-4084-ACF7-C553FCC9F780}"/>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D6E4CE40-2FC6-1C2E-7462-8B28D1119AE2}"/>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5EEAA1C3-6649-EA0B-4735-6FC494E9E96F}"/>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46DC6618-3E99-AF49-7504-BA00C1C7BF32}"/>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C83BAB79-7941-780D-4624-7545E8BF8CC5}"/>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5AB7F11D-615E-5D62-85E6-5F3EC94CB29B}"/>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E1184D42-AA6F-CF10-F3AA-415F657DD417}"/>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E5D509A8-A680-C410-A218-8A9D26F4EB11}"/>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EE45AF89-76EC-D255-0BE8-36C92B90C8C6}"/>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2B3FC2E2-A0F7-7950-555C-0CADD5D14816}"/>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CEE22D9E-C3C3-F987-E586-C3A75D0FABDC}"/>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B6B6D361-E947-A5C7-FD90-8C8F59B3789A}"/>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8CCA0C27-4595-B01E-DF08-E80F679FD9E2}"/>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B2DA12A8-3F1C-D741-29F8-5306D86CE3A5}"/>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98016DD8-26EB-ABD8-48BA-0970F2A3A21F}"/>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E92901F5-FA72-678C-BB22-DEAA75E37271}"/>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ED000EAD-A2FE-A84A-E9CF-CD11969DACCD}"/>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8FD9FB78-373B-1967-893E-16BD42FE9A76}"/>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위탁동의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5DEB3712-7809-12F6-13DC-31BFFB620F96}"/>
                </a:ext>
              </a:extLst>
            </p:cNvPr>
            <p:cNvSpPr/>
            <p:nvPr/>
          </p:nvSpPr>
          <p:spPr>
            <a:xfrm>
              <a:off x="5126625" y="2611712"/>
              <a:ext cx="2715058"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FD8CC693-852A-7586-BBD6-4CABB55208AA}"/>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pSp>
        <p:nvGrpSpPr>
          <p:cNvPr id="28" name="그룹 27">
            <a:extLst>
              <a:ext uri="{FF2B5EF4-FFF2-40B4-BE49-F238E27FC236}">
                <a16:creationId xmlns:a16="http://schemas.microsoft.com/office/drawing/2014/main" id="{720A8648-65F4-3E35-AAA4-D2CAD5728858}"/>
              </a:ext>
            </a:extLst>
          </p:cNvPr>
          <p:cNvGrpSpPr/>
          <p:nvPr/>
        </p:nvGrpSpPr>
        <p:grpSpPr>
          <a:xfrm>
            <a:off x="3228904" y="2445766"/>
            <a:ext cx="164592" cy="2350591"/>
            <a:chOff x="3228904" y="2494898"/>
            <a:chExt cx="164592" cy="2350591"/>
          </a:xfrm>
        </p:grpSpPr>
        <p:sp>
          <p:nvSpPr>
            <p:cNvPr id="17" name="Track">
              <a:extLst>
                <a:ext uri="{FF2B5EF4-FFF2-40B4-BE49-F238E27FC236}">
                  <a16:creationId xmlns:a16="http://schemas.microsoft.com/office/drawing/2014/main" id="{B68517ED-60AA-DF1A-ECA5-509E576644A5}"/>
                </a:ext>
              </a:extLst>
            </p:cNvPr>
            <p:cNvSpPr>
              <a:spLocks/>
            </p:cNvSpPr>
            <p:nvPr>
              <p:custDataLst>
                <p:tags r:id="rId1"/>
              </p:custDataLst>
            </p:nvPr>
          </p:nvSpPr>
          <p:spPr bwMode="auto">
            <a:xfrm>
              <a:off x="3228905" y="2825700"/>
              <a:ext cx="164591" cy="1854388"/>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Scroll Thumb">
              <a:extLst>
                <a:ext uri="{FF2B5EF4-FFF2-40B4-BE49-F238E27FC236}">
                  <a16:creationId xmlns:a16="http://schemas.microsoft.com/office/drawing/2014/main" id="{5F18FF0F-C064-88AE-2570-4E9423A7D87F}"/>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9" name="Button Down">
              <a:extLst>
                <a:ext uri="{FF2B5EF4-FFF2-40B4-BE49-F238E27FC236}">
                  <a16:creationId xmlns:a16="http://schemas.microsoft.com/office/drawing/2014/main" id="{5BE42F67-605D-1CC6-D333-A9397D7EE2C2}"/>
                </a:ext>
              </a:extLst>
            </p:cNvPr>
            <p:cNvSpPr>
              <a:spLocks/>
            </p:cNvSpPr>
            <p:nvPr>
              <p:custDataLst>
                <p:tags r:id="rId3"/>
              </p:custDataLst>
            </p:nvPr>
          </p:nvSpPr>
          <p:spPr bwMode="auto">
            <a:xfrm>
              <a:off x="3228905" y="4514687"/>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4DCF52A1-2A91-0033-C9D4-9421A7CBCE4A}"/>
                </a:ext>
              </a:extLst>
            </p:cNvPr>
            <p:cNvSpPr>
              <a:spLocks noChangeAspect="1"/>
            </p:cNvSpPr>
            <p:nvPr>
              <p:custDataLst>
                <p:tags r:id="rId4"/>
              </p:custDataLst>
            </p:nvPr>
          </p:nvSpPr>
          <p:spPr bwMode="auto">
            <a:xfrm>
              <a:off x="3252559" y="4582554"/>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6" name="Button Up">
              <a:extLst>
                <a:ext uri="{FF2B5EF4-FFF2-40B4-BE49-F238E27FC236}">
                  <a16:creationId xmlns:a16="http://schemas.microsoft.com/office/drawing/2014/main" id="{45C3B3F5-6F3E-4DA5-B920-E3B0F3073A8D}"/>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7" name="Arrow Up">
              <a:extLst>
                <a:ext uri="{FF2B5EF4-FFF2-40B4-BE49-F238E27FC236}">
                  <a16:creationId xmlns:a16="http://schemas.microsoft.com/office/drawing/2014/main" id="{A1E57E38-D609-4786-5D7B-E4292F396A73}"/>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graphicFrame>
        <p:nvGraphicFramePr>
          <p:cNvPr id="2" name="표 1">
            <a:extLst>
              <a:ext uri="{FF2B5EF4-FFF2-40B4-BE49-F238E27FC236}">
                <a16:creationId xmlns:a16="http://schemas.microsoft.com/office/drawing/2014/main" id="{2353E48D-90A4-80B1-366D-04573891F634}"/>
              </a:ext>
            </a:extLst>
          </p:cNvPr>
          <p:cNvGraphicFramePr>
            <a:graphicFrameLocks noGrp="1"/>
          </p:cNvGraphicFramePr>
          <p:nvPr/>
        </p:nvGraphicFramePr>
        <p:xfrm>
          <a:off x="413760" y="3796035"/>
          <a:ext cx="2777701" cy="965580"/>
        </p:xfrm>
        <a:graphic>
          <a:graphicData uri="http://schemas.openxmlformats.org/drawingml/2006/table">
            <a:tbl>
              <a:tblPr firstRow="1" bandRow="1">
                <a:tableStyleId>{2D5ABB26-0587-4C30-8999-92F81FD0307C}</a:tableStyleId>
              </a:tblPr>
              <a:tblGrid>
                <a:gridCol w="617359">
                  <a:extLst>
                    <a:ext uri="{9D8B030D-6E8A-4147-A177-3AD203B41FA5}">
                      <a16:colId xmlns:a16="http://schemas.microsoft.com/office/drawing/2014/main" val="4091608331"/>
                    </a:ext>
                  </a:extLst>
                </a:gridCol>
                <a:gridCol w="668677">
                  <a:extLst>
                    <a:ext uri="{9D8B030D-6E8A-4147-A177-3AD203B41FA5}">
                      <a16:colId xmlns:a16="http://schemas.microsoft.com/office/drawing/2014/main" val="71737442"/>
                    </a:ext>
                  </a:extLst>
                </a:gridCol>
                <a:gridCol w="874425">
                  <a:extLst>
                    <a:ext uri="{9D8B030D-6E8A-4147-A177-3AD203B41FA5}">
                      <a16:colId xmlns:a16="http://schemas.microsoft.com/office/drawing/2014/main" val="2230302264"/>
                    </a:ext>
                  </a:extLst>
                </a:gridCol>
                <a:gridCol w="617240">
                  <a:extLst>
                    <a:ext uri="{9D8B030D-6E8A-4147-A177-3AD203B41FA5}">
                      <a16:colId xmlns:a16="http://schemas.microsoft.com/office/drawing/2014/main" val="1959754742"/>
                    </a:ext>
                  </a:extLst>
                </a:gridCol>
              </a:tblGrid>
              <a:tr h="234060">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sz="600" b="0" dirty="0">
                          <a:solidFill>
                            <a:schemeClr val="tx1">
                              <a:lumMod val="50000"/>
                              <a:lumOff val="50000"/>
                            </a:schemeClr>
                          </a:solidFill>
                          <a:effectLst/>
                        </a:rPr>
                        <a:t>휴대폰 결제를 위한 이용자 본인 확인 및 거래 승인, 이용자의 실시간 미납정보 확인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a:t>
                      </a:r>
                      <a:r>
                        <a:rPr lang="ko-KR" sz="600" b="0" dirty="0" err="1">
                          <a:solidFill>
                            <a:schemeClr val="tx1">
                              <a:lumMod val="50000"/>
                              <a:lumOff val="50000"/>
                            </a:schemeClr>
                          </a:solidFill>
                          <a:effectLst/>
                        </a:rPr>
                        <a:t>에스케이텔레콤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케이티</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엘지유플러스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한국케이블텔레콤</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LG헬로비전</a:t>
                      </a:r>
                      <a:r>
                        <a:rPr lang="ko-KR" sz="600" b="0" dirty="0">
                          <a:solidFill>
                            <a:schemeClr val="tx1">
                              <a:lumMod val="50000"/>
                              <a:lumOff val="50000"/>
                            </a:schemeClr>
                          </a:solidFill>
                          <a:effectLst/>
                        </a:rPr>
                        <a:t>, ㈜</a:t>
                      </a:r>
                      <a:r>
                        <a:rPr lang="ko-KR" sz="600" b="0" dirty="0" err="1">
                          <a:solidFill>
                            <a:schemeClr val="tx1">
                              <a:lumMod val="50000"/>
                              <a:lumOff val="50000"/>
                            </a:schemeClr>
                          </a:solidFill>
                          <a:effectLst/>
                        </a:rPr>
                        <a:t>에스케이텔링크</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sz="600" b="0" dirty="0">
                          <a:solidFill>
                            <a:schemeClr val="tx1">
                              <a:lumMod val="50000"/>
                              <a:lumOff val="50000"/>
                            </a:schemeClr>
                          </a:solidFill>
                          <a:effectLst/>
                        </a:rPr>
                        <a:t>주민등록번호 앞7자리(또는 생년월일, 성별, 내외국인구분, 성명), 휴대전화 또는 유선전화 번호, 거래 내역, 휴대폰결제 비밀번호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latinLnBrk="1"/>
                      <a:endParaRPr lang="ko-KR" altLang="en-US" sz="600" dirty="0">
                        <a:solidFill>
                          <a:schemeClr val="tx1">
                            <a:lumMod val="50000"/>
                            <a:lumOff val="50000"/>
                          </a:schemeClr>
                        </a:solidFill>
                      </a:endParaRPr>
                    </a:p>
                  </a:txBody>
                  <a:tcPr marL="45720" marR="45720">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41" name="직사각형 40">
            <a:extLst>
              <a:ext uri="{FF2B5EF4-FFF2-40B4-BE49-F238E27FC236}">
                <a16:creationId xmlns:a16="http://schemas.microsoft.com/office/drawing/2014/main" id="{D6058C95-B42C-4651-13CE-C4712791BA15}"/>
              </a:ext>
            </a:extLst>
          </p:cNvPr>
          <p:cNvSpPr/>
          <p:nvPr/>
        </p:nvSpPr>
        <p:spPr>
          <a:xfrm>
            <a:off x="3672657" y="623854"/>
            <a:ext cx="9289281" cy="6108783"/>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aphicFrame>
        <p:nvGraphicFramePr>
          <p:cNvPr id="35" name="표 34">
            <a:extLst>
              <a:ext uri="{FF2B5EF4-FFF2-40B4-BE49-F238E27FC236}">
                <a16:creationId xmlns:a16="http://schemas.microsoft.com/office/drawing/2014/main" id="{ACD1A809-78AD-9EE5-F5BC-1C704697C81E}"/>
              </a:ext>
            </a:extLst>
          </p:cNvPr>
          <p:cNvGraphicFramePr>
            <a:graphicFrameLocks noGrp="1"/>
          </p:cNvGraphicFramePr>
          <p:nvPr/>
        </p:nvGraphicFramePr>
        <p:xfrm>
          <a:off x="3864433" y="5478106"/>
          <a:ext cx="2777701" cy="611312"/>
        </p:xfrm>
        <a:graphic>
          <a:graphicData uri="http://schemas.openxmlformats.org/drawingml/2006/table">
            <a:tbl>
              <a:tblPr firstRow="1" bandRow="1">
                <a:tableStyleId>{2D5ABB26-0587-4C30-8999-92F81FD0307C}</a:tableStyleId>
              </a:tblPr>
              <a:tblGrid>
                <a:gridCol w="1333430">
                  <a:extLst>
                    <a:ext uri="{9D8B030D-6E8A-4147-A177-3AD203B41FA5}">
                      <a16:colId xmlns:a16="http://schemas.microsoft.com/office/drawing/2014/main" val="4091608331"/>
                    </a:ext>
                  </a:extLst>
                </a:gridCol>
                <a:gridCol w="1444271">
                  <a:extLst>
                    <a:ext uri="{9D8B030D-6E8A-4147-A177-3AD203B41FA5}">
                      <a16:colId xmlns:a16="http://schemas.microsoft.com/office/drawing/2014/main" val="71737442"/>
                    </a:ext>
                  </a:extLst>
                </a:gridCol>
              </a:tblGrid>
              <a:tr h="152828">
                <a:tc>
                  <a:txBody>
                    <a:bodyPr/>
                    <a:lstStyle/>
                    <a:p>
                      <a:pPr marL="0" algn="ctr" defTabSz="1196401" rtl="0" eaLnBrk="1" fontAlgn="ctr" latinLnBrk="1" hangingPunct="1">
                        <a:buNone/>
                      </a:pPr>
                      <a:r>
                        <a:rPr lang="ko-KR" altLang="ko-KR" sz="600" b="1" kern="1200" dirty="0">
                          <a:solidFill>
                            <a:schemeClr val="tx1">
                              <a:lumMod val="50000"/>
                              <a:lumOff val="50000"/>
                            </a:schemeClr>
                          </a:solidFill>
                          <a:effectLst/>
                          <a:latin typeface="+mn-lt"/>
                          <a:ea typeface="+mn-ea"/>
                          <a:cs typeface="+mn-cs"/>
                        </a:rPr>
                        <a:t>처리 위탁 목적</a:t>
                      </a:r>
                      <a:endParaRPr lang="ko-KR" altLang="en-US" sz="600" b="1"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algn="ctr" defTabSz="1196401" rtl="0" eaLnBrk="1" fontAlgn="ctr" latinLnBrk="1" hangingPunct="1">
                        <a:buNone/>
                      </a:pPr>
                      <a:r>
                        <a:rPr lang="ko-KR" altLang="ko-KR" sz="600" b="1" kern="1200" dirty="0">
                          <a:solidFill>
                            <a:schemeClr val="tx1">
                              <a:lumMod val="50000"/>
                              <a:lumOff val="50000"/>
                            </a:schemeClr>
                          </a:solidFill>
                          <a:effectLst/>
                          <a:latin typeface="+mn-lt"/>
                          <a:ea typeface="+mn-ea"/>
                          <a:cs typeface="+mn-cs"/>
                        </a:rPr>
                        <a:t>제공받는 자(수탁자)</a:t>
                      </a:r>
                      <a:endParaRPr lang="ko-KR" altLang="en-US" sz="600" b="1"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152828">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고객 상담 업무지원 위탁 수행</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메타넷엠플랫폼</a:t>
                      </a:r>
                      <a:endParaRPr lang="ko-KR" altLang="en-US" sz="600" b="0" kern="1200" dirty="0">
                        <a:solidFill>
                          <a:schemeClr val="tx1">
                            <a:lumMod val="50000"/>
                            <a:lumOff val="50000"/>
                          </a:schemeClr>
                        </a:solidFill>
                        <a:effectLst/>
                        <a:latin typeface="+mn-lt"/>
                        <a:ea typeface="+mn-ea"/>
                        <a:cs typeface="+mn-cs"/>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152828">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이용자 미납 채권 추심</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defTabSz="1196401" rtl="0" eaLnBrk="1" fontAlgn="ctr" latinLnBrk="1" hangingPunct="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㈜미래신용정보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중앙신용정보</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200287264"/>
                  </a:ext>
                </a:extLst>
              </a:tr>
              <a:tr h="152828">
                <a:tc>
                  <a:txBody>
                    <a:bodyPr/>
                    <a:lstStyle/>
                    <a:p>
                      <a:pPr marL="0" marR="0" algn="ctr" defTabSz="1196401" rtl="0" eaLnBrk="1" fontAlgn="ctr" latinLnBrk="1" hangingPunct="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채무불이행자 등록</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defTabSz="1196401" rtl="0" eaLnBrk="1" fontAlgn="ctr" latinLnBrk="1" hangingPunct="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코리아크레딧뷰로</a:t>
                      </a:r>
                      <a:r>
                        <a:rPr lang="ko-KR" altLang="en-US" sz="600" b="0" kern="1200" dirty="0">
                          <a:solidFill>
                            <a:schemeClr val="tx1">
                              <a:lumMod val="50000"/>
                              <a:lumOff val="50000"/>
                            </a:schemeClr>
                          </a:solidFill>
                          <a:effectLst/>
                          <a:latin typeface="+mn-lt"/>
                          <a:ea typeface="+mn-ea"/>
                          <a:cs typeface="+mn-cs"/>
                        </a:rPr>
                        <a:t>㈜</a:t>
                      </a: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15450621"/>
                  </a:ext>
                </a:extLst>
              </a:tr>
            </a:tbl>
          </a:graphicData>
        </a:graphic>
      </p:graphicFrame>
      <p:graphicFrame>
        <p:nvGraphicFramePr>
          <p:cNvPr id="37" name="표 36">
            <a:extLst>
              <a:ext uri="{FF2B5EF4-FFF2-40B4-BE49-F238E27FC236}">
                <a16:creationId xmlns:a16="http://schemas.microsoft.com/office/drawing/2014/main" id="{760B352E-9CBA-B281-B9FC-ECD86AB926C1}"/>
              </a:ext>
            </a:extLst>
          </p:cNvPr>
          <p:cNvGraphicFramePr>
            <a:graphicFrameLocks noGrp="1"/>
          </p:cNvGraphicFramePr>
          <p:nvPr/>
        </p:nvGraphicFramePr>
        <p:xfrm>
          <a:off x="3864432" y="4338846"/>
          <a:ext cx="6216938" cy="462197"/>
        </p:xfrm>
        <a:graphic>
          <a:graphicData uri="http://schemas.openxmlformats.org/drawingml/2006/table">
            <a:tbl>
              <a:tblPr firstRow="1" bandRow="1">
                <a:tableStyleId>{2D5ABB26-0587-4C30-8999-92F81FD0307C}</a:tableStyleId>
              </a:tblPr>
              <a:tblGrid>
                <a:gridCol w="1021263">
                  <a:extLst>
                    <a:ext uri="{9D8B030D-6E8A-4147-A177-3AD203B41FA5}">
                      <a16:colId xmlns:a16="http://schemas.microsoft.com/office/drawing/2014/main" val="4091608331"/>
                    </a:ext>
                  </a:extLst>
                </a:gridCol>
                <a:gridCol w="1450489">
                  <a:extLst>
                    <a:ext uri="{9D8B030D-6E8A-4147-A177-3AD203B41FA5}">
                      <a16:colId xmlns:a16="http://schemas.microsoft.com/office/drawing/2014/main" val="71737442"/>
                    </a:ext>
                  </a:extLst>
                </a:gridCol>
                <a:gridCol w="1933984">
                  <a:extLst>
                    <a:ext uri="{9D8B030D-6E8A-4147-A177-3AD203B41FA5}">
                      <a16:colId xmlns:a16="http://schemas.microsoft.com/office/drawing/2014/main" val="2230302264"/>
                    </a:ext>
                  </a:extLst>
                </a:gridCol>
                <a:gridCol w="1811202">
                  <a:extLst>
                    <a:ext uri="{9D8B030D-6E8A-4147-A177-3AD203B41FA5}">
                      <a16:colId xmlns:a16="http://schemas.microsoft.com/office/drawing/2014/main" val="1959754742"/>
                    </a:ext>
                  </a:extLst>
                </a:gridCol>
              </a:tblGrid>
              <a:tr h="96437">
                <a:tc>
                  <a:txBody>
                    <a:bodyPr/>
                    <a:lstStyle/>
                    <a:p>
                      <a:pPr algn="ctr" fontAlgn="ctr">
                        <a:buNone/>
                      </a:pPr>
                      <a:r>
                        <a:rPr lang="ko-KR" altLang="en-US" sz="600" b="1" dirty="0">
                          <a:solidFill>
                            <a:schemeClr val="tx1">
                              <a:lumMod val="50000"/>
                              <a:lumOff val="50000"/>
                            </a:schemeClr>
                          </a:solidFill>
                          <a:effectLst/>
                        </a:rPr>
                        <a:t>조회목적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조회할 대상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a:t>
                      </a:r>
                      <a:r>
                        <a:rPr lang="ko-KR" sz="600" b="1" dirty="0">
                          <a:solidFill>
                            <a:schemeClr val="tx1">
                              <a:lumMod val="50000"/>
                              <a:lumOff val="50000"/>
                            </a:schemeClr>
                          </a:solidFill>
                          <a:effectLst/>
                        </a:rPr>
                        <a:t>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조회동의 효력</a:t>
                      </a:r>
                      <a:r>
                        <a:rPr lang="ko-KR" sz="600" b="1" dirty="0">
                          <a:solidFill>
                            <a:schemeClr val="tx1">
                              <a:lumMod val="50000"/>
                              <a:lumOff val="50000"/>
                            </a:schemeClr>
                          </a:solidFill>
                          <a:effectLst/>
                        </a:rPr>
                        <a:t>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280908">
                <a:tc>
                  <a:txBody>
                    <a:bodyPr/>
                    <a:lstStyle/>
                    <a:p>
                      <a:pPr algn="ctr" fontAlgn="ctr" latinLnBrk="1">
                        <a:buNone/>
                      </a:pPr>
                      <a:r>
                        <a:rPr lang="ko-KR" altLang="en-US" sz="600" b="0" dirty="0">
                          <a:solidFill>
                            <a:schemeClr val="tx1">
                              <a:lumMod val="50000"/>
                              <a:lumOff val="50000"/>
                            </a:schemeClr>
                          </a:solidFill>
                          <a:effectLst/>
                        </a:rPr>
                        <a:t>신용정보 </a:t>
                      </a:r>
                      <a:r>
                        <a:rPr lang="ko-KR" sz="600" b="0" dirty="0">
                          <a:solidFill>
                            <a:schemeClr val="tx1">
                              <a:lumMod val="50000"/>
                              <a:lumOff val="50000"/>
                            </a:schemeClr>
                          </a:solidFill>
                          <a:effectLst/>
                        </a:rPr>
                        <a:t>확인</a:t>
                      </a:r>
                      <a:endParaRPr lang="ko-KR" sz="600" b="0" dirty="0">
                        <a:solidFill>
                          <a:schemeClr val="tx1">
                            <a:lumMod val="50000"/>
                            <a:lumOff val="50000"/>
                          </a:schemeClr>
                        </a:solidFill>
                        <a:effectLst/>
                        <a:latin typeface="Noto Sans Korean"/>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err="1">
                          <a:solidFill>
                            <a:schemeClr val="tx1">
                              <a:lumMod val="50000"/>
                              <a:lumOff val="50000"/>
                            </a:schemeClr>
                          </a:solidFill>
                          <a:effectLst/>
                          <a:latin typeface="+mn-lt"/>
                          <a:ea typeface="+mn-ea"/>
                          <a:cs typeface="+mn-cs"/>
                        </a:rPr>
                        <a:t>코리아크레딧뷰로</a:t>
                      </a:r>
                      <a:r>
                        <a:rPr lang="ko-KR" altLang="ko-KR" sz="600" b="0" kern="1200" dirty="0">
                          <a:solidFill>
                            <a:schemeClr val="tx1">
                              <a:lumMod val="50000"/>
                              <a:lumOff val="50000"/>
                            </a:schemeClr>
                          </a:solidFill>
                          <a:effectLst/>
                          <a:latin typeface="+mn-lt"/>
                          <a:ea typeface="+mn-ea"/>
                          <a:cs typeface="+mn-cs"/>
                        </a:rPr>
                        <a:t>㈜ , </a:t>
                      </a:r>
                      <a:r>
                        <a:rPr lang="ko-KR" altLang="ko-KR" sz="600" b="0" kern="1200" dirty="0" err="1">
                          <a:solidFill>
                            <a:schemeClr val="tx1">
                              <a:lumMod val="50000"/>
                              <a:lumOff val="50000"/>
                            </a:schemeClr>
                          </a:solidFill>
                          <a:effectLst/>
                          <a:latin typeface="+mn-lt"/>
                          <a:ea typeface="+mn-ea"/>
                          <a:cs typeface="+mn-cs"/>
                        </a:rPr>
                        <a:t>NICE평가정보</a:t>
                      </a:r>
                      <a:r>
                        <a:rPr lang="ko-KR" altLang="ko-KR" sz="600" b="0" kern="1200" dirty="0">
                          <a:solidFill>
                            <a:schemeClr val="tx1">
                              <a:lumMod val="50000"/>
                              <a:lumOff val="50000"/>
                            </a:schemeClr>
                          </a:solidFill>
                          <a:effectLst/>
                          <a:latin typeface="+mn-lt"/>
                          <a:ea typeface="+mn-ea"/>
                          <a:cs typeface="+mn-cs"/>
                        </a:rPr>
                        <a:t>㈜</a:t>
                      </a:r>
                      <a:endParaRPr lang="ko-KR" altLang="en-US" sz="600" b="0" kern="1200" dirty="0">
                        <a:solidFill>
                          <a:schemeClr val="tx1">
                            <a:lumMod val="50000"/>
                            <a:lumOff val="50000"/>
                          </a:schemeClr>
                        </a:solidFill>
                        <a:effectLst/>
                        <a:latin typeface="+mn-lt"/>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a:solidFill>
                            <a:schemeClr val="tx1">
                              <a:lumMod val="50000"/>
                              <a:lumOff val="50000"/>
                            </a:schemeClr>
                          </a:solidFill>
                          <a:effectLst/>
                          <a:latin typeface="+mn-lt"/>
                          <a:ea typeface="+mn-ea"/>
                          <a:cs typeface="+mn-cs"/>
                        </a:rPr>
                        <a:t>DI(</a:t>
                      </a:r>
                      <a:r>
                        <a:rPr lang="ko-KR" altLang="ko-KR" sz="600" b="0" kern="1200" dirty="0" err="1">
                          <a:solidFill>
                            <a:schemeClr val="tx1">
                              <a:lumMod val="50000"/>
                              <a:lumOff val="50000"/>
                            </a:schemeClr>
                          </a:solidFill>
                          <a:effectLst/>
                          <a:latin typeface="+mn-lt"/>
                          <a:ea typeface="+mn-ea"/>
                          <a:cs typeface="+mn-cs"/>
                        </a:rPr>
                        <a:t>Duplication</a:t>
                      </a:r>
                      <a:r>
                        <a:rPr lang="ko-KR" altLang="ko-KR" sz="600" b="0" kern="1200" dirty="0">
                          <a:solidFill>
                            <a:schemeClr val="tx1">
                              <a:lumMod val="50000"/>
                              <a:lumOff val="50000"/>
                            </a:schemeClr>
                          </a:solidFill>
                          <a:effectLst/>
                          <a:latin typeface="+mn-lt"/>
                          <a:ea typeface="+mn-ea"/>
                          <a:cs typeface="+mn-cs"/>
                        </a:rPr>
                        <a:t> </a:t>
                      </a:r>
                      <a:r>
                        <a:rPr lang="ko-KR" altLang="ko-KR" sz="600" b="0" kern="1200" dirty="0" err="1">
                          <a:solidFill>
                            <a:schemeClr val="tx1">
                              <a:lumMod val="50000"/>
                              <a:lumOff val="50000"/>
                            </a:schemeClr>
                          </a:solidFill>
                          <a:effectLst/>
                          <a:latin typeface="+mn-lt"/>
                          <a:ea typeface="+mn-ea"/>
                          <a:cs typeface="+mn-cs"/>
                        </a:rPr>
                        <a:t>Information</a:t>
                      </a:r>
                      <a:r>
                        <a:rPr lang="ko-KR" altLang="ko-KR" sz="600" b="0" kern="1200" dirty="0">
                          <a:solidFill>
                            <a:schemeClr val="tx1">
                              <a:lumMod val="50000"/>
                              <a:lumOff val="50000"/>
                            </a:schemeClr>
                          </a:solidFill>
                          <a:effectLst/>
                          <a:latin typeface="+mn-lt"/>
                          <a:ea typeface="+mn-ea"/>
                          <a:cs typeface="+mn-cs"/>
                        </a:rPr>
                        <a:t>, 중복가입확인정보), 이름, 생년월일, 성별, 미납정보, 통신사 정보 및 신용도 확인 정보</a:t>
                      </a:r>
                      <a:endParaRPr lang="ko-KR" altLang="en-US" sz="600" b="0" kern="1200" dirty="0">
                        <a:solidFill>
                          <a:schemeClr val="tx1">
                            <a:lumMod val="50000"/>
                            <a:lumOff val="50000"/>
                          </a:schemeClr>
                        </a:solidFill>
                        <a:effectLst/>
                        <a:latin typeface="+mn-lt"/>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latinLnBrk="1"/>
                      <a:r>
                        <a:rPr lang="ko-KR" altLang="ko-KR" sz="600" b="0" kern="1200" dirty="0">
                          <a:solidFill>
                            <a:schemeClr val="tx1">
                              <a:lumMod val="50000"/>
                              <a:lumOff val="50000"/>
                            </a:schemeClr>
                          </a:solidFill>
                          <a:effectLst/>
                          <a:latin typeface="+mn-lt"/>
                          <a:ea typeface="+mn-ea"/>
                          <a:cs typeface="+mn-cs"/>
                        </a:rPr>
                        <a:t>거래가 거절되거나, 제공된 날로부터 동의철회 시 또는 제공된 목적을 달성할 때까지</a:t>
                      </a:r>
                      <a:endParaRPr lang="ko-KR" altLang="en-US" sz="600" b="0" kern="1200" dirty="0">
                        <a:solidFill>
                          <a:schemeClr val="tx1">
                            <a:lumMod val="50000"/>
                            <a:lumOff val="50000"/>
                          </a:schemeClr>
                        </a:solidFill>
                        <a:effectLst/>
                        <a:latin typeface="+mn-lt"/>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30" name="Rounded Rectangle 27">
            <a:extLst>
              <a:ext uri="{FF2B5EF4-FFF2-40B4-BE49-F238E27FC236}">
                <a16:creationId xmlns:a16="http://schemas.microsoft.com/office/drawing/2014/main" id="{5B20B744-468E-3A9C-ABAF-72D1C40589C4}"/>
              </a:ext>
            </a:extLst>
          </p:cNvPr>
          <p:cNvSpPr/>
          <p:nvPr/>
        </p:nvSpPr>
        <p:spPr>
          <a:xfrm>
            <a:off x="3767767" y="4832494"/>
            <a:ext cx="9018677" cy="61131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ko-KR" sz="700" dirty="0">
                <a:solidFill>
                  <a:schemeClr val="tx1"/>
                </a:solidFill>
                <a:ea typeface="맑은 고딕"/>
              </a:rPr>
              <a:t>* 상기 신용정보 조회는 고객의 신용등급에 아무런 영향을 미치지 않습니다.</a:t>
            </a:r>
            <a:endParaRPr lang="en-US" altLang="ko-KR" sz="700" dirty="0">
              <a:solidFill>
                <a:schemeClr val="tx1"/>
              </a:solidFill>
              <a:ea typeface="맑은 고딕"/>
            </a:endParaRPr>
          </a:p>
          <a:p>
            <a:pPr fontAlgn="t"/>
            <a:endParaRPr lang="ko-KR" altLang="ko-KR" sz="700" dirty="0">
              <a:solidFill>
                <a:schemeClr val="tx1"/>
              </a:solidFill>
              <a:ea typeface="맑은 고딕"/>
            </a:endParaRPr>
          </a:p>
          <a:p>
            <a:r>
              <a:rPr lang="ko-KR" altLang="ko-KR" sz="700" b="1" dirty="0">
                <a:solidFill>
                  <a:schemeClr val="tx1"/>
                </a:solidFill>
                <a:ea typeface="맑은 고딕"/>
              </a:rPr>
              <a:t>제2조. 개인(신용)정보 처리 위탁을 하는 업무의 내용 및 수탁자</a:t>
            </a:r>
          </a:p>
          <a:p>
            <a:pPr fontAlgn="t"/>
            <a:r>
              <a:rPr lang="ko-KR" altLang="ko-KR" sz="700" dirty="0">
                <a:solidFill>
                  <a:schemeClr val="tx1"/>
                </a:solidFill>
                <a:ea typeface="맑은 고딕"/>
              </a:rPr>
              <a:t>회사는 제3자에게 이용자의 개인(신용)정보를 수집, 생성, 연계, 연동, 기록, 저장, 보유, 가공, </a:t>
            </a:r>
            <a:r>
              <a:rPr lang="ko-KR" altLang="ko-KR" sz="700" dirty="0" err="1">
                <a:solidFill>
                  <a:schemeClr val="tx1"/>
                </a:solidFill>
                <a:ea typeface="맑은 고딕"/>
              </a:rPr>
              <a:t>편집,검색</a:t>
            </a:r>
            <a:r>
              <a:rPr lang="ko-KR" altLang="ko-KR" sz="700" dirty="0">
                <a:solidFill>
                  <a:schemeClr val="tx1"/>
                </a:solidFill>
                <a:ea typeface="맑은 고딕"/>
              </a:rPr>
              <a:t>, 출력, 정정(訂正), 복구, 이용, 제공, 공개, 파기(破棄), 그 밖에 이와 유사한 행위(이하 "</a:t>
            </a:r>
            <a:r>
              <a:rPr lang="ko-KR" altLang="ko-KR" sz="700" dirty="0" err="1">
                <a:solidFill>
                  <a:schemeClr val="tx1"/>
                </a:solidFill>
                <a:ea typeface="맑은 고딕"/>
              </a:rPr>
              <a:t>처리"라</a:t>
            </a:r>
            <a:r>
              <a:rPr lang="ko-KR" altLang="ko-KR" sz="700" dirty="0">
                <a:solidFill>
                  <a:schemeClr val="tx1"/>
                </a:solidFill>
                <a:ea typeface="맑은 고딕"/>
              </a:rPr>
              <a:t> 한다)</a:t>
            </a:r>
            <a:r>
              <a:rPr lang="ko-KR" altLang="ko-KR" sz="700" dirty="0" err="1">
                <a:solidFill>
                  <a:schemeClr val="tx1"/>
                </a:solidFill>
                <a:ea typeface="맑은 고딕"/>
              </a:rPr>
              <a:t>를</a:t>
            </a:r>
            <a:r>
              <a:rPr lang="ko-KR" altLang="ko-KR" sz="700" dirty="0">
                <a:solidFill>
                  <a:schemeClr val="tx1"/>
                </a:solidFill>
                <a:ea typeface="맑은 고딕"/>
              </a:rPr>
              <a:t> 할 수 있도록 업무를 위탁(이하 "개인(신용)정보 </a:t>
            </a:r>
            <a:r>
              <a:rPr lang="ko-KR" altLang="ko-KR" sz="700" dirty="0" err="1">
                <a:solidFill>
                  <a:schemeClr val="tx1"/>
                </a:solidFill>
                <a:ea typeface="맑은 고딕"/>
              </a:rPr>
              <a:t>처리위탁"이라</a:t>
            </a:r>
            <a:r>
              <a:rPr lang="ko-KR" altLang="ko-KR" sz="700" dirty="0">
                <a:solidFill>
                  <a:schemeClr val="tx1"/>
                </a:solidFill>
                <a:ea typeface="맑은 고딕"/>
              </a:rPr>
              <a:t> 한다)하는 경우에는 아래 사항 모두를 이용자에게 알리고 동의를 받아 수탁자에게 처리 위탁합니다. 아래 내용의 어느 하나의 사항이 변경되는 경우에도 또한 같습니다.</a:t>
            </a:r>
          </a:p>
        </p:txBody>
      </p:sp>
      <p:sp>
        <p:nvSpPr>
          <p:cNvPr id="31" name="Rounded Rectangle 27">
            <a:extLst>
              <a:ext uri="{FF2B5EF4-FFF2-40B4-BE49-F238E27FC236}">
                <a16:creationId xmlns:a16="http://schemas.microsoft.com/office/drawing/2014/main" id="{977E8448-9DC0-C6E2-9907-C2318822275F}"/>
              </a:ext>
            </a:extLst>
          </p:cNvPr>
          <p:cNvSpPr/>
          <p:nvPr/>
        </p:nvSpPr>
        <p:spPr>
          <a:xfrm>
            <a:off x="3726988" y="6124206"/>
            <a:ext cx="7146469"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700" b="1" dirty="0">
                <a:solidFill>
                  <a:schemeClr val="tx1"/>
                </a:solidFill>
                <a:ea typeface="맑은 고딕"/>
              </a:rPr>
              <a:t>제3조. (이용자의 개인정보의 제공 및 위탁 거부)</a:t>
            </a:r>
          </a:p>
          <a:p>
            <a:pPr fontAlgn="t"/>
            <a:r>
              <a:rPr lang="ko-KR" altLang="ko-KR" sz="700" dirty="0">
                <a:solidFill>
                  <a:schemeClr val="tx1"/>
                </a:solidFill>
                <a:ea typeface="맑은 고딕"/>
              </a:rPr>
              <a:t>이용자는 회사의 개인정보 제공 및 위탁 동의를 거부할 수 있습니다. 단, 동의를 거부하는 경우 서비스 결제가 정상적으로 완료 될 수 없음을 알려 드립니다.</a:t>
            </a:r>
          </a:p>
        </p:txBody>
      </p:sp>
      <p:graphicFrame>
        <p:nvGraphicFramePr>
          <p:cNvPr id="33" name="표 32">
            <a:extLst>
              <a:ext uri="{FF2B5EF4-FFF2-40B4-BE49-F238E27FC236}">
                <a16:creationId xmlns:a16="http://schemas.microsoft.com/office/drawing/2014/main" id="{26F71F55-F28A-0A61-472D-14402201A9A6}"/>
              </a:ext>
            </a:extLst>
          </p:cNvPr>
          <p:cNvGraphicFramePr>
            <a:graphicFrameLocks noGrp="1"/>
          </p:cNvGraphicFramePr>
          <p:nvPr>
            <p:extLst>
              <p:ext uri="{D42A27DB-BD31-4B8C-83A1-F6EECF244321}">
                <p14:modId xmlns:p14="http://schemas.microsoft.com/office/powerpoint/2010/main" val="3110596192"/>
              </p:ext>
            </p:extLst>
          </p:nvPr>
        </p:nvGraphicFramePr>
        <p:xfrm>
          <a:off x="3864433" y="1701665"/>
          <a:ext cx="6922383" cy="1954530"/>
        </p:xfrm>
        <a:graphic>
          <a:graphicData uri="http://schemas.openxmlformats.org/drawingml/2006/table">
            <a:tbl>
              <a:tblPr firstRow="1" bandRow="1">
                <a:tableStyleId>{2D5ABB26-0587-4C30-8999-92F81FD0307C}</a:tableStyleId>
              </a:tblPr>
              <a:tblGrid>
                <a:gridCol w="1538537">
                  <a:extLst>
                    <a:ext uri="{9D8B030D-6E8A-4147-A177-3AD203B41FA5}">
                      <a16:colId xmlns:a16="http://schemas.microsoft.com/office/drawing/2014/main" val="4091608331"/>
                    </a:ext>
                  </a:extLst>
                </a:gridCol>
                <a:gridCol w="1666428">
                  <a:extLst>
                    <a:ext uri="{9D8B030D-6E8A-4147-A177-3AD203B41FA5}">
                      <a16:colId xmlns:a16="http://schemas.microsoft.com/office/drawing/2014/main" val="71737442"/>
                    </a:ext>
                  </a:extLst>
                </a:gridCol>
                <a:gridCol w="2179178">
                  <a:extLst>
                    <a:ext uri="{9D8B030D-6E8A-4147-A177-3AD203B41FA5}">
                      <a16:colId xmlns:a16="http://schemas.microsoft.com/office/drawing/2014/main" val="2230302264"/>
                    </a:ext>
                  </a:extLst>
                </a:gridCol>
                <a:gridCol w="1538240">
                  <a:extLst>
                    <a:ext uri="{9D8B030D-6E8A-4147-A177-3AD203B41FA5}">
                      <a16:colId xmlns:a16="http://schemas.microsoft.com/office/drawing/2014/main" val="1959754742"/>
                    </a:ext>
                  </a:extLst>
                </a:gridCol>
              </a:tblGrid>
              <a:tr h="0">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0">
                <a:tc>
                  <a:txBody>
                    <a:bodyPr/>
                    <a:lstStyle/>
                    <a:p>
                      <a:pPr marL="0" marR="0" algn="ctr" fontAlgn="ctr" latinLnBrk="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전화</a:t>
                      </a:r>
                      <a:r>
                        <a:rPr lang="en-US" altLang="ko-KR" sz="600" b="0" kern="1200" dirty="0" err="1">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(SMS,LMS,MMS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를</a:t>
                      </a:r>
                      <a:r>
                        <a:rPr lang="ko-KR" altLang="en-US" sz="600" b="0" kern="1200" dirty="0">
                          <a:solidFill>
                            <a:schemeClr val="tx1">
                              <a:lumMod val="50000"/>
                              <a:lumOff val="50000"/>
                            </a:schemeClr>
                          </a:solidFill>
                          <a:effectLst/>
                          <a:latin typeface="+mn-lt"/>
                          <a:ea typeface="+mn-ea"/>
                          <a:cs typeface="+mn-cs"/>
                        </a:rPr>
                        <a:t> 통한 영리목적의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회사</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의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경품 발송 및 안내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고객상담</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㈜에스앤티미디어 및 ㈜에스앤티미디어와 위탁 제휴를 맺은 콜센터 </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위탁 제휴사에 대한 내역은 </a:t>
                      </a:r>
                      <a:r>
                        <a:rPr lang="en-US" altLang="ko-KR" sz="600" b="0" kern="1200">
                          <a:solidFill>
                            <a:schemeClr val="tx1">
                              <a:lumMod val="50000"/>
                              <a:lumOff val="50000"/>
                            </a:schemeClr>
                          </a:solidFill>
                          <a:effectLst/>
                          <a:latin typeface="+mn-lt"/>
                          <a:ea typeface="+mn-ea"/>
                          <a:cs typeface="+mn-cs"/>
                        </a:rPr>
                        <a:t>https://marketing.sntmedia.co.kr/ </a:t>
                      </a:r>
                      <a:r>
                        <a:rPr lang="ko-KR" altLang="en-US" sz="600" b="0" kern="1200">
                          <a:solidFill>
                            <a:schemeClr val="tx1">
                              <a:lumMod val="50000"/>
                              <a:lumOff val="50000"/>
                            </a:schemeClr>
                          </a:solidFill>
                          <a:effectLst/>
                          <a:latin typeface="+mn-lt"/>
                          <a:ea typeface="+mn-ea"/>
                          <a:cs typeface="+mn-cs"/>
                        </a:rPr>
                        <a:t>에서 확인 가능</a:t>
                      </a:r>
                      <a:r>
                        <a:rPr lang="en-US" altLang="ko-KR" sz="600" b="0" kern="120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본 약관 동의 사이트 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사이트명에 한함</a:t>
                      </a:r>
                      <a:r>
                        <a:rPr lang="en-US" altLang="ko-KR" sz="600" b="0" kern="120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동의일로부터 </a:t>
                      </a:r>
                      <a:r>
                        <a:rPr lang="en-US" altLang="ko-KR" sz="600" b="0" kern="1200">
                          <a:solidFill>
                            <a:schemeClr val="tx1">
                              <a:lumMod val="50000"/>
                              <a:lumOff val="50000"/>
                            </a:schemeClr>
                          </a:solidFill>
                          <a:effectLst/>
                          <a:latin typeface="+mn-lt"/>
                          <a:ea typeface="+mn-ea"/>
                          <a:cs typeface="+mn-cs"/>
                        </a:rPr>
                        <a:t>1</a:t>
                      </a:r>
                      <a:r>
                        <a:rPr lang="ko-KR" altLang="en-US" sz="600" b="0" kern="1200">
                          <a:solidFill>
                            <a:schemeClr val="tx1">
                              <a:lumMod val="50000"/>
                              <a:lumOff val="50000"/>
                            </a:schemeClr>
                          </a:solidFill>
                          <a:effectLst/>
                          <a:latin typeface="+mn-lt"/>
                          <a:ea typeface="+mn-ea"/>
                          <a:cs typeface="+mn-cs"/>
                        </a:rPr>
                        <a:t>년</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0">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 LMS, 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를 통한 영리목적의 일회성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회사”의</a:t>
                      </a:r>
                      <a:r>
                        <a:rPr lang="ko-KR" altLang="en-US" sz="600" b="0" kern="1200" dirty="0">
                          <a:solidFill>
                            <a:schemeClr val="tx1">
                              <a:lumMod val="50000"/>
                              <a:lumOff val="50000"/>
                            </a:schemeClr>
                          </a:solidFill>
                          <a:effectLst/>
                          <a:latin typeface="+mn-lt"/>
                          <a:ea typeface="+mn-ea"/>
                          <a:cs typeface="+mn-cs"/>
                        </a:rPr>
                        <a:t>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주식회사 인포바인</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휴대폰번호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통신사 정보</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본 약관 동의 일시</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동의 받아 수집한 고객의 개인정보는 제공받는자가 마케팅 정보를 발송 후 지체 없이 파기합니다</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단</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관련 법령에서 정하고 있는 경우 그 보존기한까지 입니다</a:t>
                      </a:r>
                      <a:r>
                        <a:rPr lang="en-US" altLang="ko-KR" sz="600" b="0" kern="1200">
                          <a:solidFill>
                            <a:schemeClr val="tx1">
                              <a:lumMod val="50000"/>
                              <a:lumOff val="50000"/>
                            </a:schemeClr>
                          </a:solidFill>
                          <a:effectLst/>
                          <a:latin typeface="+mn-lt"/>
                          <a:ea typeface="+mn-ea"/>
                          <a:cs typeface="+mn-cs"/>
                        </a:rPr>
                        <a:t>.</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7789925"/>
                  </a:ext>
                </a:extLst>
              </a:tr>
              <a:tr h="0">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신용정보확인</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코리아크레딧뷰로㈜</a:t>
                      </a:r>
                      <a:r>
                        <a:rPr lang="en-US" altLang="ko-KR" sz="600" b="0" kern="1200">
                          <a:solidFill>
                            <a:schemeClr val="tx1">
                              <a:lumMod val="50000"/>
                              <a:lumOff val="50000"/>
                            </a:schemeClr>
                          </a:solidFill>
                          <a:effectLst/>
                          <a:latin typeface="+mn-lt"/>
                          <a:ea typeface="+mn-ea"/>
                          <a:cs typeface="+mn-cs"/>
                        </a:rPr>
                        <a:t>, NICE </a:t>
                      </a:r>
                      <a:r>
                        <a:rPr lang="ko-KR" altLang="en-US" sz="600" b="0" kern="1200">
                          <a:solidFill>
                            <a:schemeClr val="tx1">
                              <a:lumMod val="50000"/>
                              <a:lumOff val="50000"/>
                            </a:schemeClr>
                          </a:solidFill>
                          <a:effectLst/>
                          <a:latin typeface="+mn-lt"/>
                          <a:ea typeface="+mn-ea"/>
                          <a:cs typeface="+mn-cs"/>
                        </a:rPr>
                        <a:t>평가정보㈜</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DI(Duplication Information))</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거래가 거절되거나</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제공된 날로부터 동의철회 시 또는 제공된 목적을 달성할 때까지</a:t>
                      </a:r>
                    </a:p>
                  </a:txBody>
                  <a:tcPr marL="47625" marR="47625" marT="142875" marB="142875"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62851153"/>
                  </a:ext>
                </a:extLst>
              </a:tr>
            </a:tbl>
          </a:graphicData>
        </a:graphic>
      </p:graphicFrame>
      <p:sp>
        <p:nvSpPr>
          <p:cNvPr id="36" name="Rounded Rectangle 27">
            <a:extLst>
              <a:ext uri="{FF2B5EF4-FFF2-40B4-BE49-F238E27FC236}">
                <a16:creationId xmlns:a16="http://schemas.microsoft.com/office/drawing/2014/main" id="{974D7569-292C-C4AA-3753-21EF2CEA13BE}"/>
              </a:ext>
            </a:extLst>
          </p:cNvPr>
          <p:cNvSpPr/>
          <p:nvPr/>
        </p:nvSpPr>
        <p:spPr>
          <a:xfrm>
            <a:off x="3726988" y="4014482"/>
            <a:ext cx="7146469"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ctr"/>
            <a:r>
              <a:rPr lang="ko-KR" altLang="ko-KR" sz="700" dirty="0">
                <a:solidFill>
                  <a:schemeClr val="tx1"/>
                </a:solidFill>
                <a:ea typeface="맑은 고딕"/>
              </a:rPr>
              <a:t>(2) 개인(신용) 정보 조회</a:t>
            </a:r>
            <a:br>
              <a:rPr lang="ko-KR" altLang="ko-KR" sz="700" dirty="0">
                <a:solidFill>
                  <a:schemeClr val="tx1"/>
                </a:solidFill>
                <a:ea typeface="맑은 고딕"/>
              </a:rPr>
            </a:br>
            <a:r>
              <a:rPr lang="ko-KR" altLang="ko-KR" sz="700" dirty="0">
                <a:solidFill>
                  <a:schemeClr val="tx1"/>
                </a:solidFill>
                <a:ea typeface="맑은 고딕"/>
              </a:rPr>
              <a:t>회사의 서비스 이행을 위하여 본인의 개인(신용)정보를 조회하고 있는 경우는 다음과 같습니다.</a:t>
            </a:r>
          </a:p>
        </p:txBody>
      </p:sp>
      <p:sp>
        <p:nvSpPr>
          <p:cNvPr id="43" name="Rounded Rectangle 27">
            <a:extLst>
              <a:ext uri="{FF2B5EF4-FFF2-40B4-BE49-F238E27FC236}">
                <a16:creationId xmlns:a16="http://schemas.microsoft.com/office/drawing/2014/main" id="{799997A3-6C38-2BF3-A9E1-C43CF2B78E9C}"/>
              </a:ext>
            </a:extLst>
          </p:cNvPr>
          <p:cNvSpPr/>
          <p:nvPr/>
        </p:nvSpPr>
        <p:spPr>
          <a:xfrm>
            <a:off x="3843517" y="867600"/>
            <a:ext cx="5412272" cy="719034"/>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spTree>
    <p:extLst>
      <p:ext uri="{BB962C8B-B14F-4D97-AF65-F5344CB8AC3E}">
        <p14:creationId xmlns:p14="http://schemas.microsoft.com/office/powerpoint/2010/main" val="3584729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670D0-CA76-79D3-6D54-E07F97DB2A3D}"/>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6C4EE9FD-582E-6389-B995-FDC830402B5B}"/>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FA18DAFC-80BD-56CA-5967-1B424B973B3B}"/>
              </a:ext>
            </a:extLst>
          </p:cNvPr>
          <p:cNvSpPr txBox="1"/>
          <p:nvPr/>
        </p:nvSpPr>
        <p:spPr>
          <a:xfrm>
            <a:off x="1302717" y="330494"/>
            <a:ext cx="304121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rPr>
              <a:t>개인정보 수집 및 이용 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DFD61219-4589-EAA2-6432-58F71C68D1DC}"/>
              </a:ext>
            </a:extLst>
          </p:cNvPr>
          <p:cNvSpPr/>
          <p:nvPr/>
        </p:nvSpPr>
        <p:spPr>
          <a:xfrm>
            <a:off x="7921129" y="58428"/>
            <a:ext cx="1380506" cy="246221"/>
          </a:xfrm>
          <a:prstGeom prst="rect">
            <a:avLst/>
          </a:prstGeom>
        </p:spPr>
        <p:txBody>
          <a:bodyPr wrap="none">
            <a:spAutoFit/>
          </a:bodyPr>
          <a:lstStyle/>
          <a:p>
            <a:pPr fontAlgn="ctr"/>
            <a:r>
              <a:rPr lang="en-US" altLang="ko-KR" sz="1000" dirty="0"/>
              <a:t>CH-U-CA-02-03-06p</a:t>
            </a:r>
            <a:endParaRPr lang="ko-KR" altLang="ko-KR" sz="1000" dirty="0"/>
          </a:p>
        </p:txBody>
      </p:sp>
      <p:sp>
        <p:nvSpPr>
          <p:cNvPr id="5" name="TextBox 4">
            <a:extLst>
              <a:ext uri="{FF2B5EF4-FFF2-40B4-BE49-F238E27FC236}">
                <a16:creationId xmlns:a16="http://schemas.microsoft.com/office/drawing/2014/main" id="{BAB39FFB-8A60-0ADE-5BC1-53A7ABCFB590}"/>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7B9E7D65-0485-FA66-F96B-EDB20388F5F7}"/>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AF9E6B7E-7215-4E1A-B2A7-C3CC899A7888}"/>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BC08535D-8D80-030A-1818-6A05384E9EBD}"/>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034941A0-A23A-3369-08D9-BF60C0E9BAA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7B185815-CB00-E7EC-3E38-34E8AE553FDA}"/>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6FD22B64-BD96-4B5F-02BD-DB36998957E0}"/>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2FA802C4-9B9B-E6C3-7185-A02A40F586EF}"/>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D62D338D-1CEA-657E-D6EF-6AD2C35C790F}"/>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A6524C71-14C6-1961-73DF-1E6E50226024}"/>
              </a:ext>
            </a:extLst>
          </p:cNvPr>
          <p:cNvSpPr txBox="1"/>
          <p:nvPr/>
        </p:nvSpPr>
        <p:spPr>
          <a:xfrm>
            <a:off x="1307907" y="78285"/>
            <a:ext cx="1539204"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수집 및 이용 동의 팝업</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102360F7-9714-AC06-6868-E17C3A14CEE6}"/>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439CF416-AC08-5626-F96A-A9F4BD1982CC}"/>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1EB98785-5841-0433-E47C-9E4ECE248A98}"/>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9FC0245A-BC0C-DDA3-F0DB-AEF94A49C1E1}"/>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85B7FEAF-BD6A-729F-E0C3-31744F54DDD7}"/>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B1CFA0E7-C42F-31CC-5967-9FAC863030AE}"/>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28A13506-2EE5-4427-D65A-EA09895FBFEA}"/>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AEE63035-C02D-0DC6-4A9D-63C86C006AF7}"/>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1D4B017E-16CB-EF73-5E94-F81BA21D82A4}"/>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C4CC5F53-A496-0A60-9D3C-E6794D47C950}"/>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DDEC55F3-BCED-D76B-CA1F-D1B054EA3E5B}"/>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DAB37D55-B3D8-4FDC-24DE-031E2C0E1995}"/>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E789B9CC-7956-96E8-8E2C-B60130B05289}"/>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48547063-53C1-7166-CC95-8BCF68BD570E}"/>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6A653CE5-423D-E802-3F8E-F9CB978E2224}"/>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18958AC7-FF8F-0600-2939-4DD7FF2FCEB7}"/>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6F3C5DF6-1F91-1049-80F8-8CBA35CFE0A3}"/>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A8A7C443-6342-E093-D1CD-E2EF956310DE}"/>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1CEF6DBB-5AE9-AAB8-DD7C-7DC6AF23419C}"/>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7461FC1A-EE6F-7BA6-84EB-73EF91FABD7D}"/>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6B6C2AEC-E5BB-939E-CCE8-5B95F54BFA4A}"/>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1025A9E2-3B86-E1D5-0509-62FE4FDEEBFA}"/>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AD6C55BF-5E12-DFC8-028D-BBE8BBC57730}"/>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F91EA9D2-8363-7E8A-3BBD-87D0BC765C06}"/>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7BAA54C4-8494-D3C5-EE79-514CB5AB42EF}"/>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E6353C0B-2740-1880-83DA-18DFB76EC7E3}"/>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605C815E-A707-5331-8DAC-7B7D3E8B4178}"/>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B084B9B9-8FDA-3564-DC0E-701A1173BEA3}"/>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2B6F5405-120B-E23F-AAFB-60EC51B99F5A}"/>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7A1D9A70-12D1-FC7C-C75F-42A1551850EB}"/>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0192A9F1-555A-5FE8-0F2B-6EBBB5EDA692}"/>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86BEE646-11D8-E2A4-8FD4-7FA436193297}"/>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B1802484-A0CE-8EF9-9DB0-373BAC039DDA}"/>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93401D04-428F-0291-3ABA-761992298BB2}"/>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개인정보 수집 및 이용 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CBF003D7-6D71-4D66-0D83-66CE7AE1122D}"/>
                </a:ext>
              </a:extLst>
            </p:cNvPr>
            <p:cNvSpPr/>
            <p:nvPr/>
          </p:nvSpPr>
          <p:spPr>
            <a:xfrm>
              <a:off x="5126625" y="2611712"/>
              <a:ext cx="2886608" cy="395869"/>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en-US" sz="700" dirty="0">
                  <a:solidFill>
                    <a:schemeClr val="tx1"/>
                  </a:solidFill>
                  <a:ea typeface="맑은 고딕"/>
                </a:rPr>
                <a:t>구매하신 상품의 원활한 제공을 위해 최소한의 범위 내에서 개인정보를 수집</a:t>
              </a:r>
              <a:r>
                <a:rPr lang="en-US" altLang="ko-KR" sz="700" dirty="0">
                  <a:solidFill>
                    <a:schemeClr val="tx1"/>
                  </a:solidFill>
                  <a:ea typeface="맑은 고딕"/>
                </a:rPr>
                <a:t>·</a:t>
              </a:r>
              <a:r>
                <a:rPr lang="ko-KR" altLang="en-US" sz="700" dirty="0">
                  <a:solidFill>
                    <a:schemeClr val="tx1"/>
                  </a:solidFill>
                  <a:ea typeface="맑은 고딕"/>
                </a:rPr>
                <a:t>이용 합니다</a:t>
              </a:r>
              <a:r>
                <a:rPr lang="en-US" altLang="ko-KR" sz="700" dirty="0">
                  <a:solidFill>
                    <a:schemeClr val="tx1"/>
                  </a:solidFill>
                  <a:ea typeface="맑은 고딕"/>
                </a:rPr>
                <a:t>. </a:t>
              </a:r>
              <a:r>
                <a:rPr lang="ko-KR" altLang="en-US" sz="700" dirty="0">
                  <a:solidFill>
                    <a:schemeClr val="tx1"/>
                  </a:solidFill>
                  <a:ea typeface="맑은 고딕"/>
                </a:rPr>
                <a:t>개인정보 수집 및 이용에 동의하지 않으실 수 있으며 동의하지 않으실 경우 구매가 제한될 수 있습니다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CB709D5D-ACF5-C28D-A055-05C5C03F85C7}"/>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aphicFrame>
        <p:nvGraphicFramePr>
          <p:cNvPr id="2" name="표 1">
            <a:extLst>
              <a:ext uri="{FF2B5EF4-FFF2-40B4-BE49-F238E27FC236}">
                <a16:creationId xmlns:a16="http://schemas.microsoft.com/office/drawing/2014/main" id="{306FBD42-BD2A-B3DB-5F83-5A19AA77DE15}"/>
              </a:ext>
            </a:extLst>
          </p:cNvPr>
          <p:cNvGraphicFramePr>
            <a:graphicFrameLocks noGrp="1"/>
          </p:cNvGraphicFramePr>
          <p:nvPr>
            <p:extLst>
              <p:ext uri="{D42A27DB-BD31-4B8C-83A1-F6EECF244321}">
                <p14:modId xmlns:p14="http://schemas.microsoft.com/office/powerpoint/2010/main" val="2188499649"/>
              </p:ext>
            </p:extLst>
          </p:nvPr>
        </p:nvGraphicFramePr>
        <p:xfrm>
          <a:off x="443699" y="3155194"/>
          <a:ext cx="2884052" cy="915848"/>
        </p:xfrm>
        <a:graphic>
          <a:graphicData uri="http://schemas.openxmlformats.org/drawingml/2006/table">
            <a:tbl>
              <a:tblPr firstRow="1" bandRow="1">
                <a:tableStyleId>{2D5ABB26-0587-4C30-8999-92F81FD0307C}</a:tableStyleId>
              </a:tblPr>
              <a:tblGrid>
                <a:gridCol w="619718">
                  <a:extLst>
                    <a:ext uri="{9D8B030D-6E8A-4147-A177-3AD203B41FA5}">
                      <a16:colId xmlns:a16="http://schemas.microsoft.com/office/drawing/2014/main" val="3101645402"/>
                    </a:ext>
                  </a:extLst>
                </a:gridCol>
                <a:gridCol w="1239435">
                  <a:extLst>
                    <a:ext uri="{9D8B030D-6E8A-4147-A177-3AD203B41FA5}">
                      <a16:colId xmlns:a16="http://schemas.microsoft.com/office/drawing/2014/main" val="71737442"/>
                    </a:ext>
                  </a:extLst>
                </a:gridCol>
                <a:gridCol w="1024899">
                  <a:extLst>
                    <a:ext uri="{9D8B030D-6E8A-4147-A177-3AD203B41FA5}">
                      <a16:colId xmlns:a16="http://schemas.microsoft.com/office/drawing/2014/main" val="1959754742"/>
                    </a:ext>
                  </a:extLst>
                </a:gridCol>
              </a:tblGrid>
              <a:tr h="234060">
                <a:tc>
                  <a:txBody>
                    <a:bodyPr/>
                    <a:lstStyle/>
                    <a:p>
                      <a:pPr algn="ctr" fontAlgn="ctr">
                        <a:buNone/>
                      </a:pPr>
                      <a:r>
                        <a:rPr lang="ko-KR" altLang="en-US" sz="600" b="1" dirty="0">
                          <a:solidFill>
                            <a:schemeClr val="tx1">
                              <a:lumMod val="50000"/>
                              <a:lumOff val="50000"/>
                            </a:schemeClr>
                          </a:solidFill>
                          <a:effectLst/>
                          <a:latin typeface="Noto Sans Korean"/>
                        </a:rPr>
                        <a:t>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항목</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보유 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altLang="ko-KR" sz="600" b="0" kern="1200" dirty="0">
                          <a:solidFill>
                            <a:schemeClr val="tx1">
                              <a:lumMod val="50000"/>
                              <a:lumOff val="50000"/>
                            </a:schemeClr>
                          </a:solidFill>
                          <a:effectLst/>
                          <a:latin typeface="Noto Sans Korean"/>
                          <a:ea typeface="+mn-ea"/>
                          <a:cs typeface="+mn-cs"/>
                        </a:rPr>
                        <a:t>배송</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수취인</a:t>
                      </a:r>
                      <a:r>
                        <a:rPr lang="en-US" altLang="ko-KR" sz="600" b="0" kern="1200" dirty="0">
                          <a:solidFill>
                            <a:schemeClr val="tx1">
                              <a:lumMod val="50000"/>
                              <a:lumOff val="50000"/>
                            </a:schemeClr>
                          </a:solidFill>
                          <a:effectLst/>
                          <a:latin typeface="Noto Sans Korean"/>
                          <a:ea typeface="+mn-ea"/>
                          <a:cs typeface="+mn-cs"/>
                        </a:rPr>
                        <a:t> </a:t>
                      </a:r>
                      <a:r>
                        <a:rPr lang="ko-KR" altLang="en-US" sz="600" b="0" kern="1200" dirty="0">
                          <a:solidFill>
                            <a:schemeClr val="tx1">
                              <a:lumMod val="50000"/>
                              <a:lumOff val="50000"/>
                            </a:schemeClr>
                          </a:solidFill>
                          <a:effectLst/>
                          <a:latin typeface="Noto Sans Korean"/>
                          <a:ea typeface="+mn-ea"/>
                          <a:cs typeface="+mn-cs"/>
                        </a:rPr>
                        <a:t>정보</a:t>
                      </a:r>
                      <a:r>
                        <a:rPr lang="ko-KR" altLang="ko-KR" sz="600" b="0" kern="1200" dirty="0">
                          <a:solidFill>
                            <a:schemeClr val="tx1">
                              <a:lumMod val="50000"/>
                              <a:lumOff val="50000"/>
                            </a:schemeClr>
                          </a:solidFill>
                          <a:effectLst/>
                          <a:latin typeface="Noto Sans Korean"/>
                          <a:ea typeface="+mn-ea"/>
                          <a:cs typeface="+mn-cs"/>
                        </a:rPr>
                        <a:t> (성명, 휴대폰번호, 주소)</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이용계약(회원가입) 해지 시 또는 법령에 따른 보존기간</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Tree>
    <p:extLst>
      <p:ext uri="{BB962C8B-B14F-4D97-AF65-F5344CB8AC3E}">
        <p14:creationId xmlns:p14="http://schemas.microsoft.com/office/powerpoint/2010/main" val="1497360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3CAC8-8A8F-BA42-61EE-B6ACE42824A8}"/>
            </a:ext>
          </a:extLst>
        </p:cNvPr>
        <p:cNvGrpSpPr/>
        <p:nvPr/>
      </p:nvGrpSpPr>
      <p:grpSpPr>
        <a:xfrm>
          <a:off x="0" y="0"/>
          <a:ext cx="0" cy="0"/>
          <a:chOff x="0" y="0"/>
          <a:chExt cx="0" cy="0"/>
        </a:xfrm>
      </p:grpSpPr>
      <p:sp>
        <p:nvSpPr>
          <p:cNvPr id="88" name="직사각형 87">
            <a:extLst>
              <a:ext uri="{FF2B5EF4-FFF2-40B4-BE49-F238E27FC236}">
                <a16:creationId xmlns:a16="http://schemas.microsoft.com/office/drawing/2014/main" id="{302D23D3-7236-7657-9973-C3C6C075F63D}"/>
              </a:ext>
            </a:extLst>
          </p:cNvPr>
          <p:cNvSpPr/>
          <p:nvPr/>
        </p:nvSpPr>
        <p:spPr>
          <a:xfrm>
            <a:off x="171205" y="6074504"/>
            <a:ext cx="3435657" cy="387257"/>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 name="TextBox 2">
            <a:extLst>
              <a:ext uri="{FF2B5EF4-FFF2-40B4-BE49-F238E27FC236}">
                <a16:creationId xmlns:a16="http://schemas.microsoft.com/office/drawing/2014/main" id="{52742301-527A-B072-A914-EA8F3DA994F2}"/>
              </a:ext>
            </a:extLst>
          </p:cNvPr>
          <p:cNvSpPr txBox="1"/>
          <p:nvPr/>
        </p:nvSpPr>
        <p:spPr>
          <a:xfrm>
            <a:off x="1302717" y="330494"/>
            <a:ext cx="304121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ko-KR" altLang="en-US"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latin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rPr>
              <a:t>약관 보기</a:t>
            </a:r>
            <a:r>
              <a:rPr lang="en-US" altLang="ko-KR" sz="900" spc="-150" dirty="0">
                <a:solidFill>
                  <a:schemeClr val="tx1">
                    <a:lumMod val="75000"/>
                    <a:lumOff val="25000"/>
                  </a:schemeClr>
                </a:solidFill>
                <a:latin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rPr>
              <a:t>개인정보 제</a:t>
            </a:r>
            <a:r>
              <a:rPr lang="en-US" altLang="ko-KR" sz="900" spc="-150" dirty="0">
                <a:solidFill>
                  <a:schemeClr val="tx1">
                    <a:lumMod val="75000"/>
                    <a:lumOff val="25000"/>
                  </a:schemeClr>
                </a:solidFill>
                <a:latin typeface="맑은 고딕" panose="020B0503020000020004" pitchFamily="50" charset="-127"/>
              </a:rPr>
              <a:t>3</a:t>
            </a:r>
            <a:r>
              <a:rPr lang="ko-KR" altLang="en-US" sz="900" spc="-150" dirty="0">
                <a:solidFill>
                  <a:schemeClr val="tx1">
                    <a:lumMod val="75000"/>
                    <a:lumOff val="25000"/>
                  </a:schemeClr>
                </a:solidFill>
                <a:latin typeface="맑은 고딕" panose="020B0503020000020004" pitchFamily="50" charset="-127"/>
              </a:rPr>
              <a:t>자 정보제공 동의</a:t>
            </a:r>
            <a:r>
              <a:rPr lang="en-US" altLang="ko-KR" sz="900" spc="-150" dirty="0">
                <a:solidFill>
                  <a:schemeClr val="tx1">
                    <a:lumMod val="75000"/>
                    <a:lumOff val="25000"/>
                  </a:schemeClr>
                </a:solidFill>
                <a:latin typeface="맑은 고딕" panose="020B0503020000020004" pitchFamily="50" charset="-127"/>
              </a:rPr>
              <a:t>)</a:t>
            </a:r>
            <a:endParaRPr lang="ko-KR" altLang="en-US" sz="900" spc="-150" dirty="0">
              <a:solidFill>
                <a:schemeClr val="tx1">
                  <a:lumMod val="75000"/>
                  <a:lumOff val="25000"/>
                </a:schemeClr>
              </a:solidFill>
              <a:latin typeface="맑은 고딕" panose="020B0503020000020004" pitchFamily="50" charset="-127"/>
            </a:endParaRPr>
          </a:p>
        </p:txBody>
      </p:sp>
      <p:sp>
        <p:nvSpPr>
          <p:cNvPr id="4" name="직사각형 3">
            <a:extLst>
              <a:ext uri="{FF2B5EF4-FFF2-40B4-BE49-F238E27FC236}">
                <a16:creationId xmlns:a16="http://schemas.microsoft.com/office/drawing/2014/main" id="{EB1F0EF2-D924-B59D-F4A8-5989A562BC9F}"/>
              </a:ext>
            </a:extLst>
          </p:cNvPr>
          <p:cNvSpPr/>
          <p:nvPr/>
        </p:nvSpPr>
        <p:spPr>
          <a:xfrm>
            <a:off x="7921129" y="58428"/>
            <a:ext cx="1380506" cy="246221"/>
          </a:xfrm>
          <a:prstGeom prst="rect">
            <a:avLst/>
          </a:prstGeom>
        </p:spPr>
        <p:txBody>
          <a:bodyPr wrap="none">
            <a:spAutoFit/>
          </a:bodyPr>
          <a:lstStyle/>
          <a:p>
            <a:pPr fontAlgn="ctr"/>
            <a:r>
              <a:rPr lang="en-US" altLang="ko-KR" sz="1000" dirty="0"/>
              <a:t>CH-U-CA-02-03-07p</a:t>
            </a:r>
            <a:endParaRPr lang="ko-KR" altLang="ko-KR" sz="1000" dirty="0"/>
          </a:p>
        </p:txBody>
      </p:sp>
      <p:sp>
        <p:nvSpPr>
          <p:cNvPr id="5" name="TextBox 4">
            <a:extLst>
              <a:ext uri="{FF2B5EF4-FFF2-40B4-BE49-F238E27FC236}">
                <a16:creationId xmlns:a16="http://schemas.microsoft.com/office/drawing/2014/main" id="{43AC57ED-2DB0-D18B-2821-B0CA769719DE}"/>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92F0596D-EC4D-0B88-BA1A-79728BB7AF34}"/>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7" name="직사각형 6">
            <a:extLst>
              <a:ext uri="{FF2B5EF4-FFF2-40B4-BE49-F238E27FC236}">
                <a16:creationId xmlns:a16="http://schemas.microsoft.com/office/drawing/2014/main" id="{283EED70-3695-7B33-FD8A-40CB47406422}"/>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 name="TextBox 7">
            <a:extLst>
              <a:ext uri="{FF2B5EF4-FFF2-40B4-BE49-F238E27FC236}">
                <a16:creationId xmlns:a16="http://schemas.microsoft.com/office/drawing/2014/main" id="{7D4DACAF-511A-58F2-B01F-683141B12FEF}"/>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9" name="TextBox 8">
            <a:extLst>
              <a:ext uri="{FF2B5EF4-FFF2-40B4-BE49-F238E27FC236}">
                <a16:creationId xmlns:a16="http://schemas.microsoft.com/office/drawing/2014/main" id="{9A5369F2-0D79-FEDD-C025-29FE06CBE753}"/>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0" name="그룹 9">
            <a:extLst>
              <a:ext uri="{FF2B5EF4-FFF2-40B4-BE49-F238E27FC236}">
                <a16:creationId xmlns:a16="http://schemas.microsoft.com/office/drawing/2014/main" id="{54CF1B22-4B66-F27E-46A8-26E98B83DC45}"/>
              </a:ext>
            </a:extLst>
          </p:cNvPr>
          <p:cNvGrpSpPr/>
          <p:nvPr/>
        </p:nvGrpSpPr>
        <p:grpSpPr>
          <a:xfrm>
            <a:off x="2907993" y="703689"/>
            <a:ext cx="613818" cy="222962"/>
            <a:chOff x="2907993" y="703689"/>
            <a:chExt cx="613818" cy="222962"/>
          </a:xfrm>
        </p:grpSpPr>
        <p:pic>
          <p:nvPicPr>
            <p:cNvPr id="11" name="그림 10">
              <a:extLst>
                <a:ext uri="{FF2B5EF4-FFF2-40B4-BE49-F238E27FC236}">
                  <a16:creationId xmlns:a16="http://schemas.microsoft.com/office/drawing/2014/main" id="{E95C322C-DEE0-C14E-2744-73FEA6C602C1}"/>
                </a:ext>
              </a:extLst>
            </p:cNvPr>
            <p:cNvPicPr>
              <a:picLocks noChangeAspect="1"/>
            </p:cNvPicPr>
            <p:nvPr/>
          </p:nvPicPr>
          <p:blipFill>
            <a:blip r:embed="rId3"/>
            <a:stretch>
              <a:fillRect/>
            </a:stretch>
          </p:blipFill>
          <p:spPr>
            <a:xfrm>
              <a:off x="3359286" y="724793"/>
              <a:ext cx="162525" cy="158011"/>
            </a:xfrm>
            <a:prstGeom prst="rect">
              <a:avLst/>
            </a:prstGeom>
          </p:spPr>
        </p:pic>
        <p:pic>
          <p:nvPicPr>
            <p:cNvPr id="12" name="그림 11">
              <a:extLst>
                <a:ext uri="{FF2B5EF4-FFF2-40B4-BE49-F238E27FC236}">
                  <a16:creationId xmlns:a16="http://schemas.microsoft.com/office/drawing/2014/main" id="{5892014C-0174-2A6D-1802-7190C6CCFD40}"/>
                </a:ext>
              </a:extLst>
            </p:cNvPr>
            <p:cNvPicPr>
              <a:picLocks noChangeAspect="1"/>
            </p:cNvPicPr>
            <p:nvPr/>
          </p:nvPicPr>
          <p:blipFill>
            <a:blip r:embed="rId4"/>
            <a:srcRect t="19832" r="76394" b="17169"/>
            <a:stretch>
              <a:fillRect/>
            </a:stretch>
          </p:blipFill>
          <p:spPr>
            <a:xfrm>
              <a:off x="2907993" y="728319"/>
              <a:ext cx="232970" cy="167661"/>
            </a:xfrm>
            <a:prstGeom prst="rect">
              <a:avLst/>
            </a:prstGeom>
          </p:spPr>
        </p:pic>
        <p:pic>
          <p:nvPicPr>
            <p:cNvPr id="13" name="그림 12">
              <a:extLst>
                <a:ext uri="{FF2B5EF4-FFF2-40B4-BE49-F238E27FC236}">
                  <a16:creationId xmlns:a16="http://schemas.microsoft.com/office/drawing/2014/main" id="{34155B92-925B-94E7-E76C-FA133DAB5C2A}"/>
                </a:ext>
              </a:extLst>
            </p:cNvPr>
            <p:cNvPicPr>
              <a:picLocks noChangeAspect="1"/>
            </p:cNvPicPr>
            <p:nvPr/>
          </p:nvPicPr>
          <p:blipFill>
            <a:blip r:embed="rId5"/>
            <a:stretch>
              <a:fillRect/>
            </a:stretch>
          </p:blipFill>
          <p:spPr>
            <a:xfrm>
              <a:off x="3140963" y="703689"/>
              <a:ext cx="198188" cy="222962"/>
            </a:xfrm>
            <a:prstGeom prst="rect">
              <a:avLst/>
            </a:prstGeom>
          </p:spPr>
        </p:pic>
      </p:grpSp>
      <p:sp>
        <p:nvSpPr>
          <p:cNvPr id="15" name="TextBox 14">
            <a:extLst>
              <a:ext uri="{FF2B5EF4-FFF2-40B4-BE49-F238E27FC236}">
                <a16:creationId xmlns:a16="http://schemas.microsoft.com/office/drawing/2014/main" id="{960C536C-7AEA-F2F9-AEC4-E50A1AD16322}"/>
              </a:ext>
            </a:extLst>
          </p:cNvPr>
          <p:cNvSpPr txBox="1"/>
          <p:nvPr/>
        </p:nvSpPr>
        <p:spPr>
          <a:xfrm>
            <a:off x="1307907" y="78285"/>
            <a:ext cx="165942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rPr>
              <a:t>개인정보 제</a:t>
            </a:r>
            <a:r>
              <a:rPr lang="en-US" altLang="ko-KR" sz="900" spc="-150" dirty="0">
                <a:solidFill>
                  <a:schemeClr val="tx1">
                    <a:lumMod val="75000"/>
                    <a:lumOff val="25000"/>
                  </a:schemeClr>
                </a:solidFill>
                <a:latin typeface="맑은 고딕" panose="020B0503020000020004" pitchFamily="50" charset="-127"/>
              </a:rPr>
              <a:t>3</a:t>
            </a:r>
            <a:r>
              <a:rPr lang="ko-KR" altLang="en-US" sz="900" spc="-150" dirty="0">
                <a:solidFill>
                  <a:schemeClr val="tx1">
                    <a:lumMod val="75000"/>
                    <a:lumOff val="25000"/>
                  </a:schemeClr>
                </a:solidFill>
                <a:latin typeface="맑은 고딕" panose="020B0503020000020004" pitchFamily="50" charset="-127"/>
              </a:rPr>
              <a:t>자 정보제공 동의 팝업</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aphicFrame>
        <p:nvGraphicFramePr>
          <p:cNvPr id="16" name="Group 59">
            <a:extLst>
              <a:ext uri="{FF2B5EF4-FFF2-40B4-BE49-F238E27FC236}">
                <a16:creationId xmlns:a16="http://schemas.microsoft.com/office/drawing/2014/main" id="{1C0A4F56-1E01-44E0-EB00-9BAFE49CCE8D}"/>
              </a:ext>
            </a:extLst>
          </p:cNvPr>
          <p:cNvGraphicFramePr>
            <a:graphicFrameLocks noGrp="1"/>
          </p:cNvGraphicFramePr>
          <p:nvPr/>
        </p:nvGraphicFramePr>
        <p:xfrm>
          <a:off x="10128399" y="623854"/>
          <a:ext cx="2850436" cy="195275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닫기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클릭 시 결제하기 화면으로 이동</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1" name="직사각형 20">
            <a:extLst>
              <a:ext uri="{FF2B5EF4-FFF2-40B4-BE49-F238E27FC236}">
                <a16:creationId xmlns:a16="http://schemas.microsoft.com/office/drawing/2014/main" id="{BAC79163-313D-D0E1-B541-7A8609922CDA}"/>
              </a:ext>
            </a:extLst>
          </p:cNvPr>
          <p:cNvSpPr/>
          <p:nvPr/>
        </p:nvSpPr>
        <p:spPr>
          <a:xfrm>
            <a:off x="335707" y="2404291"/>
            <a:ext cx="3062393"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 name="TextBox 22">
            <a:extLst>
              <a:ext uri="{FF2B5EF4-FFF2-40B4-BE49-F238E27FC236}">
                <a16:creationId xmlns:a16="http://schemas.microsoft.com/office/drawing/2014/main" id="{39D7D355-3D56-94E7-20C1-626CD14AA23B}"/>
              </a:ext>
            </a:extLst>
          </p:cNvPr>
          <p:cNvSpPr txBox="1"/>
          <p:nvPr/>
        </p:nvSpPr>
        <p:spPr>
          <a:xfrm>
            <a:off x="320467" y="168058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sp>
        <p:nvSpPr>
          <p:cNvPr id="25" name="Rounded Rectangle 33">
            <a:extLst>
              <a:ext uri="{FF2B5EF4-FFF2-40B4-BE49-F238E27FC236}">
                <a16:creationId xmlns:a16="http://schemas.microsoft.com/office/drawing/2014/main" id="{073BB878-5C09-CF3F-69C6-0DCBDEFF5D0F}"/>
              </a:ext>
            </a:extLst>
          </p:cNvPr>
          <p:cNvSpPr/>
          <p:nvPr/>
        </p:nvSpPr>
        <p:spPr>
          <a:xfrm>
            <a:off x="331778" y="207472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32" name="Rounded Rectangle 27">
            <a:extLst>
              <a:ext uri="{FF2B5EF4-FFF2-40B4-BE49-F238E27FC236}">
                <a16:creationId xmlns:a16="http://schemas.microsoft.com/office/drawing/2014/main" id="{7C5C32D8-7A96-9957-080B-CC97E9B5B9B5}"/>
              </a:ext>
            </a:extLst>
          </p:cNvPr>
          <p:cNvSpPr/>
          <p:nvPr/>
        </p:nvSpPr>
        <p:spPr>
          <a:xfrm>
            <a:off x="312880" y="98074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a:t>
            </a:r>
            <a:endParaRPr lang="en-US" altLang="ko-KR" sz="700" dirty="0">
              <a:solidFill>
                <a:schemeClr val="tx1"/>
              </a:solidFill>
              <a:ea typeface="맑은 고딕"/>
            </a:endParaRPr>
          </a:p>
        </p:txBody>
      </p:sp>
      <p:sp>
        <p:nvSpPr>
          <p:cNvPr id="34" name="Rounded Rectangle 27">
            <a:extLst>
              <a:ext uri="{FF2B5EF4-FFF2-40B4-BE49-F238E27FC236}">
                <a16:creationId xmlns:a16="http://schemas.microsoft.com/office/drawing/2014/main" id="{54E07A50-7E80-140A-AAD3-25995414E1A4}"/>
              </a:ext>
            </a:extLst>
          </p:cNvPr>
          <p:cNvSpPr/>
          <p:nvPr/>
        </p:nvSpPr>
        <p:spPr>
          <a:xfrm>
            <a:off x="1935358" y="97268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38" name="직선 연결선 37">
            <a:extLst>
              <a:ext uri="{FF2B5EF4-FFF2-40B4-BE49-F238E27FC236}">
                <a16:creationId xmlns:a16="http://schemas.microsoft.com/office/drawing/2014/main" id="{8C7A0F35-E6DE-66CA-D978-20A1A0B4E243}"/>
              </a:ext>
            </a:extLst>
          </p:cNvPr>
          <p:cNvCxnSpPr/>
          <p:nvPr/>
        </p:nvCxnSpPr>
        <p:spPr>
          <a:xfrm>
            <a:off x="231981" y="122711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9" name="Rounded Rectangle 27">
            <a:extLst>
              <a:ext uri="{FF2B5EF4-FFF2-40B4-BE49-F238E27FC236}">
                <a16:creationId xmlns:a16="http://schemas.microsoft.com/office/drawing/2014/main" id="{C9A8472B-3078-35B8-EBC6-FDC184CD33FF}"/>
              </a:ext>
            </a:extLst>
          </p:cNvPr>
          <p:cNvSpPr/>
          <p:nvPr/>
        </p:nvSpPr>
        <p:spPr>
          <a:xfrm>
            <a:off x="312880" y="136654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결제예정금액</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7" name="Rounded Rectangle 27">
            <a:extLst>
              <a:ext uri="{FF2B5EF4-FFF2-40B4-BE49-F238E27FC236}">
                <a16:creationId xmlns:a16="http://schemas.microsoft.com/office/drawing/2014/main" id="{42F16DA0-10F1-A436-29D1-00C566AFA07D}"/>
              </a:ext>
            </a:extLst>
          </p:cNvPr>
          <p:cNvSpPr/>
          <p:nvPr/>
        </p:nvSpPr>
        <p:spPr>
          <a:xfrm>
            <a:off x="1935358" y="134234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53" name="Rounded Rectangle 33">
            <a:extLst>
              <a:ext uri="{FF2B5EF4-FFF2-40B4-BE49-F238E27FC236}">
                <a16:creationId xmlns:a16="http://schemas.microsoft.com/office/drawing/2014/main" id="{8C01B35E-A77D-14B8-F57D-446B4C4D5A43}"/>
              </a:ext>
            </a:extLst>
          </p:cNvPr>
          <p:cNvSpPr/>
          <p:nvPr/>
        </p:nvSpPr>
        <p:spPr>
          <a:xfrm>
            <a:off x="331778" y="3334906"/>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54" name="그룹 53">
            <a:extLst>
              <a:ext uri="{FF2B5EF4-FFF2-40B4-BE49-F238E27FC236}">
                <a16:creationId xmlns:a16="http://schemas.microsoft.com/office/drawing/2014/main" id="{A30D7663-F428-BC85-0103-E2FE9A1C2C44}"/>
              </a:ext>
            </a:extLst>
          </p:cNvPr>
          <p:cNvGrpSpPr/>
          <p:nvPr/>
        </p:nvGrpSpPr>
        <p:grpSpPr>
          <a:xfrm>
            <a:off x="418869" y="2553804"/>
            <a:ext cx="2833329" cy="219456"/>
            <a:chOff x="4219585" y="2872685"/>
            <a:chExt cx="2833329" cy="219456"/>
          </a:xfrm>
        </p:grpSpPr>
        <p:sp>
          <p:nvSpPr>
            <p:cNvPr id="55" name="Rounded Rectangle 33">
              <a:extLst>
                <a:ext uri="{FF2B5EF4-FFF2-40B4-BE49-F238E27FC236}">
                  <a16:creationId xmlns:a16="http://schemas.microsoft.com/office/drawing/2014/main" id="{E0C25ACF-F7B9-47A2-076C-3B01F0701503}"/>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56" name="Rounded Rectangle 27">
              <a:extLst>
                <a:ext uri="{FF2B5EF4-FFF2-40B4-BE49-F238E27FC236}">
                  <a16:creationId xmlns:a16="http://schemas.microsoft.com/office/drawing/2014/main" id="{1EF9F35E-DF42-18D0-72A8-8EB190EED58C}"/>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57" name="그룹 56">
            <a:extLst>
              <a:ext uri="{FF2B5EF4-FFF2-40B4-BE49-F238E27FC236}">
                <a16:creationId xmlns:a16="http://schemas.microsoft.com/office/drawing/2014/main" id="{3205B00C-34D8-217B-FC9D-7B9D3381771E}"/>
              </a:ext>
            </a:extLst>
          </p:cNvPr>
          <p:cNvGrpSpPr/>
          <p:nvPr/>
        </p:nvGrpSpPr>
        <p:grpSpPr>
          <a:xfrm>
            <a:off x="418869" y="2838537"/>
            <a:ext cx="2934840" cy="219456"/>
            <a:chOff x="4219585" y="3157418"/>
            <a:chExt cx="2934840" cy="219456"/>
          </a:xfrm>
        </p:grpSpPr>
        <p:sp>
          <p:nvSpPr>
            <p:cNvPr id="58" name="Rounded Rectangle 33">
              <a:extLst>
                <a:ext uri="{FF2B5EF4-FFF2-40B4-BE49-F238E27FC236}">
                  <a16:creationId xmlns:a16="http://schemas.microsoft.com/office/drawing/2014/main" id="{0BC58688-1638-B979-909B-02851E5E507C}"/>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66" name="Rounded Rectangle 27">
              <a:extLst>
                <a:ext uri="{FF2B5EF4-FFF2-40B4-BE49-F238E27FC236}">
                  <a16:creationId xmlns:a16="http://schemas.microsoft.com/office/drawing/2014/main" id="{BF0C346C-F356-73BD-BED2-2AFB19B783D2}"/>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69" name="Rounded Rectangle 27">
              <a:extLst>
                <a:ext uri="{FF2B5EF4-FFF2-40B4-BE49-F238E27FC236}">
                  <a16:creationId xmlns:a16="http://schemas.microsoft.com/office/drawing/2014/main" id="{06D10E94-F489-2948-4FD4-298D0C95879C}"/>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71" name="Rounded Rectangle 27">
              <a:extLst>
                <a:ext uri="{FF2B5EF4-FFF2-40B4-BE49-F238E27FC236}">
                  <a16:creationId xmlns:a16="http://schemas.microsoft.com/office/drawing/2014/main" id="{209CA0E3-B0F5-A8AE-536F-BEE52E1EFDCE}"/>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72" name="그룹 71">
            <a:extLst>
              <a:ext uri="{FF2B5EF4-FFF2-40B4-BE49-F238E27FC236}">
                <a16:creationId xmlns:a16="http://schemas.microsoft.com/office/drawing/2014/main" id="{67082D74-4832-876D-B81B-F379A77354A3}"/>
              </a:ext>
            </a:extLst>
          </p:cNvPr>
          <p:cNvGrpSpPr/>
          <p:nvPr/>
        </p:nvGrpSpPr>
        <p:grpSpPr>
          <a:xfrm>
            <a:off x="335707" y="4537709"/>
            <a:ext cx="3085978" cy="1549530"/>
            <a:chOff x="4136423" y="4080130"/>
            <a:chExt cx="3085978" cy="1549530"/>
          </a:xfrm>
        </p:grpSpPr>
        <p:sp>
          <p:nvSpPr>
            <p:cNvPr id="73" name="직사각형 72">
              <a:extLst>
                <a:ext uri="{FF2B5EF4-FFF2-40B4-BE49-F238E27FC236}">
                  <a16:creationId xmlns:a16="http://schemas.microsoft.com/office/drawing/2014/main" id="{0CD85D0A-1181-525F-31BE-51FC20FCA4D9}"/>
                </a:ext>
              </a:extLst>
            </p:cNvPr>
            <p:cNvSpPr/>
            <p:nvPr/>
          </p:nvSpPr>
          <p:spPr>
            <a:xfrm>
              <a:off x="4136423" y="4080130"/>
              <a:ext cx="3062393"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156777C0-E421-6298-0C3F-38A46FA8533E}"/>
                </a:ext>
              </a:extLst>
            </p:cNvPr>
            <p:cNvSpPr/>
            <p:nvPr/>
          </p:nvSpPr>
          <p:spPr>
            <a:xfrm>
              <a:off x="4162972"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80" name="TextBox 79">
              <a:extLst>
                <a:ext uri="{FF2B5EF4-FFF2-40B4-BE49-F238E27FC236}">
                  <a16:creationId xmlns:a16="http://schemas.microsoft.com/office/drawing/2014/main" id="{0E56F273-DD98-4F32-4C0C-B7B1E61EF6F5}"/>
                </a:ext>
              </a:extLst>
            </p:cNvPr>
            <p:cNvSpPr txBox="1"/>
            <p:nvPr/>
          </p:nvSpPr>
          <p:spPr>
            <a:xfrm>
              <a:off x="69094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81" name="Rounded Rectangle 27">
              <a:extLst>
                <a:ext uri="{FF2B5EF4-FFF2-40B4-BE49-F238E27FC236}">
                  <a16:creationId xmlns:a16="http://schemas.microsoft.com/office/drawing/2014/main" id="{4E421A52-E4A5-C5D5-15CD-57F9DF620363}"/>
                </a:ext>
              </a:extLst>
            </p:cNvPr>
            <p:cNvSpPr/>
            <p:nvPr/>
          </p:nvSpPr>
          <p:spPr>
            <a:xfrm>
              <a:off x="4240984"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82" name="Rounded Rectangle 27">
              <a:extLst>
                <a:ext uri="{FF2B5EF4-FFF2-40B4-BE49-F238E27FC236}">
                  <a16:creationId xmlns:a16="http://schemas.microsoft.com/office/drawing/2014/main" id="{0DE1989B-476F-38F8-19C3-43CA66E4F8BC}"/>
                </a:ext>
              </a:extLst>
            </p:cNvPr>
            <p:cNvSpPr/>
            <p:nvPr/>
          </p:nvSpPr>
          <p:spPr>
            <a:xfrm>
              <a:off x="6564025"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83" name="Rounded Rectangle 50">
            <a:extLst>
              <a:ext uri="{FF2B5EF4-FFF2-40B4-BE49-F238E27FC236}">
                <a16:creationId xmlns:a16="http://schemas.microsoft.com/office/drawing/2014/main" id="{4150B877-5BBB-DCB7-5457-9D1D8E99C877}"/>
              </a:ext>
            </a:extLst>
          </p:cNvPr>
          <p:cNvSpPr/>
          <p:nvPr/>
        </p:nvSpPr>
        <p:spPr>
          <a:xfrm>
            <a:off x="281442" y="6112219"/>
            <a:ext cx="3163063"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84" name="TextBox 83">
            <a:extLst>
              <a:ext uri="{FF2B5EF4-FFF2-40B4-BE49-F238E27FC236}">
                <a16:creationId xmlns:a16="http://schemas.microsoft.com/office/drawing/2014/main" id="{3CE69A52-8F5C-4E2C-964C-AC7741C1CE1F}"/>
              </a:ext>
            </a:extLst>
          </p:cNvPr>
          <p:cNvSpPr txBox="1"/>
          <p:nvPr/>
        </p:nvSpPr>
        <p:spPr>
          <a:xfrm>
            <a:off x="320467" y="3697953"/>
            <a:ext cx="1293575" cy="329184"/>
          </a:xfrm>
          <a:prstGeom prst="rect">
            <a:avLst/>
          </a:prstGeom>
          <a:noFill/>
        </p:spPr>
        <p:txBody>
          <a:bodyPr wrap="square" lIns="0" tIns="0" rIns="0" bIns="0" anchor="ctr">
            <a:noAutofit/>
          </a:bodyPr>
          <a:lstStyle/>
          <a:p>
            <a:pPr algn="l"/>
            <a:r>
              <a:rPr lang="ko-KR" altLang="en-US" sz="1000" b="1" spc="-150">
                <a:solidFill>
                  <a:srgbClr val="333333"/>
                </a:solidFill>
                <a:latin typeface="+mn-ea"/>
              </a:rPr>
              <a:t>마일리지</a:t>
            </a:r>
            <a:endParaRPr sz="1000" b="1" spc="-150" dirty="0">
              <a:solidFill>
                <a:srgbClr val="333333"/>
              </a:solidFill>
              <a:latin typeface="+mn-ea"/>
            </a:endParaRPr>
          </a:p>
        </p:txBody>
      </p:sp>
      <p:sp>
        <p:nvSpPr>
          <p:cNvPr id="85" name="Rounded Rectangle 27">
            <a:extLst>
              <a:ext uri="{FF2B5EF4-FFF2-40B4-BE49-F238E27FC236}">
                <a16:creationId xmlns:a16="http://schemas.microsoft.com/office/drawing/2014/main" id="{EAB7B104-9CD2-5040-6EFE-CF157432CE1F}"/>
              </a:ext>
            </a:extLst>
          </p:cNvPr>
          <p:cNvSpPr/>
          <p:nvPr/>
        </p:nvSpPr>
        <p:spPr>
          <a:xfrm>
            <a:off x="312880" y="399750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적립예정금액</a:t>
            </a:r>
          </a:p>
        </p:txBody>
      </p:sp>
      <p:sp>
        <p:nvSpPr>
          <p:cNvPr id="86" name="Rounded Rectangle 27">
            <a:extLst>
              <a:ext uri="{FF2B5EF4-FFF2-40B4-BE49-F238E27FC236}">
                <a16:creationId xmlns:a16="http://schemas.microsoft.com/office/drawing/2014/main" id="{C96E72B2-236B-8140-40F2-0600B96B4BBF}"/>
              </a:ext>
            </a:extLst>
          </p:cNvPr>
          <p:cNvSpPr/>
          <p:nvPr/>
        </p:nvSpPr>
        <p:spPr>
          <a:xfrm>
            <a:off x="1935358" y="3997501"/>
            <a:ext cx="145881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b="1" dirty="0">
                <a:solidFill>
                  <a:srgbClr val="404040"/>
                </a:solidFill>
                <a:ea typeface="맑은 고딕"/>
              </a:rPr>
              <a:t>115p</a:t>
            </a:r>
            <a:endParaRPr lang="ko-KR" altLang="en-US" sz="700" dirty="0">
              <a:solidFill>
                <a:schemeClr val="tx1"/>
              </a:solidFill>
              <a:ea typeface="맑은 고딕"/>
            </a:endParaRPr>
          </a:p>
        </p:txBody>
      </p:sp>
      <p:sp>
        <p:nvSpPr>
          <p:cNvPr id="87" name="Rounded Rectangle 27">
            <a:extLst>
              <a:ext uri="{FF2B5EF4-FFF2-40B4-BE49-F238E27FC236}">
                <a16:creationId xmlns:a16="http://schemas.microsoft.com/office/drawing/2014/main" id="{BA4677E0-18C9-9CB0-A34B-0AE3E4E768C9}"/>
              </a:ext>
            </a:extLst>
          </p:cNvPr>
          <p:cNvSpPr/>
          <p:nvPr/>
        </p:nvSpPr>
        <p:spPr>
          <a:xfrm>
            <a:off x="341451" y="4172334"/>
            <a:ext cx="3021419"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4" name="직사각형 13">
            <a:extLst>
              <a:ext uri="{FF2B5EF4-FFF2-40B4-BE49-F238E27FC236}">
                <a16:creationId xmlns:a16="http://schemas.microsoft.com/office/drawing/2014/main" id="{521FBC89-925A-6309-5DFF-3626F11F05AC}"/>
              </a:ext>
            </a:extLst>
          </p:cNvPr>
          <p:cNvSpPr/>
          <p:nvPr/>
        </p:nvSpPr>
        <p:spPr>
          <a:xfrm>
            <a:off x="168443"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9" name="그룹 88">
            <a:extLst>
              <a:ext uri="{FF2B5EF4-FFF2-40B4-BE49-F238E27FC236}">
                <a16:creationId xmlns:a16="http://schemas.microsoft.com/office/drawing/2014/main" id="{0AF78C02-5538-1E72-6935-F403C5B21AFA}"/>
              </a:ext>
            </a:extLst>
          </p:cNvPr>
          <p:cNvGrpSpPr/>
          <p:nvPr/>
        </p:nvGrpSpPr>
        <p:grpSpPr>
          <a:xfrm>
            <a:off x="284356" y="1932491"/>
            <a:ext cx="3193318" cy="3231569"/>
            <a:chOff x="4969838" y="1932491"/>
            <a:chExt cx="3193318" cy="3231569"/>
          </a:xfrm>
        </p:grpSpPr>
        <p:sp>
          <p:nvSpPr>
            <p:cNvPr id="20" name="직사각형 19">
              <a:extLst>
                <a:ext uri="{FF2B5EF4-FFF2-40B4-BE49-F238E27FC236}">
                  <a16:creationId xmlns:a16="http://schemas.microsoft.com/office/drawing/2014/main" id="{561430FA-00BE-C67B-F1F8-A78A687768F8}"/>
                </a:ext>
              </a:extLst>
            </p:cNvPr>
            <p:cNvSpPr/>
            <p:nvPr/>
          </p:nvSpPr>
          <p:spPr>
            <a:xfrm>
              <a:off x="4969838" y="1932491"/>
              <a:ext cx="3193318" cy="3231569"/>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9" name="Rounded Rectangle 35">
              <a:extLst>
                <a:ext uri="{FF2B5EF4-FFF2-40B4-BE49-F238E27FC236}">
                  <a16:creationId xmlns:a16="http://schemas.microsoft.com/office/drawing/2014/main" id="{F263C7D0-6699-942E-BCBE-C19CB6C1E98A}"/>
                </a:ext>
              </a:extLst>
            </p:cNvPr>
            <p:cNvSpPr/>
            <p:nvPr/>
          </p:nvSpPr>
          <p:spPr>
            <a:xfrm>
              <a:off x="5817877" y="4790504"/>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22" name="TextBox 21">
              <a:extLst>
                <a:ext uri="{FF2B5EF4-FFF2-40B4-BE49-F238E27FC236}">
                  <a16:creationId xmlns:a16="http://schemas.microsoft.com/office/drawing/2014/main" id="{D75EA90E-2305-4C93-EA02-8FC100372C3C}"/>
                </a:ext>
              </a:extLst>
            </p:cNvPr>
            <p:cNvSpPr txBox="1"/>
            <p:nvPr/>
          </p:nvSpPr>
          <p:spPr>
            <a:xfrm>
              <a:off x="5379617" y="2236891"/>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개인정보 제</a:t>
              </a:r>
              <a:r>
                <a:rPr lang="en-US" altLang="ko-KR" sz="900" b="1" dirty="0">
                  <a:solidFill>
                    <a:srgbClr val="404040"/>
                  </a:solidFill>
                  <a:ea typeface="맑은 고딕"/>
                </a:rPr>
                <a:t>3</a:t>
              </a:r>
              <a:r>
                <a:rPr lang="ko-KR" altLang="en-US" sz="900" b="1" dirty="0">
                  <a:solidFill>
                    <a:srgbClr val="404040"/>
                  </a:solidFill>
                  <a:ea typeface="맑은 고딕"/>
                </a:rPr>
                <a:t>자 정보제공 동의</a:t>
              </a:r>
              <a:endParaRPr sz="900" b="1" dirty="0">
                <a:solidFill>
                  <a:srgbClr val="404040"/>
                </a:solidFill>
                <a:latin typeface="맑은 고딕"/>
                <a:ea typeface="맑은 고딕"/>
              </a:endParaRPr>
            </a:p>
          </p:txBody>
        </p:sp>
        <p:sp>
          <p:nvSpPr>
            <p:cNvPr id="42" name="Rounded Rectangle 27">
              <a:extLst>
                <a:ext uri="{FF2B5EF4-FFF2-40B4-BE49-F238E27FC236}">
                  <a16:creationId xmlns:a16="http://schemas.microsoft.com/office/drawing/2014/main" id="{EAC21A0F-FC79-5C83-EBF9-B60E5B5B6472}"/>
                </a:ext>
              </a:extLst>
            </p:cNvPr>
            <p:cNvSpPr/>
            <p:nvPr/>
          </p:nvSpPr>
          <p:spPr>
            <a:xfrm>
              <a:off x="5126625" y="2611712"/>
              <a:ext cx="2886608" cy="395869"/>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ko-KR" altLang="en-US" sz="700" dirty="0">
                  <a:solidFill>
                    <a:schemeClr val="tx1"/>
                  </a:solidFill>
                  <a:ea typeface="맑은 고딕"/>
                </a:rPr>
                <a:t>구매하신 상품의 원활한 제공을 위해 최소한의 범위 내에서 제</a:t>
              </a:r>
              <a:r>
                <a:rPr lang="en-US" altLang="ko-KR" sz="700" dirty="0">
                  <a:solidFill>
                    <a:schemeClr val="tx1"/>
                  </a:solidFill>
                  <a:ea typeface="맑은 고딕"/>
                </a:rPr>
                <a:t>3</a:t>
              </a:r>
              <a:r>
                <a:rPr lang="ko-KR" altLang="en-US" sz="700" dirty="0">
                  <a:solidFill>
                    <a:schemeClr val="tx1"/>
                  </a:solidFill>
                  <a:ea typeface="맑은 고딕"/>
                </a:rPr>
                <a:t>자에게 개인정보를 제공합니다</a:t>
              </a:r>
              <a:r>
                <a:rPr lang="en-US" altLang="ko-KR" sz="700" dirty="0">
                  <a:solidFill>
                    <a:schemeClr val="tx1"/>
                  </a:solidFill>
                  <a:ea typeface="맑은 고딕"/>
                </a:rPr>
                <a:t>. </a:t>
              </a:r>
              <a:r>
                <a:rPr lang="ko-KR" altLang="en-US" sz="700" dirty="0">
                  <a:solidFill>
                    <a:schemeClr val="tx1"/>
                  </a:solidFill>
                  <a:ea typeface="맑은 고딕"/>
                </a:rPr>
                <a:t>개인정보 제</a:t>
              </a:r>
              <a:r>
                <a:rPr lang="en-US" altLang="ko-KR" sz="700" dirty="0">
                  <a:solidFill>
                    <a:schemeClr val="tx1"/>
                  </a:solidFill>
                  <a:ea typeface="맑은 고딕"/>
                </a:rPr>
                <a:t>3</a:t>
              </a:r>
              <a:r>
                <a:rPr lang="ko-KR" altLang="en-US" sz="700" dirty="0">
                  <a:solidFill>
                    <a:schemeClr val="tx1"/>
                  </a:solidFill>
                  <a:ea typeface="맑은 고딕"/>
                </a:rPr>
                <a:t>자 제공에 동의하지 않으실 수 있으며 동의하지 않으실 경우 구매가 제한될 수 있습니다</a:t>
              </a:r>
              <a:r>
                <a:rPr lang="en-US" altLang="ko-KR" sz="700" dirty="0">
                  <a:solidFill>
                    <a:schemeClr val="tx1"/>
                  </a:solidFill>
                  <a:ea typeface="맑은 고딕"/>
                </a:rPr>
                <a:t>.</a:t>
              </a:r>
              <a:endParaRPr lang="ko-KR" altLang="en-US" sz="700" dirty="0">
                <a:solidFill>
                  <a:schemeClr val="tx1"/>
                </a:solidFill>
                <a:ea typeface="맑은 고딕"/>
              </a:endParaRPr>
            </a:p>
          </p:txBody>
        </p:sp>
      </p:grpSp>
      <p:sp>
        <p:nvSpPr>
          <p:cNvPr id="40" name="모서리가 둥근 직사각형 114">
            <a:extLst>
              <a:ext uri="{FF2B5EF4-FFF2-40B4-BE49-F238E27FC236}">
                <a16:creationId xmlns:a16="http://schemas.microsoft.com/office/drawing/2014/main" id="{1348CB15-5C01-0D93-E8F7-D78817016EED}"/>
              </a:ext>
            </a:extLst>
          </p:cNvPr>
          <p:cNvSpPr/>
          <p:nvPr/>
        </p:nvSpPr>
        <p:spPr>
          <a:xfrm>
            <a:off x="876031" y="484741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graphicFrame>
        <p:nvGraphicFramePr>
          <p:cNvPr id="2" name="표 1">
            <a:extLst>
              <a:ext uri="{FF2B5EF4-FFF2-40B4-BE49-F238E27FC236}">
                <a16:creationId xmlns:a16="http://schemas.microsoft.com/office/drawing/2014/main" id="{8BF7770E-66F4-4017-12CA-A99CCFA64484}"/>
              </a:ext>
            </a:extLst>
          </p:cNvPr>
          <p:cNvGraphicFramePr>
            <a:graphicFrameLocks noGrp="1"/>
          </p:cNvGraphicFramePr>
          <p:nvPr/>
        </p:nvGraphicFramePr>
        <p:xfrm>
          <a:off x="443699" y="3155194"/>
          <a:ext cx="2838438" cy="915848"/>
        </p:xfrm>
        <a:graphic>
          <a:graphicData uri="http://schemas.openxmlformats.org/drawingml/2006/table">
            <a:tbl>
              <a:tblPr firstRow="1" bandRow="1">
                <a:tableStyleId>{2D5ABB26-0587-4C30-8999-92F81FD0307C}</a:tableStyleId>
              </a:tblPr>
              <a:tblGrid>
                <a:gridCol w="492654">
                  <a:extLst>
                    <a:ext uri="{9D8B030D-6E8A-4147-A177-3AD203B41FA5}">
                      <a16:colId xmlns:a16="http://schemas.microsoft.com/office/drawing/2014/main" val="4091608331"/>
                    </a:ext>
                  </a:extLst>
                </a:gridCol>
                <a:gridCol w="504056">
                  <a:extLst>
                    <a:ext uri="{9D8B030D-6E8A-4147-A177-3AD203B41FA5}">
                      <a16:colId xmlns:a16="http://schemas.microsoft.com/office/drawing/2014/main" val="3101645402"/>
                    </a:ext>
                  </a:extLst>
                </a:gridCol>
                <a:gridCol w="1008112">
                  <a:extLst>
                    <a:ext uri="{9D8B030D-6E8A-4147-A177-3AD203B41FA5}">
                      <a16:colId xmlns:a16="http://schemas.microsoft.com/office/drawing/2014/main" val="71737442"/>
                    </a:ext>
                  </a:extLst>
                </a:gridCol>
                <a:gridCol w="833616">
                  <a:extLst>
                    <a:ext uri="{9D8B030D-6E8A-4147-A177-3AD203B41FA5}">
                      <a16:colId xmlns:a16="http://schemas.microsoft.com/office/drawing/2014/main" val="1959754742"/>
                    </a:ext>
                  </a:extLst>
                </a:gridCol>
              </a:tblGrid>
              <a:tr h="234060">
                <a:tc>
                  <a:txBody>
                    <a:bodyPr/>
                    <a:lstStyle/>
                    <a:p>
                      <a:pPr algn="ctr" fontAlgn="ctr">
                        <a:buNone/>
                      </a:pPr>
                      <a:r>
                        <a:rPr lang="ko-KR" altLang="en-US" sz="600" b="1" dirty="0">
                          <a:solidFill>
                            <a:schemeClr val="tx1">
                              <a:lumMod val="50000"/>
                              <a:lumOff val="50000"/>
                            </a:schemeClr>
                          </a:solidFill>
                          <a:effectLst/>
                          <a:latin typeface="Noto Sans Korean"/>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latin typeface="Noto Sans Korean"/>
                        </a:rPr>
                        <a:t>제공목적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제공항목</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681788">
                <a:tc>
                  <a:txBody>
                    <a:bodyPr/>
                    <a:lstStyle/>
                    <a:p>
                      <a:pPr algn="ctr" fontAlgn="ctr" latinLnBrk="1">
                        <a:buNone/>
                      </a:pPr>
                      <a:r>
                        <a:rPr lang="ko-KR" altLang="ko-KR" sz="600" b="0" kern="1200" dirty="0">
                          <a:solidFill>
                            <a:schemeClr val="tx1">
                              <a:lumMod val="50000"/>
                              <a:lumOff val="50000"/>
                            </a:schemeClr>
                          </a:solidFill>
                          <a:effectLst/>
                          <a:latin typeface="Noto Sans Korean"/>
                          <a:ea typeface="+mn-ea"/>
                          <a:cs typeface="+mn-cs"/>
                        </a:rPr>
                        <a:t>공급업체</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a:solidFill>
                            <a:schemeClr val="tx1">
                              <a:lumMod val="50000"/>
                              <a:lumOff val="50000"/>
                            </a:schemeClr>
                          </a:solidFill>
                          <a:effectLst/>
                          <a:latin typeface="Noto Sans Korean"/>
                          <a:ea typeface="+mn-ea"/>
                          <a:cs typeface="+mn-cs"/>
                        </a:rPr>
                        <a:t>주문 상품의 배송</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주문자 정보(성명, 휴대폰번호), 수취인 (성명, 휴대폰번호, 주소)</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algn="ctr" defTabSz="1196401" rtl="0" eaLnBrk="1" fontAlgn="ctr" latinLnBrk="1" hangingPunct="1">
                        <a:buNone/>
                      </a:pPr>
                      <a:r>
                        <a:rPr lang="ko-KR" altLang="ko-KR" sz="600" b="0" kern="1200" dirty="0">
                          <a:solidFill>
                            <a:schemeClr val="tx1">
                              <a:lumMod val="50000"/>
                              <a:lumOff val="50000"/>
                            </a:schemeClr>
                          </a:solidFill>
                          <a:effectLst/>
                          <a:latin typeface="Noto Sans Korean"/>
                          <a:ea typeface="+mn-ea"/>
                          <a:cs typeface="+mn-cs"/>
                        </a:rPr>
                        <a:t>이용계약(회원가입) 해지 시 또는 법령에 따른 보존기간</a:t>
                      </a:r>
                      <a:endParaRPr lang="ko-KR" altLang="en-US" sz="600" b="0" kern="1200" dirty="0">
                        <a:solidFill>
                          <a:schemeClr val="tx1">
                            <a:lumMod val="50000"/>
                            <a:lumOff val="50000"/>
                          </a:schemeClr>
                        </a:solidFill>
                        <a:effectLst/>
                        <a:latin typeface="Noto Sans Korean"/>
                        <a:ea typeface="+mn-ea"/>
                        <a:cs typeface="+mn-cs"/>
                      </a:endParaRP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Tree>
    <p:extLst>
      <p:ext uri="{BB962C8B-B14F-4D97-AF65-F5344CB8AC3E}">
        <p14:creationId xmlns:p14="http://schemas.microsoft.com/office/powerpoint/2010/main" val="4251288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직사각형 34">
            <a:extLst>
              <a:ext uri="{FF2B5EF4-FFF2-40B4-BE49-F238E27FC236}">
                <a16:creationId xmlns:a16="http://schemas.microsoft.com/office/drawing/2014/main" id="{90812D1C-E0EA-0A79-42FA-4E188825CFDF}"/>
              </a:ext>
            </a:extLst>
          </p:cNvPr>
          <p:cNvSpPr/>
          <p:nvPr/>
        </p:nvSpPr>
        <p:spPr>
          <a:xfrm>
            <a:off x="267962" y="1116013"/>
            <a:ext cx="3188670" cy="178354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 name="TextBox 3">
            <a:extLst>
              <a:ext uri="{FF2B5EF4-FFF2-40B4-BE49-F238E27FC236}">
                <a16:creationId xmlns:a16="http://schemas.microsoft.com/office/drawing/2014/main" id="{33C8364A-8AA7-7455-CD0B-5EEBEFA86AEC}"/>
              </a:ext>
            </a:extLst>
          </p:cNvPr>
          <p:cNvSpPr txBox="1"/>
          <p:nvPr/>
        </p:nvSpPr>
        <p:spPr>
          <a:xfrm>
            <a:off x="1302717" y="330494"/>
            <a:ext cx="180209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 </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 name="직사각형 4">
            <a:extLst>
              <a:ext uri="{FF2B5EF4-FFF2-40B4-BE49-F238E27FC236}">
                <a16:creationId xmlns:a16="http://schemas.microsoft.com/office/drawing/2014/main" id="{FEE8EF48-D463-F3B9-4F2D-BE203F4EEE5A}"/>
              </a:ext>
            </a:extLst>
          </p:cNvPr>
          <p:cNvSpPr/>
          <p:nvPr/>
        </p:nvSpPr>
        <p:spPr>
          <a:xfrm>
            <a:off x="7921129" y="58428"/>
            <a:ext cx="1109599" cy="246221"/>
          </a:xfrm>
          <a:prstGeom prst="rect">
            <a:avLst/>
          </a:prstGeom>
        </p:spPr>
        <p:txBody>
          <a:bodyPr wrap="none">
            <a:spAutoFit/>
          </a:bodyPr>
          <a:lstStyle/>
          <a:p>
            <a:pPr fontAlgn="ctr"/>
            <a:r>
              <a:rPr lang="en-US" altLang="ko-KR" sz="1000" dirty="0"/>
              <a:t>CH-U-CA-02-04</a:t>
            </a:r>
            <a:endParaRPr lang="ko-KR" altLang="ko-KR" sz="1000" dirty="0"/>
          </a:p>
        </p:txBody>
      </p:sp>
      <p:sp>
        <p:nvSpPr>
          <p:cNvPr id="6" name="TextBox 5">
            <a:extLst>
              <a:ext uri="{FF2B5EF4-FFF2-40B4-BE49-F238E27FC236}">
                <a16:creationId xmlns:a16="http://schemas.microsoft.com/office/drawing/2014/main" id="{98ACA141-98E3-4D53-F423-D55A1F7B42B7}"/>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7" name="TextBox 6">
            <a:extLst>
              <a:ext uri="{FF2B5EF4-FFF2-40B4-BE49-F238E27FC236}">
                <a16:creationId xmlns:a16="http://schemas.microsoft.com/office/drawing/2014/main" id="{21E8BE67-9DAE-E682-B879-6FC6FA3872C7}"/>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8" name="TextBox 7">
            <a:extLst>
              <a:ext uri="{FF2B5EF4-FFF2-40B4-BE49-F238E27FC236}">
                <a16:creationId xmlns:a16="http://schemas.microsoft.com/office/drawing/2014/main" id="{BDB6FF8E-F714-9F47-7C85-A4FB9104B488}"/>
              </a:ext>
            </a:extLst>
          </p:cNvPr>
          <p:cNvSpPr txBox="1"/>
          <p:nvPr/>
        </p:nvSpPr>
        <p:spPr>
          <a:xfrm>
            <a:off x="1307907" y="78285"/>
            <a:ext cx="569387"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p>
        </p:txBody>
      </p:sp>
      <p:sp>
        <p:nvSpPr>
          <p:cNvPr id="10" name="직사각형 9">
            <a:extLst>
              <a:ext uri="{FF2B5EF4-FFF2-40B4-BE49-F238E27FC236}">
                <a16:creationId xmlns:a16="http://schemas.microsoft.com/office/drawing/2014/main" id="{3502E311-A62A-10A2-FB2E-E96ACADAEA16}"/>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 name="TextBox 10">
            <a:extLst>
              <a:ext uri="{FF2B5EF4-FFF2-40B4-BE49-F238E27FC236}">
                <a16:creationId xmlns:a16="http://schemas.microsoft.com/office/drawing/2014/main" id="{DD671FB5-7CD3-AB3E-BE02-5408B722AB51}"/>
              </a:ext>
            </a:extLst>
          </p:cNvPr>
          <p:cNvSpPr txBox="1"/>
          <p:nvPr/>
        </p:nvSpPr>
        <p:spPr>
          <a:xfrm>
            <a:off x="377444" y="720258"/>
            <a:ext cx="723275" cy="276999"/>
          </a:xfrm>
          <a:prstGeom prst="rect">
            <a:avLst/>
          </a:prstGeom>
          <a:noFill/>
        </p:spPr>
        <p:txBody>
          <a:bodyPr wrap="none" rtlCol="0">
            <a:spAutoFit/>
          </a:bodyPr>
          <a:lstStyle/>
          <a:p>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주문완료</a:t>
            </a:r>
          </a:p>
        </p:txBody>
      </p:sp>
      <p:sp>
        <p:nvSpPr>
          <p:cNvPr id="12" name="TextBox 11">
            <a:extLst>
              <a:ext uri="{FF2B5EF4-FFF2-40B4-BE49-F238E27FC236}">
                <a16:creationId xmlns:a16="http://schemas.microsoft.com/office/drawing/2014/main" id="{7DEF8556-79C7-6DCA-D1BB-949CB49C1E4F}"/>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13" name="그룹 12">
            <a:extLst>
              <a:ext uri="{FF2B5EF4-FFF2-40B4-BE49-F238E27FC236}">
                <a16:creationId xmlns:a16="http://schemas.microsoft.com/office/drawing/2014/main" id="{57AA5254-600C-A452-7A63-B1FC8FA5C0AE}"/>
              </a:ext>
            </a:extLst>
          </p:cNvPr>
          <p:cNvGrpSpPr/>
          <p:nvPr/>
        </p:nvGrpSpPr>
        <p:grpSpPr>
          <a:xfrm>
            <a:off x="2907993" y="703689"/>
            <a:ext cx="613818" cy="222962"/>
            <a:chOff x="2907993" y="703689"/>
            <a:chExt cx="613818" cy="222962"/>
          </a:xfrm>
        </p:grpSpPr>
        <p:pic>
          <p:nvPicPr>
            <p:cNvPr id="14" name="그림 13">
              <a:extLst>
                <a:ext uri="{FF2B5EF4-FFF2-40B4-BE49-F238E27FC236}">
                  <a16:creationId xmlns:a16="http://schemas.microsoft.com/office/drawing/2014/main" id="{791F68AF-5122-DBB2-D4AB-FE508E2423A4}"/>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15" name="그림 14">
              <a:extLst>
                <a:ext uri="{FF2B5EF4-FFF2-40B4-BE49-F238E27FC236}">
                  <a16:creationId xmlns:a16="http://schemas.microsoft.com/office/drawing/2014/main" id="{FF7ADAA8-6594-4B4F-6C32-CB1E8CF85C64}"/>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16" name="그림 15">
              <a:extLst>
                <a:ext uri="{FF2B5EF4-FFF2-40B4-BE49-F238E27FC236}">
                  <a16:creationId xmlns:a16="http://schemas.microsoft.com/office/drawing/2014/main" id="{6137704E-866C-1197-7737-B7CBA54383F9}"/>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17" name="TextBox 16">
            <a:extLst>
              <a:ext uri="{FF2B5EF4-FFF2-40B4-BE49-F238E27FC236}">
                <a16:creationId xmlns:a16="http://schemas.microsoft.com/office/drawing/2014/main" id="{C034A494-096B-E288-B3E1-302E735755C3}"/>
              </a:ext>
            </a:extLst>
          </p:cNvPr>
          <p:cNvSpPr txBox="1"/>
          <p:nvPr/>
        </p:nvSpPr>
        <p:spPr>
          <a:xfrm>
            <a:off x="466795" y="1263419"/>
            <a:ext cx="2845822" cy="535262"/>
          </a:xfrm>
          <a:prstGeom prst="rect">
            <a:avLst/>
          </a:prstGeom>
          <a:noFill/>
        </p:spPr>
        <p:txBody>
          <a:bodyPr wrap="square" lIns="0" tIns="0" rIns="0" bIns="0" anchor="ctr">
            <a:noAutofit/>
          </a:bodyPr>
          <a:lstStyle/>
          <a:p>
            <a:pPr algn="ctr"/>
            <a:r>
              <a:rPr lang="ko-KR" altLang="en-US" sz="1100" b="1" dirty="0">
                <a:solidFill>
                  <a:srgbClr val="404040"/>
                </a:solidFill>
                <a:latin typeface="맑은 고딕"/>
                <a:ea typeface="맑은 고딕"/>
              </a:rPr>
              <a:t>총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상품 중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주문이</a:t>
            </a:r>
            <a:endParaRPr lang="en-US" altLang="ko-KR" sz="1100" b="1" dirty="0">
              <a:solidFill>
                <a:srgbClr val="404040"/>
              </a:solidFill>
              <a:latin typeface="맑은 고딕"/>
              <a:ea typeface="맑은 고딕"/>
            </a:endParaRPr>
          </a:p>
          <a:p>
            <a:pPr algn="ctr"/>
            <a:r>
              <a:rPr lang="ko-KR" altLang="en-US" sz="1100" b="1" dirty="0">
                <a:solidFill>
                  <a:srgbClr val="404040"/>
                </a:solidFill>
                <a:latin typeface="맑은 고딕"/>
                <a:ea typeface="맑은 고딕"/>
              </a:rPr>
              <a:t>완료되었습니다</a:t>
            </a:r>
            <a:r>
              <a:rPr lang="en-US" altLang="ko-KR" sz="1100" b="1" dirty="0">
                <a:solidFill>
                  <a:srgbClr val="404040"/>
                </a:solidFill>
                <a:latin typeface="맑은 고딕"/>
                <a:ea typeface="맑은 고딕"/>
              </a:rPr>
              <a:t>.</a:t>
            </a:r>
            <a:endParaRPr sz="1100" b="1" dirty="0">
              <a:solidFill>
                <a:srgbClr val="404040"/>
              </a:solidFill>
              <a:latin typeface="맑은 고딕"/>
              <a:ea typeface="맑은 고딕"/>
            </a:endParaRPr>
          </a:p>
        </p:txBody>
      </p:sp>
      <p:sp>
        <p:nvSpPr>
          <p:cNvPr id="18" name="TextBox 17">
            <a:extLst>
              <a:ext uri="{FF2B5EF4-FFF2-40B4-BE49-F238E27FC236}">
                <a16:creationId xmlns:a16="http://schemas.microsoft.com/office/drawing/2014/main" id="{BB23413A-5FE7-894C-FC17-A5E4AB4BB893}"/>
              </a:ext>
            </a:extLst>
          </p:cNvPr>
          <p:cNvSpPr txBox="1"/>
          <p:nvPr/>
        </p:nvSpPr>
        <p:spPr>
          <a:xfrm>
            <a:off x="466795" y="1759425"/>
            <a:ext cx="2845822"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주문번호</a:t>
            </a:r>
            <a:r>
              <a:rPr lang="en-US" altLang="ko-KR" sz="900" b="0" dirty="0">
                <a:solidFill>
                  <a:srgbClr val="8A8A8A"/>
                </a:solidFill>
                <a:latin typeface="맑은 고딕"/>
                <a:ea typeface="맑은 고딕"/>
              </a:rPr>
              <a:t>: 260630001754</a:t>
            </a:r>
            <a:endParaRPr sz="900" b="0" dirty="0">
              <a:solidFill>
                <a:srgbClr val="8A8A8A"/>
              </a:solidFill>
              <a:latin typeface="맑은 고딕"/>
              <a:ea typeface="맑은 고딕"/>
            </a:endParaRPr>
          </a:p>
        </p:txBody>
      </p:sp>
      <p:sp>
        <p:nvSpPr>
          <p:cNvPr id="19" name="Rounded Rectangle 35">
            <a:extLst>
              <a:ext uri="{FF2B5EF4-FFF2-40B4-BE49-F238E27FC236}">
                <a16:creationId xmlns:a16="http://schemas.microsoft.com/office/drawing/2014/main" id="{D55933FF-B5E9-2A64-C5CB-66BDBCA8FD8A}"/>
              </a:ext>
            </a:extLst>
          </p:cNvPr>
          <p:cNvSpPr/>
          <p:nvPr/>
        </p:nvSpPr>
        <p:spPr>
          <a:xfrm>
            <a:off x="4188892" y="5828426"/>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20" name="Rounded Rectangle 35">
            <a:extLst>
              <a:ext uri="{FF2B5EF4-FFF2-40B4-BE49-F238E27FC236}">
                <a16:creationId xmlns:a16="http://schemas.microsoft.com/office/drawing/2014/main" id="{78B49219-C2CD-9D41-D9E2-C6F32CBA3457}"/>
              </a:ext>
            </a:extLst>
          </p:cNvPr>
          <p:cNvSpPr/>
          <p:nvPr/>
        </p:nvSpPr>
        <p:spPr>
          <a:xfrm>
            <a:off x="5723671" y="5828426"/>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주문상세보기</a:t>
            </a:r>
          </a:p>
        </p:txBody>
      </p:sp>
      <p:sp>
        <p:nvSpPr>
          <p:cNvPr id="21" name="TextBox 20">
            <a:extLst>
              <a:ext uri="{FF2B5EF4-FFF2-40B4-BE49-F238E27FC236}">
                <a16:creationId xmlns:a16="http://schemas.microsoft.com/office/drawing/2014/main" id="{60D62219-B30C-C9AF-CC4D-5A3C51E6A3E3}"/>
              </a:ext>
            </a:extLst>
          </p:cNvPr>
          <p:cNvSpPr txBox="1"/>
          <p:nvPr/>
        </p:nvSpPr>
        <p:spPr>
          <a:xfrm>
            <a:off x="316560" y="3060561"/>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주문상품 </a:t>
            </a:r>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sp>
        <p:nvSpPr>
          <p:cNvPr id="34" name="TextBox 33">
            <a:extLst>
              <a:ext uri="{FF2B5EF4-FFF2-40B4-BE49-F238E27FC236}">
                <a16:creationId xmlns:a16="http://schemas.microsoft.com/office/drawing/2014/main" id="{27E350F1-4099-5E79-8233-DFC927F2E8BC}"/>
              </a:ext>
            </a:extLst>
          </p:cNvPr>
          <p:cNvSpPr txBox="1"/>
          <p:nvPr/>
        </p:nvSpPr>
        <p:spPr>
          <a:xfrm>
            <a:off x="1094436" y="3091439"/>
            <a:ext cx="2290189" cy="256032"/>
          </a:xfrm>
          <a:prstGeom prst="rect">
            <a:avLst/>
          </a:prstGeom>
          <a:noFill/>
        </p:spPr>
        <p:txBody>
          <a:bodyPr wrap="square" lIns="0" tIns="0" rIns="0" bIns="0" anchor="ctr">
            <a:noAutofit/>
          </a:bodyPr>
          <a:lstStyle/>
          <a:p>
            <a:r>
              <a:rPr lang="ko-KR" altLang="en-US" sz="900" b="1" dirty="0">
                <a:solidFill>
                  <a:srgbClr val="8A8A8A"/>
                </a:solidFill>
                <a:latin typeface="맑은 고딕"/>
                <a:ea typeface="맑은 고딕"/>
              </a:rPr>
              <a:t>결제완료</a:t>
            </a:r>
            <a:r>
              <a:rPr lang="ko-KR" altLang="en-US" sz="900" b="0" dirty="0">
                <a:solidFill>
                  <a:srgbClr val="8A8A8A"/>
                </a:solidFill>
                <a:latin typeface="맑은 고딕"/>
                <a:ea typeface="맑은 고딕"/>
              </a:rPr>
              <a:t> </a:t>
            </a:r>
            <a:r>
              <a:rPr lang="en-US" altLang="ko-KR" sz="900" b="0" dirty="0">
                <a:solidFill>
                  <a:srgbClr val="8A8A8A"/>
                </a:solidFill>
                <a:latin typeface="맑은 고딕"/>
                <a:ea typeface="맑은 고딕"/>
              </a:rPr>
              <a:t>2</a:t>
            </a:r>
            <a:r>
              <a:rPr lang="ko-KR" altLang="en-US" sz="900" b="0" dirty="0">
                <a:solidFill>
                  <a:srgbClr val="8A8A8A"/>
                </a:solidFill>
                <a:latin typeface="맑은 고딕"/>
                <a:ea typeface="맑은 고딕"/>
              </a:rPr>
              <a:t>건</a:t>
            </a:r>
            <a:endParaRPr sz="900" b="0" dirty="0">
              <a:solidFill>
                <a:srgbClr val="8A8A8A"/>
              </a:solidFill>
              <a:latin typeface="맑은 고딕"/>
              <a:ea typeface="맑은 고딕"/>
            </a:endParaRPr>
          </a:p>
        </p:txBody>
      </p:sp>
      <p:sp>
        <p:nvSpPr>
          <p:cNvPr id="36" name="TextBox 35">
            <a:extLst>
              <a:ext uri="{FF2B5EF4-FFF2-40B4-BE49-F238E27FC236}">
                <a16:creationId xmlns:a16="http://schemas.microsoft.com/office/drawing/2014/main" id="{E25ECF4F-BA82-8255-42F5-E51D665CB189}"/>
              </a:ext>
            </a:extLst>
          </p:cNvPr>
          <p:cNvSpPr txBox="1"/>
          <p:nvPr/>
        </p:nvSpPr>
        <p:spPr>
          <a:xfrm>
            <a:off x="4139145" y="1869898"/>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결제금액</a:t>
            </a:r>
            <a:endParaRPr sz="1000" b="1" spc="-150" dirty="0">
              <a:solidFill>
                <a:srgbClr val="333333"/>
              </a:solidFill>
              <a:latin typeface="+mn-ea"/>
            </a:endParaRPr>
          </a:p>
        </p:txBody>
      </p:sp>
      <p:sp>
        <p:nvSpPr>
          <p:cNvPr id="37" name="Rounded Rectangle 27">
            <a:extLst>
              <a:ext uri="{FF2B5EF4-FFF2-40B4-BE49-F238E27FC236}">
                <a16:creationId xmlns:a16="http://schemas.microsoft.com/office/drawing/2014/main" id="{7FC46999-2256-A414-3225-5CDEBDFB94BB}"/>
              </a:ext>
            </a:extLst>
          </p:cNvPr>
          <p:cNvSpPr/>
          <p:nvPr/>
        </p:nvSpPr>
        <p:spPr>
          <a:xfrm>
            <a:off x="4131558" y="2184272"/>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총 주문금액</a:t>
            </a:r>
          </a:p>
        </p:txBody>
      </p:sp>
      <p:sp>
        <p:nvSpPr>
          <p:cNvPr id="38" name="Rounded Rectangle 27">
            <a:extLst>
              <a:ext uri="{FF2B5EF4-FFF2-40B4-BE49-F238E27FC236}">
                <a16:creationId xmlns:a16="http://schemas.microsoft.com/office/drawing/2014/main" id="{56C714E1-B39E-D8E2-7DA1-A80BB5135502}"/>
              </a:ext>
            </a:extLst>
          </p:cNvPr>
          <p:cNvSpPr/>
          <p:nvPr/>
        </p:nvSpPr>
        <p:spPr>
          <a:xfrm>
            <a:off x="5754036" y="2160073"/>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235,600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39" name="Rounded Rectangle 27">
            <a:extLst>
              <a:ext uri="{FF2B5EF4-FFF2-40B4-BE49-F238E27FC236}">
                <a16:creationId xmlns:a16="http://schemas.microsoft.com/office/drawing/2014/main" id="{DCCE3220-CD95-95E9-9235-90ED3065B048}"/>
              </a:ext>
            </a:extLst>
          </p:cNvPr>
          <p:cNvSpPr/>
          <p:nvPr/>
        </p:nvSpPr>
        <p:spPr>
          <a:xfrm>
            <a:off x="4131558" y="2383299"/>
            <a:ext cx="213196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바우처 적용금액 </a:t>
            </a:r>
            <a:r>
              <a:rPr lang="en-US" altLang="ko-KR" sz="700" dirty="0">
                <a:solidFill>
                  <a:schemeClr val="tx1"/>
                </a:solidFill>
                <a:ea typeface="맑은 고딕"/>
              </a:rPr>
              <a:t>(</a:t>
            </a:r>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r>
              <a:rPr lang="en-US" altLang="ko-KR" sz="700" dirty="0">
                <a:solidFill>
                  <a:schemeClr val="tx1"/>
                </a:solidFill>
                <a:ea typeface="맑은 고딕"/>
              </a:rPr>
              <a:t>)</a:t>
            </a:r>
          </a:p>
        </p:txBody>
      </p:sp>
      <p:sp>
        <p:nvSpPr>
          <p:cNvPr id="40" name="Rounded Rectangle 27">
            <a:extLst>
              <a:ext uri="{FF2B5EF4-FFF2-40B4-BE49-F238E27FC236}">
                <a16:creationId xmlns:a16="http://schemas.microsoft.com/office/drawing/2014/main" id="{22D69D7F-A4EF-D190-B022-254E0B107C72}"/>
              </a:ext>
            </a:extLst>
          </p:cNvPr>
          <p:cNvSpPr/>
          <p:nvPr/>
        </p:nvSpPr>
        <p:spPr>
          <a:xfrm>
            <a:off x="5754036" y="2375232"/>
            <a:ext cx="1458812"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800" b="1" dirty="0">
                <a:solidFill>
                  <a:srgbClr val="404040"/>
                </a:solidFill>
                <a:ea typeface="맑은 고딕"/>
              </a:rPr>
              <a:t>120,000</a:t>
            </a:r>
            <a:r>
              <a:rPr lang="ko-KR" altLang="en-US" sz="800" b="1" dirty="0">
                <a:solidFill>
                  <a:srgbClr val="404040"/>
                </a:solidFill>
                <a:ea typeface="맑은 고딕"/>
              </a:rPr>
              <a:t>원</a:t>
            </a:r>
            <a:endParaRPr lang="en-US" altLang="ko-KR" sz="800" b="1" dirty="0">
              <a:solidFill>
                <a:srgbClr val="404040"/>
              </a:solidFill>
              <a:ea typeface="맑은 고딕"/>
            </a:endParaRPr>
          </a:p>
        </p:txBody>
      </p:sp>
      <p:cxnSp>
        <p:nvCxnSpPr>
          <p:cNvPr id="41" name="직선 연결선 40">
            <a:extLst>
              <a:ext uri="{FF2B5EF4-FFF2-40B4-BE49-F238E27FC236}">
                <a16:creationId xmlns:a16="http://schemas.microsoft.com/office/drawing/2014/main" id="{C05BEF94-A8F4-C2C2-1436-3F9BB659BEA4}"/>
              </a:ext>
            </a:extLst>
          </p:cNvPr>
          <p:cNvCxnSpPr/>
          <p:nvPr/>
        </p:nvCxnSpPr>
        <p:spPr>
          <a:xfrm>
            <a:off x="4050659" y="2629667"/>
            <a:ext cx="3240360"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Rounded Rectangle 27">
            <a:extLst>
              <a:ext uri="{FF2B5EF4-FFF2-40B4-BE49-F238E27FC236}">
                <a16:creationId xmlns:a16="http://schemas.microsoft.com/office/drawing/2014/main" id="{EBECC460-3B35-A155-95F5-ED0F8A62B862}"/>
              </a:ext>
            </a:extLst>
          </p:cNvPr>
          <p:cNvSpPr/>
          <p:nvPr/>
        </p:nvSpPr>
        <p:spPr>
          <a:xfrm>
            <a:off x="4131558" y="2769090"/>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최종결제금액 </a:t>
            </a:r>
            <a:r>
              <a:rPr lang="en-US" altLang="ko-KR" sz="700" dirty="0">
                <a:solidFill>
                  <a:schemeClr val="tx1"/>
                </a:solidFill>
                <a:ea typeface="맑은 고딕"/>
              </a:rPr>
              <a:t>(</a:t>
            </a:r>
            <a:r>
              <a:rPr lang="ko-KR" altLang="en-US" sz="700" dirty="0">
                <a:solidFill>
                  <a:schemeClr val="tx1"/>
                </a:solidFill>
                <a:ea typeface="맑은 고딕"/>
              </a:rPr>
              <a:t>본인부담금</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43" name="Rounded Rectangle 27">
            <a:extLst>
              <a:ext uri="{FF2B5EF4-FFF2-40B4-BE49-F238E27FC236}">
                <a16:creationId xmlns:a16="http://schemas.microsoft.com/office/drawing/2014/main" id="{26FD8374-A6A4-D865-8A1D-B05610AE60E7}"/>
              </a:ext>
            </a:extLst>
          </p:cNvPr>
          <p:cNvSpPr/>
          <p:nvPr/>
        </p:nvSpPr>
        <p:spPr>
          <a:xfrm>
            <a:off x="5754036" y="2744891"/>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1000" b="1" dirty="0">
                <a:solidFill>
                  <a:srgbClr val="404040"/>
                </a:solidFill>
                <a:ea typeface="맑은 고딕"/>
              </a:rPr>
              <a:t>115,600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sp>
        <p:nvSpPr>
          <p:cNvPr id="44" name="직사각형 43">
            <a:extLst>
              <a:ext uri="{FF2B5EF4-FFF2-40B4-BE49-F238E27FC236}">
                <a16:creationId xmlns:a16="http://schemas.microsoft.com/office/drawing/2014/main" id="{8A7EB9F1-A5A7-2ABA-C2AD-BB18758A7714}"/>
              </a:ext>
            </a:extLst>
          </p:cNvPr>
          <p:cNvSpPr/>
          <p:nvPr/>
        </p:nvSpPr>
        <p:spPr>
          <a:xfrm>
            <a:off x="4083504" y="3621236"/>
            <a:ext cx="3214389"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5" name="TextBox 44">
            <a:extLst>
              <a:ext uri="{FF2B5EF4-FFF2-40B4-BE49-F238E27FC236}">
                <a16:creationId xmlns:a16="http://schemas.microsoft.com/office/drawing/2014/main" id="{6397E843-024B-860C-069C-9FAE05C0CF48}"/>
              </a:ext>
            </a:extLst>
          </p:cNvPr>
          <p:cNvSpPr txBox="1"/>
          <p:nvPr/>
        </p:nvSpPr>
        <p:spPr>
          <a:xfrm>
            <a:off x="4132058" y="3268967"/>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46" name="모서리가 둥근 직사각형 114">
            <a:extLst>
              <a:ext uri="{FF2B5EF4-FFF2-40B4-BE49-F238E27FC236}">
                <a16:creationId xmlns:a16="http://schemas.microsoft.com/office/drawing/2014/main" id="{DD383B4C-8A74-B9A1-1308-FE6919981862}"/>
              </a:ext>
            </a:extLst>
          </p:cNvPr>
          <p:cNvSpPr/>
          <p:nvPr/>
        </p:nvSpPr>
        <p:spPr>
          <a:xfrm>
            <a:off x="235661" y="1171133"/>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1-1</a:t>
            </a:r>
            <a:endParaRPr lang="ko-KR" altLang="en-US" sz="900" dirty="0">
              <a:solidFill>
                <a:schemeClr val="bg1"/>
              </a:solidFill>
            </a:endParaRPr>
          </a:p>
        </p:txBody>
      </p:sp>
      <p:sp>
        <p:nvSpPr>
          <p:cNvPr id="48" name="Rounded Rectangle 27">
            <a:extLst>
              <a:ext uri="{FF2B5EF4-FFF2-40B4-BE49-F238E27FC236}">
                <a16:creationId xmlns:a16="http://schemas.microsoft.com/office/drawing/2014/main" id="{B408873C-5F60-7C89-FCDB-D82BAB6870F5}"/>
              </a:ext>
            </a:extLst>
          </p:cNvPr>
          <p:cNvSpPr/>
          <p:nvPr/>
        </p:nvSpPr>
        <p:spPr>
          <a:xfrm>
            <a:off x="4165476" y="3700667"/>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9" name="Rounded Rectangle 27">
            <a:extLst>
              <a:ext uri="{FF2B5EF4-FFF2-40B4-BE49-F238E27FC236}">
                <a16:creationId xmlns:a16="http://schemas.microsoft.com/office/drawing/2014/main" id="{B03DF7E3-0982-B8EA-A767-8458DFF6433A}"/>
              </a:ext>
            </a:extLst>
          </p:cNvPr>
          <p:cNvSpPr/>
          <p:nvPr/>
        </p:nvSpPr>
        <p:spPr>
          <a:xfrm>
            <a:off x="4696647" y="3702461"/>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50" name="Rounded Rectangle 27">
            <a:extLst>
              <a:ext uri="{FF2B5EF4-FFF2-40B4-BE49-F238E27FC236}">
                <a16:creationId xmlns:a16="http://schemas.microsoft.com/office/drawing/2014/main" id="{DAD857AB-11B0-7298-598D-37BDC6F0147A}"/>
              </a:ext>
            </a:extLst>
          </p:cNvPr>
          <p:cNvSpPr/>
          <p:nvPr/>
        </p:nvSpPr>
        <p:spPr>
          <a:xfrm>
            <a:off x="4165475" y="3877993"/>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2" name="TextBox 51">
            <a:extLst>
              <a:ext uri="{FF2B5EF4-FFF2-40B4-BE49-F238E27FC236}">
                <a16:creationId xmlns:a16="http://schemas.microsoft.com/office/drawing/2014/main" id="{0DBB087A-58AA-5279-AD50-F009ACCC635A}"/>
              </a:ext>
            </a:extLst>
          </p:cNvPr>
          <p:cNvSpPr txBox="1"/>
          <p:nvPr/>
        </p:nvSpPr>
        <p:spPr>
          <a:xfrm>
            <a:off x="4139145" y="4606127"/>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바우처 잔액확인</a:t>
            </a:r>
            <a:endParaRPr sz="1000" b="1" spc="-150" dirty="0">
              <a:solidFill>
                <a:srgbClr val="333333"/>
              </a:solidFill>
              <a:latin typeface="+mn-ea"/>
            </a:endParaRPr>
          </a:p>
        </p:txBody>
      </p:sp>
      <p:sp>
        <p:nvSpPr>
          <p:cNvPr id="53" name="Rounded Rectangle 27">
            <a:extLst>
              <a:ext uri="{FF2B5EF4-FFF2-40B4-BE49-F238E27FC236}">
                <a16:creationId xmlns:a16="http://schemas.microsoft.com/office/drawing/2014/main" id="{616EFFE1-B0EE-C295-41AB-06625D556FA7}"/>
              </a:ext>
            </a:extLst>
          </p:cNvPr>
          <p:cNvSpPr/>
          <p:nvPr/>
        </p:nvSpPr>
        <p:spPr>
          <a:xfrm>
            <a:off x="6160367" y="4676144"/>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grpSp>
        <p:nvGrpSpPr>
          <p:cNvPr id="54" name="그룹 53">
            <a:extLst>
              <a:ext uri="{FF2B5EF4-FFF2-40B4-BE49-F238E27FC236}">
                <a16:creationId xmlns:a16="http://schemas.microsoft.com/office/drawing/2014/main" id="{F186A273-F2FC-32F5-B29B-42B6CC7D6942}"/>
              </a:ext>
            </a:extLst>
          </p:cNvPr>
          <p:cNvGrpSpPr/>
          <p:nvPr/>
        </p:nvGrpSpPr>
        <p:grpSpPr>
          <a:xfrm>
            <a:off x="4126805" y="5311221"/>
            <a:ext cx="3086043" cy="318788"/>
            <a:chOff x="311307" y="5918637"/>
            <a:chExt cx="3086043" cy="318788"/>
          </a:xfrm>
        </p:grpSpPr>
        <p:sp>
          <p:nvSpPr>
            <p:cNvPr id="55" name="직사각형 54">
              <a:extLst>
                <a:ext uri="{FF2B5EF4-FFF2-40B4-BE49-F238E27FC236}">
                  <a16:creationId xmlns:a16="http://schemas.microsoft.com/office/drawing/2014/main" id="{4BC94D4B-2F50-96FF-DC6E-2FEFCBA048E8}"/>
                </a:ext>
              </a:extLst>
            </p:cNvPr>
            <p:cNvSpPr/>
            <p:nvPr/>
          </p:nvSpPr>
          <p:spPr>
            <a:xfrm>
              <a:off x="311307" y="591863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6" name="TextBox 55">
              <a:extLst>
                <a:ext uri="{FF2B5EF4-FFF2-40B4-BE49-F238E27FC236}">
                  <a16:creationId xmlns:a16="http://schemas.microsoft.com/office/drawing/2014/main" id="{D0210F3D-043A-FEE5-F020-4A4DD6B5744D}"/>
                </a:ext>
              </a:extLst>
            </p:cNvPr>
            <p:cNvSpPr txBox="1"/>
            <p:nvPr/>
          </p:nvSpPr>
          <p:spPr>
            <a:xfrm>
              <a:off x="2406622" y="5984032"/>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57" name="Rounded Rectangle 27">
              <a:extLst>
                <a:ext uri="{FF2B5EF4-FFF2-40B4-BE49-F238E27FC236}">
                  <a16:creationId xmlns:a16="http://schemas.microsoft.com/office/drawing/2014/main" id="{BA859EE6-6E9C-344C-9B54-C532E70CE9DC}"/>
                </a:ext>
              </a:extLst>
            </p:cNvPr>
            <p:cNvSpPr/>
            <p:nvPr/>
          </p:nvSpPr>
          <p:spPr>
            <a:xfrm>
              <a:off x="361215" y="598089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58" name="Rounded Rectangle 33">
              <a:extLst>
                <a:ext uri="{FF2B5EF4-FFF2-40B4-BE49-F238E27FC236}">
                  <a16:creationId xmlns:a16="http://schemas.microsoft.com/office/drawing/2014/main" id="{56464713-8318-4B12-71FC-33DB6416321B}"/>
                </a:ext>
              </a:extLst>
            </p:cNvPr>
            <p:cNvSpPr/>
            <p:nvPr/>
          </p:nvSpPr>
          <p:spPr>
            <a:xfrm>
              <a:off x="2419610" y="599733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grpSp>
        <p:nvGrpSpPr>
          <p:cNvPr id="60" name="그룹 59">
            <a:extLst>
              <a:ext uri="{FF2B5EF4-FFF2-40B4-BE49-F238E27FC236}">
                <a16:creationId xmlns:a16="http://schemas.microsoft.com/office/drawing/2014/main" id="{C6378040-B556-6D8A-63F7-7D9FE718403C}"/>
              </a:ext>
            </a:extLst>
          </p:cNvPr>
          <p:cNvGrpSpPr/>
          <p:nvPr/>
        </p:nvGrpSpPr>
        <p:grpSpPr>
          <a:xfrm>
            <a:off x="4126805" y="4935311"/>
            <a:ext cx="3086043" cy="318788"/>
            <a:chOff x="311307" y="5542727"/>
            <a:chExt cx="3086043" cy="318788"/>
          </a:xfrm>
        </p:grpSpPr>
        <p:sp>
          <p:nvSpPr>
            <p:cNvPr id="61" name="직사각형 60">
              <a:extLst>
                <a:ext uri="{FF2B5EF4-FFF2-40B4-BE49-F238E27FC236}">
                  <a16:creationId xmlns:a16="http://schemas.microsoft.com/office/drawing/2014/main" id="{CA79755A-D05D-4795-7ACA-00EC92CF9977}"/>
                </a:ext>
              </a:extLst>
            </p:cNvPr>
            <p:cNvSpPr/>
            <p:nvPr/>
          </p:nvSpPr>
          <p:spPr>
            <a:xfrm>
              <a:off x="311307" y="5542727"/>
              <a:ext cx="3086043"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2" name="TextBox 61">
              <a:extLst>
                <a:ext uri="{FF2B5EF4-FFF2-40B4-BE49-F238E27FC236}">
                  <a16:creationId xmlns:a16="http://schemas.microsoft.com/office/drawing/2014/main" id="{0BE0A7FC-C8FF-4B2C-A470-240A9E69F7FD}"/>
                </a:ext>
              </a:extLst>
            </p:cNvPr>
            <p:cNvSpPr txBox="1"/>
            <p:nvPr/>
          </p:nvSpPr>
          <p:spPr>
            <a:xfrm>
              <a:off x="2406622" y="5608122"/>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0원</a:t>
              </a:r>
            </a:p>
          </p:txBody>
        </p:sp>
        <p:sp>
          <p:nvSpPr>
            <p:cNvPr id="63" name="Rounded Rectangle 27">
              <a:extLst>
                <a:ext uri="{FF2B5EF4-FFF2-40B4-BE49-F238E27FC236}">
                  <a16:creationId xmlns:a16="http://schemas.microsoft.com/office/drawing/2014/main" id="{89034997-EED6-3B98-12E6-17349E39E5B2}"/>
                </a:ext>
              </a:extLst>
            </p:cNvPr>
            <p:cNvSpPr/>
            <p:nvPr/>
          </p:nvSpPr>
          <p:spPr>
            <a:xfrm>
              <a:off x="361215" y="5604987"/>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sp>
          <p:nvSpPr>
            <p:cNvPr id="65" name="Rounded Rectangle 33">
              <a:extLst>
                <a:ext uri="{FF2B5EF4-FFF2-40B4-BE49-F238E27FC236}">
                  <a16:creationId xmlns:a16="http://schemas.microsoft.com/office/drawing/2014/main" id="{4AD9CE06-8163-D5C3-8746-2A69E8950206}"/>
                </a:ext>
              </a:extLst>
            </p:cNvPr>
            <p:cNvSpPr/>
            <p:nvPr/>
          </p:nvSpPr>
          <p:spPr>
            <a:xfrm>
              <a:off x="2701367" y="5637293"/>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69" name="Rounded Rectangle 27">
            <a:extLst>
              <a:ext uri="{FF2B5EF4-FFF2-40B4-BE49-F238E27FC236}">
                <a16:creationId xmlns:a16="http://schemas.microsoft.com/office/drawing/2014/main" id="{436B7524-A961-5E1D-6429-5F07D7DBA216}"/>
              </a:ext>
            </a:extLst>
          </p:cNvPr>
          <p:cNvSpPr/>
          <p:nvPr/>
        </p:nvSpPr>
        <p:spPr>
          <a:xfrm>
            <a:off x="4165475" y="4128422"/>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800" dirty="0">
                <a:solidFill>
                  <a:schemeClr val="tx1"/>
                </a:solidFill>
                <a:ea typeface="맑은 고딕"/>
              </a:rPr>
              <a:t>요청사항</a:t>
            </a:r>
            <a:r>
              <a:rPr lang="en-US" altLang="ko-KR" sz="800" dirty="0">
                <a:solidFill>
                  <a:schemeClr val="tx1"/>
                </a:solidFill>
                <a:ea typeface="맑은 고딕"/>
              </a:rPr>
              <a:t>: </a:t>
            </a:r>
            <a:r>
              <a:rPr lang="ko-KR" altLang="en-US" sz="800" dirty="0">
                <a:solidFill>
                  <a:schemeClr val="tx1"/>
                </a:solidFill>
                <a:ea typeface="맑은 고딕"/>
              </a:rPr>
              <a:t>문 앞에 놔주세요</a:t>
            </a:r>
            <a:r>
              <a:rPr lang="en-US" altLang="ko-KR" sz="800" dirty="0">
                <a:solidFill>
                  <a:schemeClr val="tx1"/>
                </a:solidFill>
                <a:ea typeface="맑은 고딕"/>
              </a:rPr>
              <a:t>.</a:t>
            </a:r>
            <a:endParaRPr lang="ko-KR" altLang="en-US" sz="800" dirty="0">
              <a:solidFill>
                <a:schemeClr val="tx1"/>
              </a:solidFill>
              <a:ea typeface="맑은 고딕"/>
            </a:endParaRPr>
          </a:p>
        </p:txBody>
      </p:sp>
      <p:graphicFrame>
        <p:nvGraphicFramePr>
          <p:cNvPr id="72" name="Group 59">
            <a:extLst>
              <a:ext uri="{FF2B5EF4-FFF2-40B4-BE49-F238E27FC236}">
                <a16:creationId xmlns:a16="http://schemas.microsoft.com/office/drawing/2014/main" id="{2E8C1718-CB1C-78BE-3FE0-E54518F96AE3}"/>
              </a:ext>
            </a:extLst>
          </p:cNvPr>
          <p:cNvGraphicFramePr>
            <a:graphicFrameLocks noGrp="1"/>
          </p:cNvGraphicFramePr>
          <p:nvPr>
            <p:extLst>
              <p:ext uri="{D42A27DB-BD31-4B8C-83A1-F6EECF244321}">
                <p14:modId xmlns:p14="http://schemas.microsoft.com/office/powerpoint/2010/main" val="3671497788"/>
              </p:ext>
            </p:extLst>
          </p:nvPr>
        </p:nvGraphicFramePr>
        <p:xfrm>
          <a:off x="10128399" y="623854"/>
          <a:ext cx="2850436" cy="4393947"/>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1-1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주문완료 안내</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 결과 메시지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주문번호/유의사항</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1-2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주문완료 안내</a:t>
                      </a:r>
                      <a:r>
                        <a:rPr kumimoji="0" lang="en-US" altLang="ko-KR" sz="800" b="1" i="0" u="sng" strike="noStrike" kern="0" cap="none" spc="-70" normalizeH="0" baseline="0" noProof="0" dirty="0">
                          <a:ln>
                            <a:noFill/>
                          </a:ln>
                          <a:solidFill>
                            <a:srgbClr val="234DD3"/>
                          </a:solidFill>
                          <a:effectLst/>
                          <a:uLnTx/>
                          <a:uFillTx/>
                          <a:latin typeface="+mn-ea"/>
                          <a:ea typeface="+mn-ea"/>
                          <a:cs typeface="+mn-cs"/>
                        </a:rPr>
                        <a:t>(</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주문 실패 있을 경우</a:t>
                      </a:r>
                      <a:r>
                        <a:rPr kumimoji="0" lang="en-US" altLang="ko-KR" sz="800" b="1" i="0" u="sng" strike="noStrike" kern="0" cap="none" spc="-70" normalizeH="0" baseline="0" noProof="0" dirty="0">
                          <a:ln>
                            <a:noFill/>
                          </a:ln>
                          <a:solidFill>
                            <a:srgbClr val="234DD3"/>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결제 실패 상품 장바구니에서 </a:t>
                      </a:r>
                      <a:r>
                        <a:rPr kumimoji="0" lang="ko-KR" altLang="en-US" sz="800" b="0" i="0" u="none" strike="noStrike" kern="0" cap="none" spc="-70" normalizeH="0" baseline="0" noProof="0" dirty="0" err="1">
                          <a:ln>
                            <a:noFill/>
                          </a:ln>
                          <a:solidFill>
                            <a:srgbClr val="234DD3"/>
                          </a:solidFill>
                          <a:effectLst/>
                          <a:uLnTx/>
                          <a:uFillTx/>
                          <a:latin typeface="+mn-ea"/>
                          <a:ea typeface="+mn-ea"/>
                          <a:cs typeface="+mn-cs"/>
                        </a:rPr>
                        <a:t>재결제</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 안내 문구 노출</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2-1 </a:t>
                      </a:r>
                      <a:r>
                        <a:rPr kumimoji="0" lang="ko-KR" altLang="en-US" sz="800" b="1" i="0" u="sng" strike="noStrike" kern="0" cap="none" spc="-70" normalizeH="0" baseline="0" noProof="0" dirty="0">
                          <a:ln>
                            <a:noFill/>
                          </a:ln>
                          <a:solidFill>
                            <a:schemeClr val="tx1"/>
                          </a:solidFill>
                          <a:effectLst/>
                          <a:uLnTx/>
                          <a:uFillTx/>
                          <a:latin typeface="+mn-ea"/>
                          <a:ea typeface="+mn-ea"/>
                          <a:cs typeface="+mn-cs"/>
                        </a:rPr>
                        <a:t>주문상품</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상단에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결제완료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N</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rgbClr val="234DD3"/>
                          </a:solidFill>
                          <a:effectLst/>
                          <a:uLnTx/>
                          <a:uFillTx/>
                          <a:latin typeface="+mn-ea"/>
                          <a:ea typeface="+mn-ea"/>
                          <a:cs typeface="+mn-cs"/>
                        </a:rPr>
                        <a:t>2-2 </a:t>
                      </a:r>
                      <a:r>
                        <a:rPr kumimoji="0" lang="ko-KR" altLang="en-US" sz="800" b="1" i="0" u="sng" strike="noStrike" kern="0" cap="none" spc="-70" normalizeH="0" baseline="0" noProof="0" dirty="0">
                          <a:ln>
                            <a:noFill/>
                          </a:ln>
                          <a:solidFill>
                            <a:srgbClr val="234DD3"/>
                          </a:solidFill>
                          <a:effectLst/>
                          <a:uLnTx/>
                          <a:uFillTx/>
                          <a:latin typeface="+mn-ea"/>
                          <a:ea typeface="+mn-ea"/>
                          <a:cs typeface="+mn-cs"/>
                        </a:rPr>
                        <a:t>승인정보</a:t>
                      </a:r>
                      <a:endParaRPr kumimoji="0" lang="en-US" altLang="ko-KR" sz="800" b="1" i="0" u="sng" strike="noStrike" kern="0" cap="none" spc="-70" normalizeH="0" baseline="0" noProof="0" dirty="0">
                        <a:ln>
                          <a:noFill/>
                        </a:ln>
                        <a:solidFill>
                          <a:srgbClr val="234DD3"/>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결제 승인 결과값을 그대로 표기</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none" strike="noStrike" kern="0" cap="none" spc="-70" normalizeH="0" baseline="0" noProof="0" dirty="0">
                          <a:ln>
                            <a:noFill/>
                          </a:ln>
                          <a:solidFill>
                            <a:srgbClr val="234DD3"/>
                          </a:solidFill>
                          <a:effectLst/>
                          <a:uLnTx/>
                          <a:uFillTx/>
                          <a:latin typeface="+mn-ea"/>
                          <a:ea typeface="+mn-ea"/>
                          <a:cs typeface="+mn-cs"/>
                        </a:rPr>
                        <a:t>2-3 </a:t>
                      </a:r>
                      <a:r>
                        <a:rPr kumimoji="0" lang="ko-KR" altLang="en-US" sz="800" b="1" i="0" u="none" strike="noStrike" kern="0" cap="none" spc="-70" normalizeH="0" baseline="0" noProof="0" dirty="0">
                          <a:ln>
                            <a:noFill/>
                          </a:ln>
                          <a:solidFill>
                            <a:srgbClr val="234DD3"/>
                          </a:solidFill>
                          <a:effectLst/>
                          <a:uLnTx/>
                          <a:uFillTx/>
                          <a:latin typeface="+mn-ea"/>
                          <a:ea typeface="+mn-ea"/>
                          <a:cs typeface="+mn-cs"/>
                        </a:rPr>
                        <a:t>결제 실패 케이스</a:t>
                      </a:r>
                      <a:endParaRPr kumimoji="0" lang="en-US" altLang="ko-KR" sz="800" b="1" i="0" u="none" strike="noStrike" kern="0" cap="none" spc="-70" normalizeH="0" baseline="0" noProof="0" dirty="0">
                        <a:ln>
                          <a:noFill/>
                        </a:ln>
                        <a:solidFill>
                          <a:srgbClr val="234DD3"/>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234DD3"/>
                          </a:solidFill>
                          <a:effectLst/>
                          <a:uLnTx/>
                          <a:uFillTx/>
                          <a:latin typeface="+mn-ea"/>
                          <a:ea typeface="+mn-ea"/>
                          <a:cs typeface="+mn-cs"/>
                        </a:rPr>
                        <a:t>구성</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 </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실패안내문구</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실패사유</a:t>
                      </a:r>
                      <a:r>
                        <a:rPr kumimoji="0" lang="en-US" altLang="ko-KR" sz="800" b="0" i="0" u="none" strike="noStrike" kern="0" cap="none" spc="-70" normalizeH="0" baseline="0" noProof="0" dirty="0">
                          <a:ln>
                            <a:noFill/>
                          </a:ln>
                          <a:solidFill>
                            <a:srgbClr val="234DD3"/>
                          </a:solidFill>
                          <a:effectLst/>
                          <a:uLnTx/>
                          <a:uFillTx/>
                          <a:latin typeface="+mn-ea"/>
                          <a:ea typeface="+mn-ea"/>
                          <a:cs typeface="+mn-cs"/>
                        </a:rPr>
                        <a:t>/</a:t>
                      </a:r>
                      <a:r>
                        <a:rPr kumimoji="0" lang="ko-KR" altLang="en-US" sz="800" b="0" i="0" u="none" strike="noStrike" kern="0" cap="none" spc="-70" normalizeH="0" baseline="0" noProof="0" dirty="0">
                          <a:ln>
                            <a:noFill/>
                          </a:ln>
                          <a:solidFill>
                            <a:srgbClr val="234DD3"/>
                          </a:solidFill>
                          <a:effectLst/>
                          <a:uLnTx/>
                          <a:uFillTx/>
                          <a:latin typeface="+mn-ea"/>
                          <a:ea typeface="+mn-ea"/>
                          <a:cs typeface="+mn-cs"/>
                        </a:rPr>
                        <a:t>장바구니 바로가기 버튼</a:t>
                      </a:r>
                      <a:endParaRPr kumimoji="0" lang="en-US" altLang="ko-KR" sz="800" b="0" i="0" u="none" strike="noStrike" kern="0" cap="none" spc="-70" normalizeH="0" baseline="0" noProof="0" dirty="0">
                        <a:ln>
                          <a:noFill/>
                        </a:ln>
                        <a:solidFill>
                          <a:srgbClr val="234DD3"/>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결제금액</a:t>
                      </a:r>
                      <a:endParaRPr kumimoji="0" lang="ko-KR" altLang="en-US"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최종결제금액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 주문금액 − 바우처 적용금액</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배송정보</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 시 선택한 배송지 정보를 그대로 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요청사항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미입력</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시 해당 줄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미노출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r>
                        <a:rPr lang="en-US" altLang="ko-KR" sz="800" spc="-150" dirty="0"/>
                        <a:t>5</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바우처 잔액확인</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사용한 바우처의 결제 후 잔액 표시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실시간 확인 불가 바우처는 잔액에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확인불가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표기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r>
                        <a:rPr lang="en-US" altLang="ko-KR" sz="800" spc="-150" dirty="0"/>
                        <a:t>6</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쇼핑 계속하기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메인화면으로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이동</a:t>
                      </a: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r>
                        <a:rPr lang="en-US" altLang="ko-KR" sz="800" spc="-150" dirty="0"/>
                        <a:t>7</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주문상세보기 버튼</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주문상세  페이지로 이동</a:t>
                      </a: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53437873"/>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48124373"/>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74" name="모서리가 둥근 직사각형 114">
            <a:extLst>
              <a:ext uri="{FF2B5EF4-FFF2-40B4-BE49-F238E27FC236}">
                <a16:creationId xmlns:a16="http://schemas.microsoft.com/office/drawing/2014/main" id="{5FA689BC-B4F8-BB20-F336-035E25A5E61E}"/>
              </a:ext>
            </a:extLst>
          </p:cNvPr>
          <p:cNvSpPr/>
          <p:nvPr/>
        </p:nvSpPr>
        <p:spPr>
          <a:xfrm>
            <a:off x="3951383" y="182663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76" name="모서리가 둥근 직사각형 114">
            <a:extLst>
              <a:ext uri="{FF2B5EF4-FFF2-40B4-BE49-F238E27FC236}">
                <a16:creationId xmlns:a16="http://schemas.microsoft.com/office/drawing/2014/main" id="{D00A61A5-E233-9690-5A96-3A9581484E2C}"/>
              </a:ext>
            </a:extLst>
          </p:cNvPr>
          <p:cNvSpPr/>
          <p:nvPr/>
        </p:nvSpPr>
        <p:spPr>
          <a:xfrm>
            <a:off x="3947924" y="320670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77" name="모서리가 둥근 직사각형 114">
            <a:extLst>
              <a:ext uri="{FF2B5EF4-FFF2-40B4-BE49-F238E27FC236}">
                <a16:creationId xmlns:a16="http://schemas.microsoft.com/office/drawing/2014/main" id="{66E84D26-224D-159E-31BC-3F5F671CD979}"/>
              </a:ext>
            </a:extLst>
          </p:cNvPr>
          <p:cNvSpPr/>
          <p:nvPr/>
        </p:nvSpPr>
        <p:spPr>
          <a:xfrm>
            <a:off x="3947924" y="45045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5</a:t>
            </a:r>
            <a:endParaRPr lang="ko-KR" altLang="en-US" sz="900" dirty="0">
              <a:solidFill>
                <a:schemeClr val="bg1"/>
              </a:solidFill>
            </a:endParaRPr>
          </a:p>
        </p:txBody>
      </p:sp>
      <p:sp>
        <p:nvSpPr>
          <p:cNvPr id="78" name="모서리가 둥근 직사각형 114">
            <a:extLst>
              <a:ext uri="{FF2B5EF4-FFF2-40B4-BE49-F238E27FC236}">
                <a16:creationId xmlns:a16="http://schemas.microsoft.com/office/drawing/2014/main" id="{8E304EC1-BCA3-487D-4509-4A57D17FA00F}"/>
              </a:ext>
            </a:extLst>
          </p:cNvPr>
          <p:cNvSpPr/>
          <p:nvPr/>
        </p:nvSpPr>
        <p:spPr>
          <a:xfrm>
            <a:off x="3947924" y="57470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6</a:t>
            </a:r>
            <a:endParaRPr lang="ko-KR" altLang="en-US" sz="900" dirty="0">
              <a:solidFill>
                <a:schemeClr val="bg1"/>
              </a:solidFill>
            </a:endParaRPr>
          </a:p>
        </p:txBody>
      </p:sp>
      <p:sp>
        <p:nvSpPr>
          <p:cNvPr id="79" name="모서리가 둥근 직사각형 114">
            <a:extLst>
              <a:ext uri="{FF2B5EF4-FFF2-40B4-BE49-F238E27FC236}">
                <a16:creationId xmlns:a16="http://schemas.microsoft.com/office/drawing/2014/main" id="{CB1AFEFB-631A-DF44-5F64-ACB10433650D}"/>
              </a:ext>
            </a:extLst>
          </p:cNvPr>
          <p:cNvSpPr/>
          <p:nvPr/>
        </p:nvSpPr>
        <p:spPr>
          <a:xfrm>
            <a:off x="5582965" y="574704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7</a:t>
            </a:r>
            <a:endParaRPr lang="ko-KR" altLang="en-US" sz="900" dirty="0">
              <a:solidFill>
                <a:schemeClr val="bg1"/>
              </a:solidFill>
            </a:endParaRPr>
          </a:p>
        </p:txBody>
      </p:sp>
      <p:grpSp>
        <p:nvGrpSpPr>
          <p:cNvPr id="81" name="그룹 80">
            <a:extLst>
              <a:ext uri="{FF2B5EF4-FFF2-40B4-BE49-F238E27FC236}">
                <a16:creationId xmlns:a16="http://schemas.microsoft.com/office/drawing/2014/main" id="{D5A2688A-5266-35BC-A300-D3CFCA1DF266}"/>
              </a:ext>
            </a:extLst>
          </p:cNvPr>
          <p:cNvGrpSpPr/>
          <p:nvPr/>
        </p:nvGrpSpPr>
        <p:grpSpPr>
          <a:xfrm>
            <a:off x="268006" y="3463125"/>
            <a:ext cx="3206508" cy="1904873"/>
            <a:chOff x="268006" y="2814907"/>
            <a:chExt cx="3206508" cy="1904873"/>
          </a:xfrm>
        </p:grpSpPr>
        <p:sp>
          <p:nvSpPr>
            <p:cNvPr id="29" name="Rounded Rectangle 22">
              <a:extLst>
                <a:ext uri="{FF2B5EF4-FFF2-40B4-BE49-F238E27FC236}">
                  <a16:creationId xmlns:a16="http://schemas.microsoft.com/office/drawing/2014/main" id="{D091FF7E-C275-F16F-EACB-62722E55ABA9}"/>
                </a:ext>
              </a:extLst>
            </p:cNvPr>
            <p:cNvSpPr/>
            <p:nvPr/>
          </p:nvSpPr>
          <p:spPr>
            <a:xfrm>
              <a:off x="268006" y="2814907"/>
              <a:ext cx="3206508" cy="1904873"/>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a:extLst>
                <a:ext uri="{FF2B5EF4-FFF2-40B4-BE49-F238E27FC236}">
                  <a16:creationId xmlns:a16="http://schemas.microsoft.com/office/drawing/2014/main" id="{1B192D58-7DB5-1B22-40F2-CB9175A4BCA9}"/>
                </a:ext>
              </a:extLst>
            </p:cNvPr>
            <p:cNvSpPr txBox="1"/>
            <p:nvPr/>
          </p:nvSpPr>
          <p:spPr>
            <a:xfrm>
              <a:off x="1230633" y="3003461"/>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a:t>
              </a:r>
              <a:r>
                <a:rPr lang="en-US" altLang="ko-KR" sz="900" b="1" dirty="0">
                  <a:solidFill>
                    <a:srgbClr val="404040"/>
                  </a:solidFill>
                  <a:ea typeface="맑은 고딕"/>
                </a:rPr>
                <a:t>/</a:t>
              </a:r>
              <a:r>
                <a:rPr lang="ko-KR" altLang="en-US" sz="900" b="1" dirty="0">
                  <a:solidFill>
                    <a:srgbClr val="404040"/>
                  </a:solidFill>
                  <a:ea typeface="맑은 고딕"/>
                </a:rPr>
                <a:t>중</a:t>
              </a:r>
              <a:r>
                <a:rPr lang="en-US" altLang="ko-KR" sz="900" b="1" dirty="0">
                  <a:solidFill>
                    <a:srgbClr val="404040"/>
                  </a:solidFill>
                  <a:ea typeface="맑은 고딕"/>
                </a:rPr>
                <a:t>…</a:t>
              </a:r>
            </a:p>
          </p:txBody>
        </p:sp>
        <p:sp>
          <p:nvSpPr>
            <p:cNvPr id="31" name="직사각형 30">
              <a:extLst>
                <a:ext uri="{FF2B5EF4-FFF2-40B4-BE49-F238E27FC236}">
                  <a16:creationId xmlns:a16="http://schemas.microsoft.com/office/drawing/2014/main" id="{3AC0C971-24C6-3C42-3A31-B53886956B53}"/>
                </a:ext>
              </a:extLst>
            </p:cNvPr>
            <p:cNvSpPr/>
            <p:nvPr/>
          </p:nvSpPr>
          <p:spPr>
            <a:xfrm>
              <a:off x="437563" y="2984000"/>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32" name="Rounded Rectangle 27">
              <a:extLst>
                <a:ext uri="{FF2B5EF4-FFF2-40B4-BE49-F238E27FC236}">
                  <a16:creationId xmlns:a16="http://schemas.microsoft.com/office/drawing/2014/main" id="{624C26BF-804B-19CF-8A47-13F4AE9B6141}"/>
                </a:ext>
              </a:extLst>
            </p:cNvPr>
            <p:cNvSpPr/>
            <p:nvPr/>
          </p:nvSpPr>
          <p:spPr>
            <a:xfrm>
              <a:off x="1220170" y="3323278"/>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33" name="Rounded Rectangle 27">
              <a:extLst>
                <a:ext uri="{FF2B5EF4-FFF2-40B4-BE49-F238E27FC236}">
                  <a16:creationId xmlns:a16="http://schemas.microsoft.com/office/drawing/2014/main" id="{EFA76506-7A1C-A535-1A2B-6F43CFA32280}"/>
                </a:ext>
              </a:extLst>
            </p:cNvPr>
            <p:cNvSpPr/>
            <p:nvPr/>
          </p:nvSpPr>
          <p:spPr>
            <a:xfrm>
              <a:off x="1099284" y="3480853"/>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dirty="0">
                  <a:solidFill>
                    <a:schemeClr val="tx1"/>
                  </a:solidFill>
                  <a:ea typeface="맑은 고딕"/>
                </a:rPr>
                <a:t>1</a:t>
              </a:r>
              <a:r>
                <a:rPr lang="ko-KR" altLang="en-US" sz="900" dirty="0">
                  <a:solidFill>
                    <a:schemeClr val="tx1"/>
                  </a:solidFill>
                  <a:ea typeface="맑은 고딕"/>
                </a:rPr>
                <a:t>개</a:t>
              </a:r>
              <a:r>
                <a:rPr lang="en-US" altLang="ko-KR" sz="900" dirty="0">
                  <a:solidFill>
                    <a:schemeClr val="tx1"/>
                  </a:solidFill>
                  <a:ea typeface="맑은 고딕"/>
                </a:rPr>
                <a:t>/</a:t>
              </a:r>
              <a:r>
                <a:rPr lang="en-US" altLang="ko-KR" sz="1000" b="1" dirty="0">
                  <a:solidFill>
                    <a:srgbClr val="E8623F"/>
                  </a:solidFill>
                  <a:ea typeface="맑은 고딕"/>
                </a:rPr>
                <a:t>113,800</a:t>
              </a:r>
              <a:r>
                <a:rPr lang="ko-KR" altLang="en-US" sz="1000" b="1" dirty="0">
                  <a:solidFill>
                    <a:srgbClr val="E8623F"/>
                  </a:solidFill>
                  <a:ea typeface="맑은 고딕"/>
                </a:rPr>
                <a:t>원</a:t>
              </a:r>
              <a:r>
                <a:rPr lang="en-US" altLang="ko-KR" sz="1000" dirty="0">
                  <a:solidFill>
                    <a:srgbClr val="E8623F"/>
                  </a:solidFill>
                  <a:ea typeface="맑은 고딕"/>
                </a:rPr>
                <a:t> </a:t>
              </a:r>
              <a:endParaRPr lang="ko-KR" altLang="en-US" sz="1000" dirty="0">
                <a:solidFill>
                  <a:srgbClr val="E8623F"/>
                </a:solidFill>
                <a:ea typeface="맑은 고딕"/>
              </a:endParaRPr>
            </a:p>
          </p:txBody>
        </p:sp>
        <p:grpSp>
          <p:nvGrpSpPr>
            <p:cNvPr id="80" name="그룹 79">
              <a:extLst>
                <a:ext uri="{FF2B5EF4-FFF2-40B4-BE49-F238E27FC236}">
                  <a16:creationId xmlns:a16="http://schemas.microsoft.com/office/drawing/2014/main" id="{8C1BDA54-C7A1-3C31-81EB-02B81D6B7E69}"/>
                </a:ext>
              </a:extLst>
            </p:cNvPr>
            <p:cNvGrpSpPr/>
            <p:nvPr/>
          </p:nvGrpSpPr>
          <p:grpSpPr>
            <a:xfrm>
              <a:off x="389953" y="3786874"/>
              <a:ext cx="2969334" cy="828000"/>
              <a:chOff x="389953" y="3786874"/>
              <a:chExt cx="2969334" cy="828000"/>
            </a:xfrm>
          </p:grpSpPr>
          <p:sp>
            <p:nvSpPr>
              <p:cNvPr id="47" name="직사각형 46">
                <a:extLst>
                  <a:ext uri="{FF2B5EF4-FFF2-40B4-BE49-F238E27FC236}">
                    <a16:creationId xmlns:a16="http://schemas.microsoft.com/office/drawing/2014/main" id="{49C3F150-647E-CD7C-B038-EBA744947086}"/>
                  </a:ext>
                </a:extLst>
              </p:cNvPr>
              <p:cNvSpPr/>
              <p:nvPr/>
            </p:nvSpPr>
            <p:spPr>
              <a:xfrm>
                <a:off x="389953" y="3786874"/>
                <a:ext cx="2969334" cy="8280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 name="Rounded Rectangle 27">
                <a:extLst>
                  <a:ext uri="{FF2B5EF4-FFF2-40B4-BE49-F238E27FC236}">
                    <a16:creationId xmlns:a16="http://schemas.microsoft.com/office/drawing/2014/main" id="{0984652F-F255-135B-63C1-A648C6D69BB0}"/>
                  </a:ext>
                </a:extLst>
              </p:cNvPr>
              <p:cNvSpPr/>
              <p:nvPr/>
            </p:nvSpPr>
            <p:spPr>
              <a:xfrm>
                <a:off x="459000" y="4275964"/>
                <a:ext cx="2427081"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p>
              <a:p>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113,800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64" name="Rounded Rectangle 27">
                <a:extLst>
                  <a:ext uri="{FF2B5EF4-FFF2-40B4-BE49-F238E27FC236}">
                    <a16:creationId xmlns:a16="http://schemas.microsoft.com/office/drawing/2014/main" id="{86220C7F-DCB5-F109-E9EE-1B0B2B59693B}"/>
                  </a:ext>
                </a:extLst>
              </p:cNvPr>
              <p:cNvSpPr/>
              <p:nvPr/>
            </p:nvSpPr>
            <p:spPr>
              <a:xfrm>
                <a:off x="1806235" y="3849973"/>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0</a:t>
                </a:r>
                <a:r>
                  <a:rPr lang="ko-KR" altLang="en-US" sz="900" b="1" dirty="0">
                    <a:solidFill>
                      <a:srgbClr val="404040"/>
                    </a:solidFill>
                    <a:ea typeface="맑은 고딕"/>
                  </a:rPr>
                  <a:t>원</a:t>
                </a:r>
                <a:endParaRPr lang="ko-KR" altLang="en-US" sz="600" dirty="0">
                  <a:solidFill>
                    <a:schemeClr val="tx1"/>
                  </a:solidFill>
                  <a:ea typeface="맑은 고딕"/>
                </a:endParaRPr>
              </a:p>
            </p:txBody>
          </p:sp>
          <p:sp>
            <p:nvSpPr>
              <p:cNvPr id="66" name="Rounded Rectangle 27">
                <a:extLst>
                  <a:ext uri="{FF2B5EF4-FFF2-40B4-BE49-F238E27FC236}">
                    <a16:creationId xmlns:a16="http://schemas.microsoft.com/office/drawing/2014/main" id="{FD0FCD14-C437-99D0-CFA5-7F6C9CC278BC}"/>
                  </a:ext>
                </a:extLst>
              </p:cNvPr>
              <p:cNvSpPr/>
              <p:nvPr/>
            </p:nvSpPr>
            <p:spPr>
              <a:xfrm>
                <a:off x="468303" y="405441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67" name="Rounded Rectangle 27">
                <a:extLst>
                  <a:ext uri="{FF2B5EF4-FFF2-40B4-BE49-F238E27FC236}">
                    <a16:creationId xmlns:a16="http://schemas.microsoft.com/office/drawing/2014/main" id="{46432053-035C-7A72-E3F1-125A165E3F68}"/>
                  </a:ext>
                </a:extLst>
              </p:cNvPr>
              <p:cNvSpPr/>
              <p:nvPr/>
            </p:nvSpPr>
            <p:spPr>
              <a:xfrm>
                <a:off x="1806235" y="4038286"/>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r>
                  <a:rPr lang="en-US" altLang="ko-KR" sz="600" dirty="0">
                    <a:solidFill>
                      <a:schemeClr val="tx1"/>
                    </a:solidFill>
                    <a:ea typeface="맑은 고딕"/>
                  </a:rPr>
                  <a:t> </a:t>
                </a:r>
                <a:endParaRPr lang="ko-KR" altLang="en-US" sz="600" dirty="0">
                  <a:solidFill>
                    <a:schemeClr val="tx1"/>
                  </a:solidFill>
                  <a:ea typeface="맑은 고딕"/>
                </a:endParaRPr>
              </a:p>
            </p:txBody>
          </p:sp>
          <p:sp>
            <p:nvSpPr>
              <p:cNvPr id="68" name="Rounded Rectangle 27">
                <a:extLst>
                  <a:ext uri="{FF2B5EF4-FFF2-40B4-BE49-F238E27FC236}">
                    <a16:creationId xmlns:a16="http://schemas.microsoft.com/office/drawing/2014/main" id="{8D232D33-C942-4C2F-AEAA-ED6E94912484}"/>
                  </a:ext>
                </a:extLst>
              </p:cNvPr>
              <p:cNvSpPr/>
              <p:nvPr/>
            </p:nvSpPr>
            <p:spPr>
              <a:xfrm>
                <a:off x="468303" y="3865046"/>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grpSp>
      <p:grpSp>
        <p:nvGrpSpPr>
          <p:cNvPr id="82" name="그룹 81">
            <a:extLst>
              <a:ext uri="{FF2B5EF4-FFF2-40B4-BE49-F238E27FC236}">
                <a16:creationId xmlns:a16="http://schemas.microsoft.com/office/drawing/2014/main" id="{B3E41161-3296-018A-750F-EB96E3C9ABD9}"/>
              </a:ext>
            </a:extLst>
          </p:cNvPr>
          <p:cNvGrpSpPr/>
          <p:nvPr/>
        </p:nvGrpSpPr>
        <p:grpSpPr>
          <a:xfrm>
            <a:off x="4083504" y="584893"/>
            <a:ext cx="3206508" cy="1088276"/>
            <a:chOff x="268006" y="3631504"/>
            <a:chExt cx="3206508" cy="1088276"/>
          </a:xfrm>
        </p:grpSpPr>
        <p:sp>
          <p:nvSpPr>
            <p:cNvPr id="83" name="Rounded Rectangle 22">
              <a:extLst>
                <a:ext uri="{FF2B5EF4-FFF2-40B4-BE49-F238E27FC236}">
                  <a16:creationId xmlns:a16="http://schemas.microsoft.com/office/drawing/2014/main" id="{7F115E4A-C7AD-5D42-2731-FD13589AF117}"/>
                </a:ext>
              </a:extLst>
            </p:cNvPr>
            <p:cNvSpPr/>
            <p:nvPr/>
          </p:nvSpPr>
          <p:spPr>
            <a:xfrm>
              <a:off x="268006" y="3631504"/>
              <a:ext cx="3206508" cy="1088276"/>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pSp>
          <p:nvGrpSpPr>
            <p:cNvPr id="88" name="그룹 87">
              <a:extLst>
                <a:ext uri="{FF2B5EF4-FFF2-40B4-BE49-F238E27FC236}">
                  <a16:creationId xmlns:a16="http://schemas.microsoft.com/office/drawing/2014/main" id="{730CDFEC-2402-DAE2-B7E4-7ABF561A3BE7}"/>
                </a:ext>
              </a:extLst>
            </p:cNvPr>
            <p:cNvGrpSpPr/>
            <p:nvPr/>
          </p:nvGrpSpPr>
          <p:grpSpPr>
            <a:xfrm>
              <a:off x="389953" y="3786874"/>
              <a:ext cx="2969334" cy="828000"/>
              <a:chOff x="389953" y="3786874"/>
              <a:chExt cx="2969334" cy="828000"/>
            </a:xfrm>
          </p:grpSpPr>
          <p:sp>
            <p:nvSpPr>
              <p:cNvPr id="89" name="직사각형 88">
                <a:extLst>
                  <a:ext uri="{FF2B5EF4-FFF2-40B4-BE49-F238E27FC236}">
                    <a16:creationId xmlns:a16="http://schemas.microsoft.com/office/drawing/2014/main" id="{84855B77-3F62-16D4-BB01-D30BC0038F01}"/>
                  </a:ext>
                </a:extLst>
              </p:cNvPr>
              <p:cNvSpPr/>
              <p:nvPr/>
            </p:nvSpPr>
            <p:spPr>
              <a:xfrm>
                <a:off x="389953" y="3786874"/>
                <a:ext cx="2969334" cy="8280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90" name="Rounded Rectangle 27">
                <a:extLst>
                  <a:ext uri="{FF2B5EF4-FFF2-40B4-BE49-F238E27FC236}">
                    <a16:creationId xmlns:a16="http://schemas.microsoft.com/office/drawing/2014/main" id="{518F10BE-2A3F-DFA4-765B-9C2DA56D3B46}"/>
                  </a:ext>
                </a:extLst>
              </p:cNvPr>
              <p:cNvSpPr/>
              <p:nvPr/>
            </p:nvSpPr>
            <p:spPr>
              <a:xfrm>
                <a:off x="459000" y="4275964"/>
                <a:ext cx="2427081" cy="30208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p>
              <a:p>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121,800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91" name="Rounded Rectangle 27">
                <a:extLst>
                  <a:ext uri="{FF2B5EF4-FFF2-40B4-BE49-F238E27FC236}">
                    <a16:creationId xmlns:a16="http://schemas.microsoft.com/office/drawing/2014/main" id="{CD08EE30-8679-E738-6992-B31460042BDF}"/>
                  </a:ext>
                </a:extLst>
              </p:cNvPr>
              <p:cNvSpPr/>
              <p:nvPr/>
            </p:nvSpPr>
            <p:spPr>
              <a:xfrm>
                <a:off x="1740749" y="3887534"/>
                <a:ext cx="822901" cy="173017"/>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92" name="Rounded Rectangle 27">
                <a:extLst>
                  <a:ext uri="{FF2B5EF4-FFF2-40B4-BE49-F238E27FC236}">
                    <a16:creationId xmlns:a16="http://schemas.microsoft.com/office/drawing/2014/main" id="{6CD2A995-B38C-07B5-8632-E08A3AFDD747}"/>
                  </a:ext>
                </a:extLst>
              </p:cNvPr>
              <p:cNvSpPr/>
              <p:nvPr/>
            </p:nvSpPr>
            <p:spPr>
              <a:xfrm>
                <a:off x="1806235" y="3849973"/>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p>
            </p:txBody>
          </p:sp>
          <p:sp>
            <p:nvSpPr>
              <p:cNvPr id="93" name="Rounded Rectangle 27">
                <a:extLst>
                  <a:ext uri="{FF2B5EF4-FFF2-40B4-BE49-F238E27FC236}">
                    <a16:creationId xmlns:a16="http://schemas.microsoft.com/office/drawing/2014/main" id="{DD7CFDCD-2C79-FA15-3F9D-BBD04EA60D66}"/>
                  </a:ext>
                </a:extLst>
              </p:cNvPr>
              <p:cNvSpPr/>
              <p:nvPr/>
            </p:nvSpPr>
            <p:spPr>
              <a:xfrm>
                <a:off x="468303" y="4054419"/>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94" name="Rounded Rectangle 27">
                <a:extLst>
                  <a:ext uri="{FF2B5EF4-FFF2-40B4-BE49-F238E27FC236}">
                    <a16:creationId xmlns:a16="http://schemas.microsoft.com/office/drawing/2014/main" id="{52513F78-BA6C-8481-FFCA-0A56ADEB1E23}"/>
                  </a:ext>
                </a:extLst>
              </p:cNvPr>
              <p:cNvSpPr/>
              <p:nvPr/>
            </p:nvSpPr>
            <p:spPr>
              <a:xfrm>
                <a:off x="1806235" y="4038286"/>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1,800</a:t>
                </a:r>
                <a:r>
                  <a:rPr lang="ko-KR" altLang="en-US" sz="900" b="1" dirty="0">
                    <a:solidFill>
                      <a:srgbClr val="404040"/>
                    </a:solidFill>
                    <a:ea typeface="맑은 고딕"/>
                  </a:rPr>
                  <a:t>원</a:t>
                </a:r>
                <a:r>
                  <a:rPr lang="en-US" altLang="ko-KR" sz="900" b="1" dirty="0">
                    <a:solidFill>
                      <a:srgbClr val="404040"/>
                    </a:solidFill>
                    <a:ea typeface="맑은 고딕"/>
                  </a:rPr>
                  <a:t> </a:t>
                </a:r>
                <a:endParaRPr lang="ko-KR" altLang="en-US" sz="900" b="1" dirty="0">
                  <a:solidFill>
                    <a:srgbClr val="404040"/>
                  </a:solidFill>
                  <a:ea typeface="맑은 고딕"/>
                </a:endParaRPr>
              </a:p>
            </p:txBody>
          </p:sp>
          <p:sp>
            <p:nvSpPr>
              <p:cNvPr id="95" name="Rounded Rectangle 27">
                <a:extLst>
                  <a:ext uri="{FF2B5EF4-FFF2-40B4-BE49-F238E27FC236}">
                    <a16:creationId xmlns:a16="http://schemas.microsoft.com/office/drawing/2014/main" id="{1156716F-5F2D-03B2-6D00-68402F0FB3F9}"/>
                  </a:ext>
                </a:extLst>
              </p:cNvPr>
              <p:cNvSpPr/>
              <p:nvPr/>
            </p:nvSpPr>
            <p:spPr>
              <a:xfrm>
                <a:off x="468303" y="3865046"/>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grpSp>
      <p:grpSp>
        <p:nvGrpSpPr>
          <p:cNvPr id="96" name="그룹 95">
            <a:extLst>
              <a:ext uri="{FF2B5EF4-FFF2-40B4-BE49-F238E27FC236}">
                <a16:creationId xmlns:a16="http://schemas.microsoft.com/office/drawing/2014/main" id="{5DA2AD3C-CC8E-CC67-09ED-DE943D927C92}"/>
              </a:ext>
            </a:extLst>
          </p:cNvPr>
          <p:cNvGrpSpPr/>
          <p:nvPr/>
        </p:nvGrpSpPr>
        <p:grpSpPr>
          <a:xfrm>
            <a:off x="7580308" y="4648958"/>
            <a:ext cx="3206508" cy="1904873"/>
            <a:chOff x="268006" y="2814907"/>
            <a:chExt cx="3206508" cy="1904873"/>
          </a:xfrm>
        </p:grpSpPr>
        <p:sp>
          <p:nvSpPr>
            <p:cNvPr id="97" name="Rounded Rectangle 22">
              <a:extLst>
                <a:ext uri="{FF2B5EF4-FFF2-40B4-BE49-F238E27FC236}">
                  <a16:creationId xmlns:a16="http://schemas.microsoft.com/office/drawing/2014/main" id="{CACD1B9D-DCEC-C3E9-7097-2B48A1753009}"/>
                </a:ext>
              </a:extLst>
            </p:cNvPr>
            <p:cNvSpPr/>
            <p:nvPr/>
          </p:nvSpPr>
          <p:spPr>
            <a:xfrm>
              <a:off x="268006" y="2814907"/>
              <a:ext cx="3206508" cy="1904873"/>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Box 97">
              <a:extLst>
                <a:ext uri="{FF2B5EF4-FFF2-40B4-BE49-F238E27FC236}">
                  <a16:creationId xmlns:a16="http://schemas.microsoft.com/office/drawing/2014/main" id="{69F57233-9FDD-764C-9C51-4715ED090987}"/>
                </a:ext>
              </a:extLst>
            </p:cNvPr>
            <p:cNvSpPr txBox="1"/>
            <p:nvPr/>
          </p:nvSpPr>
          <p:spPr>
            <a:xfrm>
              <a:off x="1230633" y="3003461"/>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99" name="직사각형 98">
              <a:extLst>
                <a:ext uri="{FF2B5EF4-FFF2-40B4-BE49-F238E27FC236}">
                  <a16:creationId xmlns:a16="http://schemas.microsoft.com/office/drawing/2014/main" id="{ED0AAB89-5778-38BF-1FC7-777CB8936606}"/>
                </a:ext>
              </a:extLst>
            </p:cNvPr>
            <p:cNvSpPr/>
            <p:nvPr/>
          </p:nvSpPr>
          <p:spPr>
            <a:xfrm>
              <a:off x="437563" y="2984000"/>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00" name="Rounded Rectangle 27">
              <a:extLst>
                <a:ext uri="{FF2B5EF4-FFF2-40B4-BE49-F238E27FC236}">
                  <a16:creationId xmlns:a16="http://schemas.microsoft.com/office/drawing/2014/main" id="{FF93F171-9E9B-97E7-880F-3981E3CDAC2F}"/>
                </a:ext>
              </a:extLst>
            </p:cNvPr>
            <p:cNvSpPr/>
            <p:nvPr/>
          </p:nvSpPr>
          <p:spPr>
            <a:xfrm>
              <a:off x="1220170" y="3323278"/>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101" name="Rounded Rectangle 27">
              <a:extLst>
                <a:ext uri="{FF2B5EF4-FFF2-40B4-BE49-F238E27FC236}">
                  <a16:creationId xmlns:a16="http://schemas.microsoft.com/office/drawing/2014/main" id="{3601072A-ACA9-017C-534E-114BAE45C487}"/>
                </a:ext>
              </a:extLst>
            </p:cNvPr>
            <p:cNvSpPr/>
            <p:nvPr/>
          </p:nvSpPr>
          <p:spPr>
            <a:xfrm>
              <a:off x="1099284" y="3480853"/>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dirty="0">
                  <a:solidFill>
                    <a:schemeClr val="tx1"/>
                  </a:solidFill>
                  <a:ea typeface="맑은 고딕"/>
                </a:rPr>
                <a:t>1</a:t>
              </a:r>
              <a:r>
                <a:rPr lang="ko-KR" altLang="en-US" sz="900" dirty="0">
                  <a:solidFill>
                    <a:schemeClr val="tx1"/>
                  </a:solidFill>
                  <a:ea typeface="맑은 고딕"/>
                </a:rPr>
                <a:t>개</a:t>
              </a:r>
              <a:r>
                <a:rPr lang="en-US" altLang="ko-KR" sz="9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1000" dirty="0">
                  <a:solidFill>
                    <a:schemeClr val="tx1"/>
                  </a:solidFill>
                  <a:ea typeface="맑은 고딕"/>
                </a:rPr>
                <a:t> </a:t>
              </a:r>
              <a:endParaRPr lang="ko-KR" altLang="en-US" sz="1000" dirty="0">
                <a:solidFill>
                  <a:schemeClr val="tx1"/>
                </a:solidFill>
                <a:ea typeface="맑은 고딕"/>
              </a:endParaRPr>
            </a:p>
          </p:txBody>
        </p:sp>
        <p:grpSp>
          <p:nvGrpSpPr>
            <p:cNvPr id="102" name="그룹 101">
              <a:extLst>
                <a:ext uri="{FF2B5EF4-FFF2-40B4-BE49-F238E27FC236}">
                  <a16:creationId xmlns:a16="http://schemas.microsoft.com/office/drawing/2014/main" id="{4A981B55-C602-4AF5-288B-83E7931B88A8}"/>
                </a:ext>
              </a:extLst>
            </p:cNvPr>
            <p:cNvGrpSpPr/>
            <p:nvPr/>
          </p:nvGrpSpPr>
          <p:grpSpPr>
            <a:xfrm>
              <a:off x="389953" y="3786874"/>
              <a:ext cx="2969334" cy="828000"/>
              <a:chOff x="389953" y="3786874"/>
              <a:chExt cx="2969334" cy="828000"/>
            </a:xfrm>
          </p:grpSpPr>
          <p:sp>
            <p:nvSpPr>
              <p:cNvPr id="103" name="직사각형 102">
                <a:extLst>
                  <a:ext uri="{FF2B5EF4-FFF2-40B4-BE49-F238E27FC236}">
                    <a16:creationId xmlns:a16="http://schemas.microsoft.com/office/drawing/2014/main" id="{7AB944DA-2A3C-62E7-ADB1-982AF511C7FE}"/>
                  </a:ext>
                </a:extLst>
              </p:cNvPr>
              <p:cNvSpPr/>
              <p:nvPr/>
            </p:nvSpPr>
            <p:spPr>
              <a:xfrm>
                <a:off x="389953" y="3786874"/>
                <a:ext cx="2969334" cy="8280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endParaRPr lang="ko-KR" altLang="en-US" sz="1000" dirty="0">
                  <a:solidFill>
                    <a:srgbClr val="E8623F"/>
                  </a:solidFill>
                </a:endParaRPr>
              </a:p>
            </p:txBody>
          </p:sp>
          <p:sp>
            <p:nvSpPr>
              <p:cNvPr id="105" name="Rounded Rectangle 27">
                <a:extLst>
                  <a:ext uri="{FF2B5EF4-FFF2-40B4-BE49-F238E27FC236}">
                    <a16:creationId xmlns:a16="http://schemas.microsoft.com/office/drawing/2014/main" id="{EDE146BC-6C01-283D-4425-A0594D819CC6}"/>
                  </a:ext>
                </a:extLst>
              </p:cNvPr>
              <p:cNvSpPr/>
              <p:nvPr/>
            </p:nvSpPr>
            <p:spPr>
              <a:xfrm>
                <a:off x="536819" y="4316241"/>
                <a:ext cx="1166071" cy="205283"/>
              </a:xfrm>
              <a:prstGeom prst="roundRect">
                <a:avLst>
                  <a:gd name="adj" fmla="val 8000"/>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800" dirty="0">
                    <a:solidFill>
                      <a:schemeClr val="tx1"/>
                    </a:solidFill>
                    <a:ea typeface="맑은 고딕"/>
                  </a:rPr>
                  <a:t>장바구니 바로가기</a:t>
                </a:r>
              </a:p>
            </p:txBody>
          </p:sp>
          <p:sp>
            <p:nvSpPr>
              <p:cNvPr id="106" name="Rounded Rectangle 27">
                <a:extLst>
                  <a:ext uri="{FF2B5EF4-FFF2-40B4-BE49-F238E27FC236}">
                    <a16:creationId xmlns:a16="http://schemas.microsoft.com/office/drawing/2014/main" id="{1D20B895-4540-F5AD-0714-9E657E2B36CA}"/>
                  </a:ext>
                </a:extLst>
              </p:cNvPr>
              <p:cNvSpPr/>
              <p:nvPr/>
            </p:nvSpPr>
            <p:spPr>
              <a:xfrm>
                <a:off x="472849" y="3880007"/>
                <a:ext cx="145881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1000" b="1" dirty="0">
                    <a:solidFill>
                      <a:srgbClr val="E8623F"/>
                    </a:solidFill>
                    <a:ea typeface="맑은 고딕"/>
                  </a:rPr>
                  <a:t>결제실패</a:t>
                </a:r>
                <a:endParaRPr lang="ko-KR" altLang="en-US" sz="700" dirty="0">
                  <a:solidFill>
                    <a:srgbClr val="E8623F"/>
                  </a:solidFill>
                  <a:ea typeface="맑은 고딕"/>
                </a:endParaRPr>
              </a:p>
            </p:txBody>
          </p:sp>
          <p:sp>
            <p:nvSpPr>
              <p:cNvPr id="109" name="Rounded Rectangle 27">
                <a:extLst>
                  <a:ext uri="{FF2B5EF4-FFF2-40B4-BE49-F238E27FC236}">
                    <a16:creationId xmlns:a16="http://schemas.microsoft.com/office/drawing/2014/main" id="{EB12B026-73AA-11A6-A3FB-35E769083663}"/>
                  </a:ext>
                </a:extLst>
              </p:cNvPr>
              <p:cNvSpPr/>
              <p:nvPr/>
            </p:nvSpPr>
            <p:spPr>
              <a:xfrm>
                <a:off x="468303" y="3865046"/>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endParaRPr lang="ko-KR" altLang="en-US" sz="700" dirty="0">
                  <a:solidFill>
                    <a:schemeClr val="tx1"/>
                  </a:solidFill>
                  <a:ea typeface="맑은 고딕"/>
                </a:endParaRPr>
              </a:p>
            </p:txBody>
          </p:sp>
        </p:grpSp>
      </p:grpSp>
      <p:sp>
        <p:nvSpPr>
          <p:cNvPr id="110" name="TextBox 109">
            <a:extLst>
              <a:ext uri="{FF2B5EF4-FFF2-40B4-BE49-F238E27FC236}">
                <a16:creationId xmlns:a16="http://schemas.microsoft.com/office/drawing/2014/main" id="{76124813-8899-FE64-6513-17B9821FAE44}"/>
              </a:ext>
            </a:extLst>
          </p:cNvPr>
          <p:cNvSpPr txBox="1"/>
          <p:nvPr/>
        </p:nvSpPr>
        <p:spPr>
          <a:xfrm>
            <a:off x="7644304" y="1927449"/>
            <a:ext cx="1370888" cy="230832"/>
          </a:xfrm>
          <a:prstGeom prst="rect">
            <a:avLst/>
          </a:prstGeom>
          <a:noFill/>
        </p:spPr>
        <p:txBody>
          <a:bodyPr wrap="none" rtlCol="0">
            <a:spAutoFit/>
          </a:bodyPr>
          <a:lstStyle/>
          <a:p>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주문 실패</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결제 실패</a:t>
            </a:r>
            <a:r>
              <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 </a:t>
            </a:r>
            <a:r>
              <a:rPr lang="ko-KR" altLang="en-US"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rPr>
              <a:t>케이스</a:t>
            </a:r>
            <a:endParaRPr lang="en-US" altLang="ko-KR" sz="900" spc="-150" dirty="0">
              <a:solidFill>
                <a:schemeClr val="tx1">
                  <a:lumMod val="75000"/>
                  <a:lumOff val="25000"/>
                </a:schemeClr>
              </a:solidFill>
              <a:highlight>
                <a:srgbClr val="FFFF00"/>
              </a:highlight>
              <a:latin typeface="맑은 고딕" panose="020B0503020000020004" pitchFamily="50" charset="-127"/>
              <a:ea typeface="맑은 고딕" panose="020B0503020000020004" pitchFamily="50" charset="-127"/>
            </a:endParaRPr>
          </a:p>
        </p:txBody>
      </p:sp>
      <p:grpSp>
        <p:nvGrpSpPr>
          <p:cNvPr id="115" name="그룹 114">
            <a:extLst>
              <a:ext uri="{FF2B5EF4-FFF2-40B4-BE49-F238E27FC236}">
                <a16:creationId xmlns:a16="http://schemas.microsoft.com/office/drawing/2014/main" id="{1C01B667-4394-D509-EC20-C44AB8B6C410}"/>
              </a:ext>
            </a:extLst>
          </p:cNvPr>
          <p:cNvGrpSpPr/>
          <p:nvPr/>
        </p:nvGrpSpPr>
        <p:grpSpPr>
          <a:xfrm>
            <a:off x="7456475" y="2217316"/>
            <a:ext cx="2774208" cy="2290289"/>
            <a:chOff x="7456475" y="3056793"/>
            <a:chExt cx="2774208" cy="2290289"/>
          </a:xfrm>
        </p:grpSpPr>
        <p:sp>
          <p:nvSpPr>
            <p:cNvPr id="111" name="직사각형 110">
              <a:extLst>
                <a:ext uri="{FF2B5EF4-FFF2-40B4-BE49-F238E27FC236}">
                  <a16:creationId xmlns:a16="http://schemas.microsoft.com/office/drawing/2014/main" id="{39415735-F177-929E-9E7C-DCBC58A4282C}"/>
                </a:ext>
              </a:extLst>
            </p:cNvPr>
            <p:cNvSpPr/>
            <p:nvPr/>
          </p:nvSpPr>
          <p:spPr>
            <a:xfrm>
              <a:off x="7456475" y="3056793"/>
              <a:ext cx="2774208" cy="229028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12" name="TextBox 111">
              <a:extLst>
                <a:ext uri="{FF2B5EF4-FFF2-40B4-BE49-F238E27FC236}">
                  <a16:creationId xmlns:a16="http://schemas.microsoft.com/office/drawing/2014/main" id="{20E3F22A-2C18-FE87-F2DC-98F4EF607C67}"/>
                </a:ext>
              </a:extLst>
            </p:cNvPr>
            <p:cNvSpPr txBox="1"/>
            <p:nvPr/>
          </p:nvSpPr>
          <p:spPr>
            <a:xfrm>
              <a:off x="7605618" y="3204200"/>
              <a:ext cx="2475923" cy="535262"/>
            </a:xfrm>
            <a:prstGeom prst="rect">
              <a:avLst/>
            </a:prstGeom>
            <a:noFill/>
          </p:spPr>
          <p:txBody>
            <a:bodyPr wrap="square" lIns="0" tIns="0" rIns="0" bIns="0" anchor="ctr">
              <a:noAutofit/>
            </a:bodyPr>
            <a:lstStyle/>
            <a:p>
              <a:pPr algn="ctr"/>
              <a:r>
                <a:rPr lang="ko-KR" altLang="en-US" sz="1100" b="1" dirty="0">
                  <a:solidFill>
                    <a:srgbClr val="404040"/>
                  </a:solidFill>
                  <a:latin typeface="맑은 고딕"/>
                  <a:ea typeface="맑은 고딕"/>
                </a:rPr>
                <a:t>총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상품 중 </a:t>
              </a:r>
              <a:r>
                <a:rPr lang="en-US" altLang="ko-KR" sz="1100" b="1" dirty="0">
                  <a:solidFill>
                    <a:srgbClr val="404040"/>
                  </a:solidFill>
                  <a:latin typeface="맑은 고딕"/>
                  <a:ea typeface="맑은 고딕"/>
                </a:rPr>
                <a:t>1</a:t>
              </a:r>
              <a:r>
                <a:rPr lang="ko-KR" altLang="en-US" sz="1100" b="1" dirty="0">
                  <a:solidFill>
                    <a:srgbClr val="404040"/>
                  </a:solidFill>
                  <a:latin typeface="맑은 고딕"/>
                  <a:ea typeface="맑은 고딕"/>
                </a:rPr>
                <a:t>건의 주문이</a:t>
              </a:r>
              <a:endParaRPr lang="en-US" altLang="ko-KR" sz="1100" b="1" dirty="0">
                <a:solidFill>
                  <a:srgbClr val="404040"/>
                </a:solidFill>
                <a:latin typeface="맑은 고딕"/>
                <a:ea typeface="맑은 고딕"/>
              </a:endParaRPr>
            </a:p>
            <a:p>
              <a:pPr algn="ctr"/>
              <a:r>
                <a:rPr lang="ko-KR" altLang="en-US" sz="1100" b="1" dirty="0">
                  <a:solidFill>
                    <a:srgbClr val="404040"/>
                  </a:solidFill>
                  <a:latin typeface="맑은 고딕"/>
                  <a:ea typeface="맑은 고딕"/>
                </a:rPr>
                <a:t>완료되었습니다</a:t>
              </a:r>
              <a:r>
                <a:rPr lang="en-US" altLang="ko-KR" sz="1100" b="1" dirty="0">
                  <a:solidFill>
                    <a:srgbClr val="404040"/>
                  </a:solidFill>
                  <a:latin typeface="맑은 고딕"/>
                  <a:ea typeface="맑은 고딕"/>
                </a:rPr>
                <a:t>.</a:t>
              </a:r>
              <a:endParaRPr sz="1100" b="1" dirty="0">
                <a:solidFill>
                  <a:srgbClr val="404040"/>
                </a:solidFill>
                <a:latin typeface="맑은 고딕"/>
                <a:ea typeface="맑은 고딕"/>
              </a:endParaRPr>
            </a:p>
          </p:txBody>
        </p:sp>
        <p:sp>
          <p:nvSpPr>
            <p:cNvPr id="113" name="TextBox 112">
              <a:extLst>
                <a:ext uri="{FF2B5EF4-FFF2-40B4-BE49-F238E27FC236}">
                  <a16:creationId xmlns:a16="http://schemas.microsoft.com/office/drawing/2014/main" id="{C7DF1D71-77EF-75A8-3FFD-FE0744CAD637}"/>
                </a:ext>
              </a:extLst>
            </p:cNvPr>
            <p:cNvSpPr txBox="1"/>
            <p:nvPr/>
          </p:nvSpPr>
          <p:spPr>
            <a:xfrm>
              <a:off x="7605618" y="4200628"/>
              <a:ext cx="2475923"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주문번호</a:t>
              </a:r>
              <a:r>
                <a:rPr lang="en-US" altLang="ko-KR" sz="900" b="0" dirty="0">
                  <a:solidFill>
                    <a:srgbClr val="8A8A8A"/>
                  </a:solidFill>
                  <a:latin typeface="맑은 고딕"/>
                  <a:ea typeface="맑은 고딕"/>
                </a:rPr>
                <a:t>: 260630001754</a:t>
              </a:r>
              <a:endParaRPr sz="900" b="0" dirty="0">
                <a:solidFill>
                  <a:srgbClr val="8A8A8A"/>
                </a:solidFill>
                <a:latin typeface="맑은 고딕"/>
                <a:ea typeface="맑은 고딕"/>
              </a:endParaRPr>
            </a:p>
          </p:txBody>
        </p:sp>
        <p:sp>
          <p:nvSpPr>
            <p:cNvPr id="114" name="Rounded Rectangle 27">
              <a:extLst>
                <a:ext uri="{FF2B5EF4-FFF2-40B4-BE49-F238E27FC236}">
                  <a16:creationId xmlns:a16="http://schemas.microsoft.com/office/drawing/2014/main" id="{16EE0EAE-169E-3961-671E-FE088A61FAF1}"/>
                </a:ext>
              </a:extLst>
            </p:cNvPr>
            <p:cNvSpPr/>
            <p:nvPr/>
          </p:nvSpPr>
          <p:spPr>
            <a:xfrm>
              <a:off x="7821813" y="3753165"/>
              <a:ext cx="2043532" cy="349702"/>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900" dirty="0">
                  <a:solidFill>
                    <a:srgbClr val="FF0000"/>
                  </a:solidFill>
                  <a:ea typeface="맑은 고딕"/>
                </a:rPr>
                <a:t>결제 실패 </a:t>
              </a:r>
              <a:r>
                <a:rPr lang="en-US" altLang="ko-KR" sz="900" dirty="0">
                  <a:solidFill>
                    <a:srgbClr val="FF0000"/>
                  </a:solidFill>
                  <a:ea typeface="맑은 고딕"/>
                </a:rPr>
                <a:t>1</a:t>
              </a:r>
              <a:r>
                <a:rPr lang="ko-KR" altLang="en-US" sz="900" dirty="0">
                  <a:solidFill>
                    <a:srgbClr val="FF0000"/>
                  </a:solidFill>
                  <a:ea typeface="맑은 고딕"/>
                </a:rPr>
                <a:t>건의 상품은 장바구니에서 재결제가 가능합니다</a:t>
              </a:r>
              <a:r>
                <a:rPr lang="en-US" altLang="ko-KR" sz="900" dirty="0">
                  <a:solidFill>
                    <a:srgbClr val="FF0000"/>
                  </a:solidFill>
                  <a:ea typeface="맑은 고딕"/>
                </a:rPr>
                <a:t>.</a:t>
              </a:r>
              <a:endParaRPr lang="ko-KR" altLang="en-US" sz="900" dirty="0">
                <a:solidFill>
                  <a:srgbClr val="FF0000"/>
                </a:solidFill>
                <a:ea typeface="맑은 고딕"/>
              </a:endParaRPr>
            </a:p>
          </p:txBody>
        </p:sp>
        <p:sp>
          <p:nvSpPr>
            <p:cNvPr id="2" name="Rounded Rectangle 27">
              <a:extLst>
                <a:ext uri="{FF2B5EF4-FFF2-40B4-BE49-F238E27FC236}">
                  <a16:creationId xmlns:a16="http://schemas.microsoft.com/office/drawing/2014/main" id="{42D756D7-8C9F-3379-76A9-076F51426836}"/>
                </a:ext>
              </a:extLst>
            </p:cNvPr>
            <p:cNvSpPr/>
            <p:nvPr/>
          </p:nvSpPr>
          <p:spPr>
            <a:xfrm>
              <a:off x="7535132" y="4621470"/>
              <a:ext cx="2616894" cy="503590"/>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marL="171450" indent="-171450">
                <a:buFont typeface="Arial" panose="020B0604020202020204" pitchFamily="34" charset="0"/>
                <a:buChar char="•"/>
              </a:pPr>
              <a:r>
                <a:rPr lang="ko-KR" altLang="en-US" sz="700" dirty="0">
                  <a:solidFill>
                    <a:srgbClr val="FF0000"/>
                  </a:solidFill>
                  <a:ea typeface="맑은 고딕"/>
                </a:rPr>
                <a:t>바우처 금액은 장바구니 담긴 순으로 적용됩니다</a:t>
              </a:r>
              <a:r>
                <a:rPr lang="en-US" altLang="ko-KR" sz="700" dirty="0">
                  <a:solidFill>
                    <a:srgbClr val="FF0000"/>
                  </a:solidFill>
                  <a:ea typeface="맑은 고딕"/>
                </a:rPr>
                <a:t>.</a:t>
              </a:r>
            </a:p>
            <a:p>
              <a:pPr marL="171450" indent="-171450">
                <a:buFont typeface="Arial" panose="020B0604020202020204" pitchFamily="34" charset="0"/>
                <a:buChar char="•"/>
              </a:pPr>
              <a:r>
                <a:rPr lang="ko-KR" altLang="en-US" sz="700" dirty="0">
                  <a:solidFill>
                    <a:srgbClr val="FF0000"/>
                  </a:solidFill>
                  <a:ea typeface="맑은 고딕"/>
                </a:rPr>
                <a:t>동일한 바우처 상품 중 바우처를 지원받은 상품을 취소하더라도 바우처를 지원받지 않은 상품에 자동으로 바우처가 반영되지 않습니다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sp>
        <p:nvSpPr>
          <p:cNvPr id="116" name="Rounded Rectangle 27">
            <a:extLst>
              <a:ext uri="{FF2B5EF4-FFF2-40B4-BE49-F238E27FC236}">
                <a16:creationId xmlns:a16="http://schemas.microsoft.com/office/drawing/2014/main" id="{D9E9628D-863B-2E65-8AC4-E91AA67E69FE}"/>
              </a:ext>
            </a:extLst>
          </p:cNvPr>
          <p:cNvSpPr/>
          <p:nvPr/>
        </p:nvSpPr>
        <p:spPr>
          <a:xfrm>
            <a:off x="7782833" y="5917850"/>
            <a:ext cx="242708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dirty="0">
                <a:solidFill>
                  <a:schemeClr val="tx1"/>
                </a:solidFill>
                <a:ea typeface="맑은 고딕"/>
              </a:rPr>
              <a:t>결제실패사유</a:t>
            </a:r>
            <a:r>
              <a:rPr lang="en-US" altLang="ko-KR" sz="700" dirty="0">
                <a:solidFill>
                  <a:schemeClr val="tx1"/>
                </a:solidFill>
                <a:ea typeface="맑은 고딕"/>
              </a:rPr>
              <a:t>: </a:t>
            </a:r>
            <a:r>
              <a:rPr lang="ko-KR" altLang="en-US" sz="700" dirty="0">
                <a:solidFill>
                  <a:schemeClr val="tx1"/>
                </a:solidFill>
                <a:ea typeface="맑은 고딕"/>
              </a:rPr>
              <a:t>재고부족</a:t>
            </a:r>
            <a:r>
              <a:rPr lang="en-US" altLang="ko-KR" sz="700" dirty="0">
                <a:solidFill>
                  <a:schemeClr val="tx1"/>
                </a:solidFill>
                <a:ea typeface="맑은 고딕"/>
              </a:rPr>
              <a:t>(</a:t>
            </a:r>
            <a:r>
              <a:rPr lang="ko-KR" altLang="en-US" sz="700" dirty="0">
                <a:solidFill>
                  <a:schemeClr val="tx1"/>
                </a:solidFill>
                <a:ea typeface="맑은 고딕"/>
              </a:rPr>
              <a:t>재고량</a:t>
            </a:r>
            <a:r>
              <a:rPr lang="en-US" altLang="ko-KR" sz="700" dirty="0">
                <a:solidFill>
                  <a:schemeClr val="tx1"/>
                </a:solidFill>
                <a:ea typeface="맑은 고딕"/>
              </a:rPr>
              <a:t>:0</a:t>
            </a:r>
            <a:r>
              <a:rPr lang="ko-KR" altLang="en-US" sz="700" dirty="0">
                <a:solidFill>
                  <a:schemeClr val="tx1"/>
                </a:solidFill>
                <a:ea typeface="맑은 고딕"/>
              </a:rPr>
              <a:t>개</a:t>
            </a:r>
            <a:r>
              <a:rPr lang="en-US" altLang="ko-KR" sz="700" dirty="0">
                <a:solidFill>
                  <a:schemeClr val="tx1"/>
                </a:solidFill>
                <a:ea typeface="맑은 고딕"/>
              </a:rPr>
              <a:t>)</a:t>
            </a:r>
          </a:p>
        </p:txBody>
      </p:sp>
      <p:sp>
        <p:nvSpPr>
          <p:cNvPr id="73" name="모서리가 둥근 직사각형 114">
            <a:extLst>
              <a:ext uri="{FF2B5EF4-FFF2-40B4-BE49-F238E27FC236}">
                <a16:creationId xmlns:a16="http://schemas.microsoft.com/office/drawing/2014/main" id="{EC0BAB2C-37F5-69BC-DDC5-BFB58B6CFCE9}"/>
              </a:ext>
            </a:extLst>
          </p:cNvPr>
          <p:cNvSpPr/>
          <p:nvPr/>
        </p:nvSpPr>
        <p:spPr>
          <a:xfrm>
            <a:off x="146649" y="35390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117" name="모서리가 둥근 직사각형 114">
            <a:extLst>
              <a:ext uri="{FF2B5EF4-FFF2-40B4-BE49-F238E27FC236}">
                <a16:creationId xmlns:a16="http://schemas.microsoft.com/office/drawing/2014/main" id="{38D19096-DE20-9870-783A-097734C7C7DE}"/>
              </a:ext>
            </a:extLst>
          </p:cNvPr>
          <p:cNvSpPr/>
          <p:nvPr/>
        </p:nvSpPr>
        <p:spPr>
          <a:xfrm>
            <a:off x="146649" y="441556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118" name="모서리가 둥근 직사각형 114">
            <a:extLst>
              <a:ext uri="{FF2B5EF4-FFF2-40B4-BE49-F238E27FC236}">
                <a16:creationId xmlns:a16="http://schemas.microsoft.com/office/drawing/2014/main" id="{1B9A3744-B12C-F004-52F2-B2075E173128}"/>
              </a:ext>
            </a:extLst>
          </p:cNvPr>
          <p:cNvSpPr/>
          <p:nvPr/>
        </p:nvSpPr>
        <p:spPr>
          <a:xfrm>
            <a:off x="7434787" y="567011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119" name="모서리가 둥근 직사각형 114">
            <a:extLst>
              <a:ext uri="{FF2B5EF4-FFF2-40B4-BE49-F238E27FC236}">
                <a16:creationId xmlns:a16="http://schemas.microsoft.com/office/drawing/2014/main" id="{B61243F0-C079-80F9-AF08-BCF32E451126}"/>
              </a:ext>
            </a:extLst>
          </p:cNvPr>
          <p:cNvSpPr/>
          <p:nvPr/>
        </p:nvSpPr>
        <p:spPr>
          <a:xfrm>
            <a:off x="7381794" y="217222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1-2</a:t>
            </a:r>
            <a:endParaRPr lang="ko-KR" altLang="en-US" sz="900" dirty="0">
              <a:solidFill>
                <a:schemeClr val="bg1"/>
              </a:solidFill>
            </a:endParaRPr>
          </a:p>
        </p:txBody>
      </p:sp>
      <p:sp>
        <p:nvSpPr>
          <p:cNvPr id="22" name="Rounded Rectangle 27">
            <a:extLst>
              <a:ext uri="{FF2B5EF4-FFF2-40B4-BE49-F238E27FC236}">
                <a16:creationId xmlns:a16="http://schemas.microsoft.com/office/drawing/2014/main" id="{36241ABA-1B85-10E2-79E4-BDEFE54A1872}"/>
              </a:ext>
            </a:extLst>
          </p:cNvPr>
          <p:cNvSpPr/>
          <p:nvPr/>
        </p:nvSpPr>
        <p:spPr>
          <a:xfrm>
            <a:off x="581971" y="2137802"/>
            <a:ext cx="2616894" cy="503590"/>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marL="171450" indent="-171450">
              <a:buFont typeface="Arial" panose="020B0604020202020204" pitchFamily="34" charset="0"/>
              <a:buChar char="•"/>
            </a:pPr>
            <a:r>
              <a:rPr lang="ko-KR" altLang="en-US" sz="700" dirty="0">
                <a:solidFill>
                  <a:srgbClr val="FF0000"/>
                </a:solidFill>
                <a:ea typeface="맑은 고딕"/>
              </a:rPr>
              <a:t>바우처 금액은 장바구니 담긴 순으로 적용됩니다</a:t>
            </a:r>
            <a:r>
              <a:rPr lang="en-US" altLang="ko-KR" sz="700" dirty="0">
                <a:solidFill>
                  <a:srgbClr val="FF0000"/>
                </a:solidFill>
                <a:ea typeface="맑은 고딕"/>
              </a:rPr>
              <a:t>.</a:t>
            </a:r>
          </a:p>
          <a:p>
            <a:pPr marL="171450" indent="-171450">
              <a:buFont typeface="Arial" panose="020B0604020202020204" pitchFamily="34" charset="0"/>
              <a:buChar char="•"/>
            </a:pPr>
            <a:r>
              <a:rPr lang="ko-KR" altLang="en-US" sz="700" dirty="0">
                <a:solidFill>
                  <a:srgbClr val="FF0000"/>
                </a:solidFill>
                <a:ea typeface="맑은 고딕"/>
              </a:rPr>
              <a:t>동일한 바우처 상품 중 바우처를 지원받은 상품을 취소하더라도 바우처를 지원받지 않은 상품에 자동으로 바우처가 반영되지 않습니다</a:t>
            </a:r>
            <a:r>
              <a:rPr lang="en-US" altLang="ko-KR" sz="700" dirty="0">
                <a:solidFill>
                  <a:srgbClr val="FF0000"/>
                </a:solidFill>
                <a:ea typeface="맑은 고딕"/>
              </a:rPr>
              <a:t>.</a:t>
            </a:r>
            <a:endParaRPr lang="ko-KR" altLang="en-US" sz="700" dirty="0">
              <a:solidFill>
                <a:srgbClr val="FF0000"/>
              </a:solidFill>
              <a:ea typeface="맑은 고딕"/>
            </a:endParaRPr>
          </a:p>
        </p:txBody>
      </p:sp>
      <p:grpSp>
        <p:nvGrpSpPr>
          <p:cNvPr id="23" name="그룹 22">
            <a:extLst>
              <a:ext uri="{FF2B5EF4-FFF2-40B4-BE49-F238E27FC236}">
                <a16:creationId xmlns:a16="http://schemas.microsoft.com/office/drawing/2014/main" id="{90EB0469-24A5-9CBF-4D5B-59E4EC379AA1}"/>
              </a:ext>
            </a:extLst>
          </p:cNvPr>
          <p:cNvGrpSpPr/>
          <p:nvPr/>
        </p:nvGrpSpPr>
        <p:grpSpPr>
          <a:xfrm>
            <a:off x="235661" y="5474112"/>
            <a:ext cx="3206508" cy="1288142"/>
            <a:chOff x="268006" y="2814908"/>
            <a:chExt cx="3206508" cy="1288142"/>
          </a:xfrm>
        </p:grpSpPr>
        <p:sp>
          <p:nvSpPr>
            <p:cNvPr id="24" name="Rounded Rectangle 22">
              <a:extLst>
                <a:ext uri="{FF2B5EF4-FFF2-40B4-BE49-F238E27FC236}">
                  <a16:creationId xmlns:a16="http://schemas.microsoft.com/office/drawing/2014/main" id="{5201DF5E-3082-D5FE-CD6F-CCD5DC30F23B}"/>
                </a:ext>
              </a:extLst>
            </p:cNvPr>
            <p:cNvSpPr/>
            <p:nvPr/>
          </p:nvSpPr>
          <p:spPr>
            <a:xfrm>
              <a:off x="268006" y="2814908"/>
              <a:ext cx="3206508" cy="1288142"/>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a:extLst>
                <a:ext uri="{FF2B5EF4-FFF2-40B4-BE49-F238E27FC236}">
                  <a16:creationId xmlns:a16="http://schemas.microsoft.com/office/drawing/2014/main" id="{0443E89B-8604-290F-3C2C-3B32D02467A0}"/>
                </a:ext>
              </a:extLst>
            </p:cNvPr>
            <p:cNvSpPr txBox="1"/>
            <p:nvPr/>
          </p:nvSpPr>
          <p:spPr>
            <a:xfrm>
              <a:off x="1230633" y="3003461"/>
              <a:ext cx="2007330" cy="2769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26" name="직사각형 25">
              <a:extLst>
                <a:ext uri="{FF2B5EF4-FFF2-40B4-BE49-F238E27FC236}">
                  <a16:creationId xmlns:a16="http://schemas.microsoft.com/office/drawing/2014/main" id="{6CF3F94C-AED9-A5FC-37C5-47E94F04B56F}"/>
                </a:ext>
              </a:extLst>
            </p:cNvPr>
            <p:cNvSpPr/>
            <p:nvPr/>
          </p:nvSpPr>
          <p:spPr>
            <a:xfrm>
              <a:off x="437563" y="2984000"/>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7" name="Rounded Rectangle 27">
              <a:extLst>
                <a:ext uri="{FF2B5EF4-FFF2-40B4-BE49-F238E27FC236}">
                  <a16:creationId xmlns:a16="http://schemas.microsoft.com/office/drawing/2014/main" id="{702C02CA-2205-3E62-511B-69FA4E3FC071}"/>
                </a:ext>
              </a:extLst>
            </p:cNvPr>
            <p:cNvSpPr/>
            <p:nvPr/>
          </p:nvSpPr>
          <p:spPr>
            <a:xfrm>
              <a:off x="1220170" y="3323278"/>
              <a:ext cx="2007330"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28" name="Rounded Rectangle 27">
              <a:extLst>
                <a:ext uri="{FF2B5EF4-FFF2-40B4-BE49-F238E27FC236}">
                  <a16:creationId xmlns:a16="http://schemas.microsoft.com/office/drawing/2014/main" id="{7D5BB654-264F-F195-096A-E498ABDE1C0D}"/>
                </a:ext>
              </a:extLst>
            </p:cNvPr>
            <p:cNvSpPr/>
            <p:nvPr/>
          </p:nvSpPr>
          <p:spPr>
            <a:xfrm>
              <a:off x="1099284" y="3480853"/>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dirty="0">
                  <a:solidFill>
                    <a:schemeClr val="tx1"/>
                  </a:solidFill>
                  <a:ea typeface="맑은 고딕"/>
                </a:rPr>
                <a:t>1</a:t>
              </a:r>
              <a:r>
                <a:rPr lang="ko-KR" altLang="en-US" sz="900" dirty="0">
                  <a:solidFill>
                    <a:schemeClr val="tx1"/>
                  </a:solidFill>
                  <a:ea typeface="맑은 고딕"/>
                </a:rPr>
                <a:t>개</a:t>
              </a:r>
              <a:r>
                <a:rPr lang="en-US" altLang="ko-KR" sz="900" dirty="0">
                  <a:solidFill>
                    <a:schemeClr val="tx1"/>
                  </a:solidFill>
                  <a:ea typeface="맑은 고딕"/>
                </a:rPr>
                <a:t>/</a:t>
              </a:r>
              <a:r>
                <a:rPr lang="en-US" altLang="ko-KR" sz="1000" b="1" dirty="0">
                  <a:solidFill>
                    <a:srgbClr val="E8623F"/>
                  </a:solidFill>
                  <a:ea typeface="맑은 고딕"/>
                </a:rPr>
                <a:t>121,800</a:t>
              </a:r>
              <a:r>
                <a:rPr lang="ko-KR" altLang="en-US" sz="1000" b="1" dirty="0">
                  <a:solidFill>
                    <a:srgbClr val="E8623F"/>
                  </a:solidFill>
                  <a:ea typeface="맑은 고딕"/>
                </a:rPr>
                <a:t>원</a:t>
              </a:r>
              <a:r>
                <a:rPr lang="en-US" altLang="ko-KR" sz="1000" b="1" dirty="0">
                  <a:solidFill>
                    <a:srgbClr val="E8623F"/>
                  </a:solidFill>
                  <a:ea typeface="맑은 고딕"/>
                </a:rPr>
                <a:t> </a:t>
              </a:r>
              <a:endParaRPr lang="ko-KR" altLang="en-US" sz="1000" b="1" dirty="0">
                <a:solidFill>
                  <a:srgbClr val="E8623F"/>
                </a:solidFill>
                <a:ea typeface="맑은 고딕"/>
              </a:endParaRPr>
            </a:p>
          </p:txBody>
        </p:sp>
        <p:sp>
          <p:nvSpPr>
            <p:cNvPr id="59" name="직사각형 58">
              <a:extLst>
                <a:ext uri="{FF2B5EF4-FFF2-40B4-BE49-F238E27FC236}">
                  <a16:creationId xmlns:a16="http://schemas.microsoft.com/office/drawing/2014/main" id="{3C50F57B-AE88-A316-DBE9-88FFED6DC18E}"/>
                </a:ext>
              </a:extLst>
            </p:cNvPr>
            <p:cNvSpPr/>
            <p:nvPr/>
          </p:nvSpPr>
          <p:spPr>
            <a:xfrm>
              <a:off x="389953" y="3786874"/>
              <a:ext cx="2969334" cy="2560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sp>
        <p:nvSpPr>
          <p:cNvPr id="121" name="순서도: 천공 테이프 120">
            <a:extLst>
              <a:ext uri="{FF2B5EF4-FFF2-40B4-BE49-F238E27FC236}">
                <a16:creationId xmlns:a16="http://schemas.microsoft.com/office/drawing/2014/main" id="{21E87953-708F-A30B-09FE-3505F9DDDA5D}"/>
              </a:ext>
            </a:extLst>
          </p:cNvPr>
          <p:cNvSpPr/>
          <p:nvPr/>
        </p:nvSpPr>
        <p:spPr>
          <a:xfrm>
            <a:off x="156400" y="6539024"/>
            <a:ext cx="3444249" cy="331702"/>
          </a:xfrm>
          <a:prstGeom prst="flowChartPunchedTape">
            <a:avLst/>
          </a:prstGeom>
          <a:solidFill>
            <a:schemeClr val="bg1">
              <a:lumMod val="85000"/>
            </a:schemeClr>
          </a:solidFill>
          <a:ln w="3175">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dirty="0">
                <a:solidFill>
                  <a:schemeClr val="tx1"/>
                </a:solidFill>
              </a:rPr>
              <a:t>화면 이어서 ▶</a:t>
            </a:r>
          </a:p>
        </p:txBody>
      </p:sp>
      <p:sp>
        <p:nvSpPr>
          <p:cNvPr id="122" name="직사각형 121">
            <a:extLst>
              <a:ext uri="{FF2B5EF4-FFF2-40B4-BE49-F238E27FC236}">
                <a16:creationId xmlns:a16="http://schemas.microsoft.com/office/drawing/2014/main" id="{8470E379-FFB7-D91B-4E70-3B1A3FA1A357}"/>
              </a:ext>
            </a:extLst>
          </p:cNvPr>
          <p:cNvSpPr/>
          <p:nvPr/>
        </p:nvSpPr>
        <p:spPr>
          <a:xfrm>
            <a:off x="4032697" y="565651"/>
            <a:ext cx="3308122" cy="85198"/>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Tree>
    <p:extLst>
      <p:ext uri="{BB962C8B-B14F-4D97-AF65-F5344CB8AC3E}">
        <p14:creationId xmlns:p14="http://schemas.microsoft.com/office/powerpoint/2010/main" val="22989181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9498" y="2700189"/>
            <a:ext cx="1765227" cy="646331"/>
          </a:xfrm>
          <a:prstGeom prst="rect">
            <a:avLst/>
          </a:prstGeom>
          <a:noFill/>
        </p:spPr>
        <p:txBody>
          <a:bodyPr wrap="none" rtlCol="0">
            <a:spAutoFit/>
          </a:bodyPr>
          <a:lstStyle/>
          <a:p>
            <a:pPr algn="ctr"/>
            <a:r>
              <a:rPr lang="en-US" altLang="ko-KR" sz="3600" u="sng" spc="-150" dirty="0">
                <a:latin typeface="맑은 고딕" panose="020B0503020000020004" pitchFamily="50" charset="-127"/>
              </a:rPr>
              <a:t>PC_</a:t>
            </a:r>
            <a:r>
              <a:rPr lang="ko-KR" altLang="en-US" sz="3600" u="sng" spc="-150" dirty="0">
                <a:latin typeface="맑은 고딕" panose="020B0503020000020004" pitchFamily="50" charset="-127"/>
              </a:rPr>
              <a:t>메인</a:t>
            </a:r>
            <a:endParaRPr lang="en-US" altLang="ko-KR" sz="3600" u="sng" spc="-150" dirty="0">
              <a:latin typeface="맑은 고딕" panose="020B0503020000020004" pitchFamily="50" charset="-127"/>
            </a:endParaRPr>
          </a:p>
        </p:txBody>
      </p:sp>
    </p:spTree>
    <p:extLst>
      <p:ext uri="{BB962C8B-B14F-4D97-AF65-F5344CB8AC3E}">
        <p14:creationId xmlns:p14="http://schemas.microsoft.com/office/powerpoint/2010/main" val="3666124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69F15-E401-8968-3F1E-CD6AF3A3146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7A44EF-686F-E8C3-9634-5953A4E67543}"/>
              </a:ext>
            </a:extLst>
          </p:cNvPr>
          <p:cNvSpPr txBox="1"/>
          <p:nvPr/>
        </p:nvSpPr>
        <p:spPr>
          <a:xfrm>
            <a:off x="1307907" y="78285"/>
            <a:ext cx="1244251"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X ) </a:t>
            </a:r>
            <a:r>
              <a:rPr lang="en-US" altLang="ko-KR" sz="900" spc="-150" dirty="0">
                <a:solidFill>
                  <a:schemeClr val="tx1">
                    <a:lumMod val="75000"/>
                    <a:lumOff val="25000"/>
                  </a:schemeClr>
                </a:solidFill>
                <a:highlight>
                  <a:srgbClr val="00FFFF"/>
                </a:highlight>
                <a:latin typeface="맑은 고딕" panose="020B0503020000020004" pitchFamily="50" charset="-127"/>
                <a:ea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a typeface="맑은 고딕" panose="020B0503020000020004" pitchFamily="50" charset="-127"/>
            </a:endParaRPr>
          </a:p>
        </p:txBody>
      </p:sp>
      <p:sp>
        <p:nvSpPr>
          <p:cNvPr id="3" name="TextBox 2">
            <a:extLst>
              <a:ext uri="{FF2B5EF4-FFF2-40B4-BE49-F238E27FC236}">
                <a16:creationId xmlns:a16="http://schemas.microsoft.com/office/drawing/2014/main" id="{7FCCC34B-2584-55F0-2111-904B965E8DC7}"/>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1725BC11-CB35-6439-1ADD-5E56CF5D7B8D}"/>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37B0D7BD-882B-94A1-5904-50CCAD69A8AD}"/>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68AA66E7-2D0F-641D-A067-8782F1493DAE}"/>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9CDDF5B0-7AC9-32AD-5BB6-8EEC4C7E8854}"/>
              </a:ext>
            </a:extLst>
          </p:cNvPr>
          <p:cNvGraphicFramePr>
            <a:graphicFrameLocks noGrp="1"/>
          </p:cNvGraphicFramePr>
          <p:nvPr>
            <p:extLst>
              <p:ext uri="{D42A27DB-BD31-4B8C-83A1-F6EECF244321}">
                <p14:modId xmlns:p14="http://schemas.microsoft.com/office/powerpoint/2010/main" val="1822801830"/>
              </p:ext>
            </p:extLst>
          </p:nvPr>
        </p:nvGraphicFramePr>
        <p:xfrm>
          <a:off x="10128399" y="623854"/>
          <a:ext cx="2850436" cy="3858453"/>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(7p).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카드 영역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재고없음</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안내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고정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결제예정금액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예상 적립 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버튼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039558871"/>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전체선택 바</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800" b="0" u="none" kern="0" spc="-70" baseline="0" dirty="0">
                          <a:solidFill>
                            <a:schemeClr val="tx1"/>
                          </a:solidFill>
                          <a:latin typeface="+mn-ea"/>
                        </a:rPr>
                        <a:t>제품이 안 담겨있으므로 비활성화 상태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결제 요약 바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우측 고정</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0</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개이므로 주문하기 버튼 비활성화 상태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담긴 상품이 없을 경우 총 주문금액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0</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배송비 무료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디폴트값</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적용</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기존 정책과 동일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endParaRPr kumimoji="0" lang="en-US" altLang="ko-KR" sz="800" b="0" i="0" u="none" strike="noStrike" kern="0" cap="none" spc="-70" normalizeH="0" baseline="0" noProof="0" dirty="0">
                        <a:ln>
                          <a:noFill/>
                        </a:ln>
                        <a:solidFill>
                          <a:srgbClr val="FF0000"/>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904108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180957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8" name="TextBox 17">
            <a:extLst>
              <a:ext uri="{FF2B5EF4-FFF2-40B4-BE49-F238E27FC236}">
                <a16:creationId xmlns:a16="http://schemas.microsoft.com/office/drawing/2014/main" id="{5322ED15-B241-AB1D-42EC-35C840FA7CEB}"/>
              </a:ext>
            </a:extLst>
          </p:cNvPr>
          <p:cNvSpPr txBox="1"/>
          <p:nvPr/>
        </p:nvSpPr>
        <p:spPr>
          <a:xfrm>
            <a:off x="4536753" y="1332037"/>
            <a:ext cx="1031052"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9" name="사각형: 둥근 모서리 8">
            <a:extLst>
              <a:ext uri="{FF2B5EF4-FFF2-40B4-BE49-F238E27FC236}">
                <a16:creationId xmlns:a16="http://schemas.microsoft.com/office/drawing/2014/main" id="{63D2E63F-CF95-5E0A-4DC4-37643FDB3615}"/>
              </a:ext>
            </a:extLst>
          </p:cNvPr>
          <p:cNvSpPr/>
          <p:nvPr/>
        </p:nvSpPr>
        <p:spPr>
          <a:xfrm>
            <a:off x="9526604" y="2867822"/>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 name="TextBox 11">
            <a:extLst>
              <a:ext uri="{FF2B5EF4-FFF2-40B4-BE49-F238E27FC236}">
                <a16:creationId xmlns:a16="http://schemas.microsoft.com/office/drawing/2014/main" id="{DB6966A7-E836-B237-4AEC-E8B23A708286}"/>
              </a:ext>
            </a:extLst>
          </p:cNvPr>
          <p:cNvSpPr txBox="1"/>
          <p:nvPr/>
        </p:nvSpPr>
        <p:spPr>
          <a:xfrm>
            <a:off x="9446386" y="2904832"/>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17" name="순서도: 연결자 16">
            <a:extLst>
              <a:ext uri="{FF2B5EF4-FFF2-40B4-BE49-F238E27FC236}">
                <a16:creationId xmlns:a16="http://schemas.microsoft.com/office/drawing/2014/main" id="{EB08BFC8-0C9D-E90A-30C3-171839561185}"/>
              </a:ext>
            </a:extLst>
          </p:cNvPr>
          <p:cNvSpPr/>
          <p:nvPr/>
        </p:nvSpPr>
        <p:spPr>
          <a:xfrm>
            <a:off x="9550132" y="3151120"/>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1" name="순서도: 연결자 20">
            <a:extLst>
              <a:ext uri="{FF2B5EF4-FFF2-40B4-BE49-F238E27FC236}">
                <a16:creationId xmlns:a16="http://schemas.microsoft.com/office/drawing/2014/main" id="{52CB8B3F-4DAB-7B2B-23BB-F0D8A9AA3F6E}"/>
              </a:ext>
            </a:extLst>
          </p:cNvPr>
          <p:cNvSpPr/>
          <p:nvPr/>
        </p:nvSpPr>
        <p:spPr>
          <a:xfrm>
            <a:off x="9553108" y="357941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2" name="순서도: 연결자 21">
            <a:extLst>
              <a:ext uri="{FF2B5EF4-FFF2-40B4-BE49-F238E27FC236}">
                <a16:creationId xmlns:a16="http://schemas.microsoft.com/office/drawing/2014/main" id="{DA31276A-BB2D-1CB5-F935-1142A5B707F8}"/>
              </a:ext>
            </a:extLst>
          </p:cNvPr>
          <p:cNvSpPr/>
          <p:nvPr/>
        </p:nvSpPr>
        <p:spPr>
          <a:xfrm>
            <a:off x="9553108" y="399364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6" name="순서도: 연결자 25">
            <a:extLst>
              <a:ext uri="{FF2B5EF4-FFF2-40B4-BE49-F238E27FC236}">
                <a16:creationId xmlns:a16="http://schemas.microsoft.com/office/drawing/2014/main" id="{25D9FC64-BE15-C131-FD45-B479D86414E1}"/>
              </a:ext>
            </a:extLst>
          </p:cNvPr>
          <p:cNvSpPr/>
          <p:nvPr/>
        </p:nvSpPr>
        <p:spPr>
          <a:xfrm>
            <a:off x="9561187" y="4484325"/>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27" name="Rounded Rectangle 17">
            <a:extLst>
              <a:ext uri="{FF2B5EF4-FFF2-40B4-BE49-F238E27FC236}">
                <a16:creationId xmlns:a16="http://schemas.microsoft.com/office/drawing/2014/main" id="{62351BA5-8858-7557-4F29-D62678B278B6}"/>
              </a:ext>
            </a:extLst>
          </p:cNvPr>
          <p:cNvSpPr/>
          <p:nvPr/>
        </p:nvSpPr>
        <p:spPr>
          <a:xfrm>
            <a:off x="226188" y="2467932"/>
            <a:ext cx="5841202" cy="3017520"/>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8" name="Rounded Rectangle 67">
            <a:extLst>
              <a:ext uri="{FF2B5EF4-FFF2-40B4-BE49-F238E27FC236}">
                <a16:creationId xmlns:a16="http://schemas.microsoft.com/office/drawing/2014/main" id="{E616750D-39AC-553B-1062-4C7A760D4AD8}"/>
              </a:ext>
            </a:extLst>
          </p:cNvPr>
          <p:cNvSpPr/>
          <p:nvPr/>
        </p:nvSpPr>
        <p:spPr>
          <a:xfrm>
            <a:off x="6358491" y="2470460"/>
            <a:ext cx="3026663" cy="2746735"/>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9" name="TextBox 148">
            <a:extLst>
              <a:ext uri="{FF2B5EF4-FFF2-40B4-BE49-F238E27FC236}">
                <a16:creationId xmlns:a16="http://schemas.microsoft.com/office/drawing/2014/main" id="{46734CFE-CA5F-935D-E953-1D84A3622CB8}"/>
              </a:ext>
            </a:extLst>
          </p:cNvPr>
          <p:cNvSpPr txBox="1"/>
          <p:nvPr/>
        </p:nvSpPr>
        <p:spPr>
          <a:xfrm>
            <a:off x="6523083" y="2561900"/>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50" name="TextBox 149">
            <a:extLst>
              <a:ext uri="{FF2B5EF4-FFF2-40B4-BE49-F238E27FC236}">
                <a16:creationId xmlns:a16="http://schemas.microsoft.com/office/drawing/2014/main" id="{00086B56-053A-A4B1-85FA-EAAE286DD3D6}"/>
              </a:ext>
            </a:extLst>
          </p:cNvPr>
          <p:cNvSpPr txBox="1"/>
          <p:nvPr/>
        </p:nvSpPr>
        <p:spPr>
          <a:xfrm>
            <a:off x="6523083" y="2964236"/>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51" name="TextBox 150">
            <a:extLst>
              <a:ext uri="{FF2B5EF4-FFF2-40B4-BE49-F238E27FC236}">
                <a16:creationId xmlns:a16="http://schemas.microsoft.com/office/drawing/2014/main" id="{DF638C7A-405F-CC97-571F-03F0CCB8FA04}"/>
              </a:ext>
            </a:extLst>
          </p:cNvPr>
          <p:cNvSpPr txBox="1"/>
          <p:nvPr/>
        </p:nvSpPr>
        <p:spPr>
          <a:xfrm>
            <a:off x="7693515" y="2964236"/>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sp>
        <p:nvSpPr>
          <p:cNvPr id="154" name="TextBox 153">
            <a:extLst>
              <a:ext uri="{FF2B5EF4-FFF2-40B4-BE49-F238E27FC236}">
                <a16:creationId xmlns:a16="http://schemas.microsoft.com/office/drawing/2014/main" id="{751EB482-923E-9647-F530-D1D9C96C46A3}"/>
              </a:ext>
            </a:extLst>
          </p:cNvPr>
          <p:cNvSpPr txBox="1"/>
          <p:nvPr/>
        </p:nvSpPr>
        <p:spPr>
          <a:xfrm>
            <a:off x="6523083" y="3211124"/>
            <a:ext cx="1463040" cy="219456"/>
          </a:xfrm>
          <a:prstGeom prst="rect">
            <a:avLst/>
          </a:prstGeom>
        </p:spPr>
        <p:txBody>
          <a:bodyPr wrap="square" lIns="0" tIns="0" rIns="0" bIns="0" anchor="ctr">
            <a:noAutofit/>
          </a:bodyPr>
          <a:lstStyle/>
          <a:p>
            <a:pPr algn="l"/>
            <a:r>
              <a:rPr sz="900" spc="-150" dirty="0" err="1">
                <a:solidFill>
                  <a:srgbClr val="333333"/>
                </a:solidFill>
                <a:latin typeface="+mn-ea"/>
              </a:rPr>
              <a:t>배송비</a:t>
            </a:r>
            <a:endParaRPr sz="900" spc="-150" dirty="0">
              <a:solidFill>
                <a:srgbClr val="333333"/>
              </a:solidFill>
              <a:latin typeface="+mn-ea"/>
            </a:endParaRPr>
          </a:p>
        </p:txBody>
      </p:sp>
      <p:sp>
        <p:nvSpPr>
          <p:cNvPr id="155" name="TextBox 154">
            <a:extLst>
              <a:ext uri="{FF2B5EF4-FFF2-40B4-BE49-F238E27FC236}">
                <a16:creationId xmlns:a16="http://schemas.microsoft.com/office/drawing/2014/main" id="{F20D2BFF-49A7-A662-4C5A-DFB3E40D8F9E}"/>
              </a:ext>
            </a:extLst>
          </p:cNvPr>
          <p:cNvSpPr txBox="1"/>
          <p:nvPr/>
        </p:nvSpPr>
        <p:spPr>
          <a:xfrm>
            <a:off x="7693515" y="3211124"/>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cxnSp>
        <p:nvCxnSpPr>
          <p:cNvPr id="156" name="Connector 76">
            <a:extLst>
              <a:ext uri="{FF2B5EF4-FFF2-40B4-BE49-F238E27FC236}">
                <a16:creationId xmlns:a16="http://schemas.microsoft.com/office/drawing/2014/main" id="{D268AF93-0435-496B-2599-3A24EB7A2114}"/>
              </a:ext>
            </a:extLst>
          </p:cNvPr>
          <p:cNvCxnSpPr/>
          <p:nvPr/>
        </p:nvCxnSpPr>
        <p:spPr>
          <a:xfrm>
            <a:off x="6504795" y="3535460"/>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57" name="TextBox 156">
            <a:extLst>
              <a:ext uri="{FF2B5EF4-FFF2-40B4-BE49-F238E27FC236}">
                <a16:creationId xmlns:a16="http://schemas.microsoft.com/office/drawing/2014/main" id="{69C533E2-CEA9-CA84-11A7-9E8E4B212B1A}"/>
              </a:ext>
            </a:extLst>
          </p:cNvPr>
          <p:cNvSpPr txBox="1"/>
          <p:nvPr/>
        </p:nvSpPr>
        <p:spPr>
          <a:xfrm>
            <a:off x="6523083" y="3812227"/>
            <a:ext cx="1280160"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lang="en-US" sz="1050" b="1" spc="-50" dirty="0">
                <a:solidFill>
                  <a:srgbClr val="404040"/>
                </a:solidFill>
                <a:latin typeface="맑은 고딕"/>
                <a:ea typeface="맑은 고딕"/>
              </a:rPr>
              <a:t> </a:t>
            </a:r>
            <a:r>
              <a:rPr lang="ko-KR" altLang="en-US" sz="1050" b="1" spc="-50" dirty="0">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58" name="TextBox 157">
            <a:extLst>
              <a:ext uri="{FF2B5EF4-FFF2-40B4-BE49-F238E27FC236}">
                <a16:creationId xmlns:a16="http://schemas.microsoft.com/office/drawing/2014/main" id="{7A0FFBAE-8CB8-1974-7640-346482E391ED}"/>
              </a:ext>
            </a:extLst>
          </p:cNvPr>
          <p:cNvSpPr txBox="1"/>
          <p:nvPr/>
        </p:nvSpPr>
        <p:spPr>
          <a:xfrm>
            <a:off x="7693515" y="3775651"/>
            <a:ext cx="1527048" cy="292608"/>
          </a:xfrm>
          <a:prstGeom prst="rect">
            <a:avLst/>
          </a:prstGeom>
          <a:noFill/>
        </p:spPr>
        <p:txBody>
          <a:bodyPr wrap="square" lIns="0" tIns="0" rIns="0" bIns="0" anchor="ctr">
            <a:noAutofit/>
          </a:bodyPr>
          <a:lstStyle/>
          <a:p>
            <a:pPr algn="r"/>
            <a:r>
              <a:rPr sz="1300" b="1" dirty="0">
                <a:solidFill>
                  <a:srgbClr val="E8623F"/>
                </a:solidFill>
                <a:latin typeface="맑은 고딕"/>
                <a:ea typeface="맑은 고딕"/>
              </a:rPr>
              <a:t>0원</a:t>
            </a:r>
          </a:p>
        </p:txBody>
      </p:sp>
      <p:sp>
        <p:nvSpPr>
          <p:cNvPr id="159" name="Rounded Rectangle 79">
            <a:extLst>
              <a:ext uri="{FF2B5EF4-FFF2-40B4-BE49-F238E27FC236}">
                <a16:creationId xmlns:a16="http://schemas.microsoft.com/office/drawing/2014/main" id="{20429953-1229-C151-8D75-2F4E744165A0}"/>
              </a:ext>
            </a:extLst>
          </p:cNvPr>
          <p:cNvSpPr/>
          <p:nvPr/>
        </p:nvSpPr>
        <p:spPr>
          <a:xfrm>
            <a:off x="6504795" y="4159699"/>
            <a:ext cx="2734056" cy="274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0" name="TextBox 159">
            <a:extLst>
              <a:ext uri="{FF2B5EF4-FFF2-40B4-BE49-F238E27FC236}">
                <a16:creationId xmlns:a16="http://schemas.microsoft.com/office/drawing/2014/main" id="{3EAD374B-FFFB-38CC-7BB6-9B0F46422EB0}"/>
              </a:ext>
            </a:extLst>
          </p:cNvPr>
          <p:cNvSpPr txBox="1"/>
          <p:nvPr/>
        </p:nvSpPr>
        <p:spPr>
          <a:xfrm>
            <a:off x="6614523" y="4159699"/>
            <a:ext cx="1554480" cy="274320"/>
          </a:xfrm>
          <a:prstGeom prst="rect">
            <a:avLst/>
          </a:prstGeom>
          <a:noFill/>
        </p:spPr>
        <p:txBody>
          <a:bodyPr wrap="square" lIns="0" tIns="0" rIns="0" bIns="0" anchor="ctr">
            <a:noAutofit/>
          </a:bodyPr>
          <a:lstStyle/>
          <a:p>
            <a:pPr algn="l"/>
            <a:r>
              <a:rPr sz="900" spc="-150" dirty="0" err="1">
                <a:solidFill>
                  <a:srgbClr val="333333"/>
                </a:solidFill>
                <a:latin typeface="+mn-ea"/>
              </a:rPr>
              <a:t>적립</a:t>
            </a:r>
            <a:r>
              <a:rPr sz="900" spc="-150" dirty="0">
                <a:solidFill>
                  <a:srgbClr val="333333"/>
                </a:solidFill>
                <a:latin typeface="+mn-ea"/>
              </a:rPr>
              <a:t> 예</a:t>
            </a:r>
            <a:r>
              <a:rPr lang="ko-KR" altLang="en-US" sz="900" spc="-150" dirty="0">
                <a:solidFill>
                  <a:srgbClr val="333333"/>
                </a:solidFill>
                <a:latin typeface="+mn-ea"/>
              </a:rPr>
              <a:t>상</a:t>
            </a:r>
            <a:r>
              <a:rPr sz="900" spc="-150" dirty="0">
                <a:solidFill>
                  <a:srgbClr val="333333"/>
                </a:solidFill>
                <a:latin typeface="+mn-ea"/>
              </a:rPr>
              <a:t> </a:t>
            </a:r>
            <a:r>
              <a:rPr lang="ko-KR" altLang="en-US" sz="900" spc="-150" dirty="0">
                <a:solidFill>
                  <a:srgbClr val="333333"/>
                </a:solidFill>
                <a:latin typeface="+mn-ea"/>
              </a:rPr>
              <a:t>마일리지</a:t>
            </a:r>
            <a:endParaRPr sz="900" spc="-150" dirty="0">
              <a:solidFill>
                <a:srgbClr val="333333"/>
              </a:solidFill>
              <a:latin typeface="+mn-ea"/>
            </a:endParaRPr>
          </a:p>
        </p:txBody>
      </p:sp>
      <p:sp>
        <p:nvSpPr>
          <p:cNvPr id="161" name="TextBox 160">
            <a:extLst>
              <a:ext uri="{FF2B5EF4-FFF2-40B4-BE49-F238E27FC236}">
                <a16:creationId xmlns:a16="http://schemas.microsoft.com/office/drawing/2014/main" id="{97F3BC3D-96D4-8FD0-84C2-0ADECF4600DB}"/>
              </a:ext>
            </a:extLst>
          </p:cNvPr>
          <p:cNvSpPr txBox="1"/>
          <p:nvPr/>
        </p:nvSpPr>
        <p:spPr>
          <a:xfrm>
            <a:off x="7993137" y="4159699"/>
            <a:ext cx="1207008" cy="274320"/>
          </a:xfrm>
          <a:prstGeom prst="rect">
            <a:avLst/>
          </a:prstGeom>
          <a:noFill/>
        </p:spPr>
        <p:txBody>
          <a:bodyPr wrap="square" lIns="0" tIns="0" rIns="0" bIns="0" anchor="ctr">
            <a:noAutofit/>
          </a:bodyPr>
          <a:lstStyle/>
          <a:p>
            <a:pPr algn="r"/>
            <a:r>
              <a:rPr lang="en-US" sz="900" b="1" dirty="0">
                <a:solidFill>
                  <a:srgbClr val="404040"/>
                </a:solidFill>
                <a:latin typeface="맑은 고딕"/>
                <a:ea typeface="맑은 고딕"/>
              </a:rPr>
              <a:t>0p</a:t>
            </a:r>
            <a:endParaRPr sz="900" b="1" dirty="0">
              <a:solidFill>
                <a:srgbClr val="404040"/>
              </a:solidFill>
              <a:latin typeface="맑은 고딕"/>
              <a:ea typeface="맑은 고딕"/>
            </a:endParaRPr>
          </a:p>
        </p:txBody>
      </p:sp>
      <p:sp>
        <p:nvSpPr>
          <p:cNvPr id="162" name="TextBox 161">
            <a:extLst>
              <a:ext uri="{FF2B5EF4-FFF2-40B4-BE49-F238E27FC236}">
                <a16:creationId xmlns:a16="http://schemas.microsoft.com/office/drawing/2014/main" id="{749CDB9F-EB73-1757-165E-6D3223C2E480}"/>
              </a:ext>
            </a:extLst>
          </p:cNvPr>
          <p:cNvSpPr txBox="1"/>
          <p:nvPr/>
        </p:nvSpPr>
        <p:spPr>
          <a:xfrm>
            <a:off x="6523083" y="3557625"/>
            <a:ext cx="2715768" cy="310896"/>
          </a:xfrm>
          <a:prstGeom prst="rect">
            <a:avLst/>
          </a:prstGeom>
          <a:noFill/>
        </p:spPr>
        <p:txBody>
          <a:bodyPr wrap="square" lIns="0" tIns="0" rIns="0" bIns="0" anchor="ctr">
            <a:noAutofit/>
          </a:bodyPr>
          <a:lstStyle/>
          <a:p>
            <a:pPr>
              <a:lnSpc>
                <a:spcPct val="150000"/>
              </a:lnSpc>
            </a:pPr>
            <a:r>
              <a:rPr sz="800" b="0" dirty="0">
                <a:solidFill>
                  <a:srgbClr val="FF0000"/>
                </a:solidFill>
                <a:latin typeface="맑은 고딕"/>
                <a:ea typeface="맑은 고딕"/>
              </a:rPr>
              <a:t>ⓘ</a:t>
            </a:r>
            <a:r>
              <a:rPr sz="750" b="0" dirty="0">
                <a:solidFill>
                  <a:srgbClr val="8A8A8A"/>
                </a:solidFill>
                <a:latin typeface="맑은 고딕"/>
                <a:ea typeface="맑은 고딕"/>
              </a:rPr>
              <a:t> </a:t>
            </a:r>
            <a:r>
              <a:rPr lang="ko-KR" altLang="en-US" sz="800" dirty="0">
                <a:solidFill>
                  <a:srgbClr val="FF0000"/>
                </a:solidFill>
                <a:ea typeface="맑은 고딕"/>
              </a:rPr>
              <a:t>바우처 적용 금액은 주문서에서 확인 가능합니다</a:t>
            </a:r>
            <a:r>
              <a:rPr lang="en-US" altLang="ko-KR" sz="800" dirty="0">
                <a:solidFill>
                  <a:srgbClr val="FF0000"/>
                </a:solidFill>
                <a:ea typeface="맑은 고딕"/>
              </a:rPr>
              <a:t>.</a:t>
            </a:r>
            <a:endParaRPr lang="ko-KR" altLang="en-US" sz="800" dirty="0">
              <a:solidFill>
                <a:srgbClr val="FF0000"/>
              </a:solidFill>
              <a:ea typeface="맑은 고딕"/>
            </a:endParaRPr>
          </a:p>
        </p:txBody>
      </p:sp>
      <p:sp>
        <p:nvSpPr>
          <p:cNvPr id="163" name="Rounded Rectangle 84">
            <a:extLst>
              <a:ext uri="{FF2B5EF4-FFF2-40B4-BE49-F238E27FC236}">
                <a16:creationId xmlns:a16="http://schemas.microsoft.com/office/drawing/2014/main" id="{F4B6FD02-0C56-B521-7176-45AF5B8F8857}"/>
              </a:ext>
            </a:extLst>
          </p:cNvPr>
          <p:cNvSpPr/>
          <p:nvPr/>
        </p:nvSpPr>
        <p:spPr>
          <a:xfrm>
            <a:off x="6504795" y="4587690"/>
            <a:ext cx="2734056" cy="365760"/>
          </a:xfrm>
          <a:prstGeom prst="roundRect">
            <a:avLst>
              <a:gd name="adj" fmla="val 8000"/>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spc="-150" dirty="0">
                <a:solidFill>
                  <a:schemeClr val="bg1"/>
                </a:solidFill>
              </a:rPr>
              <a:t>주문하기</a:t>
            </a:r>
            <a:endParaRPr sz="1000" spc="-150" dirty="0">
              <a:solidFill>
                <a:schemeClr val="bg1"/>
              </a:solidFill>
            </a:endParaRPr>
          </a:p>
        </p:txBody>
      </p:sp>
      <p:sp>
        <p:nvSpPr>
          <p:cNvPr id="29" name="TextBox 28">
            <a:extLst>
              <a:ext uri="{FF2B5EF4-FFF2-40B4-BE49-F238E27FC236}">
                <a16:creationId xmlns:a16="http://schemas.microsoft.com/office/drawing/2014/main" id="{F242B7FD-CFB0-E08D-A909-E1B22D357788}"/>
              </a:ext>
            </a:extLst>
          </p:cNvPr>
          <p:cNvSpPr txBox="1"/>
          <p:nvPr/>
        </p:nvSpPr>
        <p:spPr>
          <a:xfrm>
            <a:off x="1730937" y="2950965"/>
            <a:ext cx="2845822" cy="310896"/>
          </a:xfrm>
          <a:prstGeom prst="rect">
            <a:avLst/>
          </a:prstGeom>
          <a:noFill/>
        </p:spPr>
        <p:txBody>
          <a:bodyPr wrap="square" lIns="0" tIns="0" rIns="0" bIns="0" anchor="ctr">
            <a:noAutofit/>
          </a:bodyPr>
          <a:lstStyle/>
          <a:p>
            <a:pPr algn="ctr"/>
            <a:r>
              <a:rPr sz="1100" b="1" dirty="0" err="1">
                <a:solidFill>
                  <a:srgbClr val="404040"/>
                </a:solidFill>
                <a:latin typeface="맑은 고딕"/>
                <a:ea typeface="맑은 고딕"/>
              </a:rPr>
              <a:t>장바구니에</a:t>
            </a:r>
            <a:r>
              <a:rPr sz="1100" b="1" dirty="0">
                <a:solidFill>
                  <a:srgbClr val="404040"/>
                </a:solidFill>
                <a:latin typeface="맑은 고딕"/>
                <a:ea typeface="맑은 고딕"/>
              </a:rPr>
              <a:t> </a:t>
            </a:r>
            <a:r>
              <a:rPr sz="1100" b="1" dirty="0" err="1">
                <a:solidFill>
                  <a:srgbClr val="404040"/>
                </a:solidFill>
                <a:latin typeface="맑은 고딕"/>
                <a:ea typeface="맑은 고딕"/>
              </a:rPr>
              <a:t>담긴</a:t>
            </a:r>
            <a:r>
              <a:rPr sz="1100" b="1" dirty="0">
                <a:solidFill>
                  <a:srgbClr val="404040"/>
                </a:solidFill>
                <a:latin typeface="맑은 고딕"/>
                <a:ea typeface="맑은 고딕"/>
              </a:rPr>
              <a:t> </a:t>
            </a:r>
            <a:r>
              <a:rPr sz="1100" b="1" dirty="0" err="1">
                <a:solidFill>
                  <a:srgbClr val="404040"/>
                </a:solidFill>
                <a:latin typeface="맑은 고딕"/>
                <a:ea typeface="맑은 고딕"/>
              </a:rPr>
              <a:t>상품이</a:t>
            </a:r>
            <a:r>
              <a:rPr sz="1100" b="1" dirty="0">
                <a:solidFill>
                  <a:srgbClr val="404040"/>
                </a:solidFill>
                <a:latin typeface="맑은 고딕"/>
                <a:ea typeface="맑은 고딕"/>
              </a:rPr>
              <a:t> </a:t>
            </a:r>
            <a:r>
              <a:rPr sz="1100" b="1" dirty="0" err="1">
                <a:solidFill>
                  <a:srgbClr val="404040"/>
                </a:solidFill>
                <a:latin typeface="맑은 고딕"/>
                <a:ea typeface="맑은 고딕"/>
              </a:rPr>
              <a:t>없어요</a:t>
            </a:r>
            <a:r>
              <a:rPr sz="1100" b="1" dirty="0">
                <a:solidFill>
                  <a:srgbClr val="404040"/>
                </a:solidFill>
                <a:latin typeface="맑은 고딕"/>
                <a:ea typeface="맑은 고딕"/>
              </a:rPr>
              <a:t>.</a:t>
            </a:r>
          </a:p>
        </p:txBody>
      </p:sp>
      <p:sp>
        <p:nvSpPr>
          <p:cNvPr id="30" name="TextBox 29">
            <a:extLst>
              <a:ext uri="{FF2B5EF4-FFF2-40B4-BE49-F238E27FC236}">
                <a16:creationId xmlns:a16="http://schemas.microsoft.com/office/drawing/2014/main" id="{3D5D0A56-290A-86EC-5521-4B5B495CAAE4}"/>
              </a:ext>
            </a:extLst>
          </p:cNvPr>
          <p:cNvSpPr txBox="1"/>
          <p:nvPr/>
        </p:nvSpPr>
        <p:spPr>
          <a:xfrm>
            <a:off x="1730937" y="3271005"/>
            <a:ext cx="2845822" cy="256032"/>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관심 있는 상품을 담고 혜택을 확인해 보세요.</a:t>
            </a:r>
          </a:p>
        </p:txBody>
      </p:sp>
      <p:sp>
        <p:nvSpPr>
          <p:cNvPr id="31" name="Rounded Rectangle 35">
            <a:extLst>
              <a:ext uri="{FF2B5EF4-FFF2-40B4-BE49-F238E27FC236}">
                <a16:creationId xmlns:a16="http://schemas.microsoft.com/office/drawing/2014/main" id="{525422D6-6BE0-83AE-BFD4-FEC20C7E3F18}"/>
              </a:ext>
            </a:extLst>
          </p:cNvPr>
          <p:cNvSpPr/>
          <p:nvPr/>
        </p:nvSpPr>
        <p:spPr>
          <a:xfrm>
            <a:off x="2495017" y="4691234"/>
            <a:ext cx="1303544"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58" name="모서리가 둥근 직사각형 114">
            <a:extLst>
              <a:ext uri="{FF2B5EF4-FFF2-40B4-BE49-F238E27FC236}">
                <a16:creationId xmlns:a16="http://schemas.microsoft.com/office/drawing/2014/main" id="{F4FBCF1A-AA4F-334C-8463-684B5239F5E0}"/>
              </a:ext>
            </a:extLst>
          </p:cNvPr>
          <p:cNvSpPr/>
          <p:nvPr/>
        </p:nvSpPr>
        <p:spPr>
          <a:xfrm>
            <a:off x="6182458" y="24898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sp>
        <p:nvSpPr>
          <p:cNvPr id="177" name="순서도: 연결자 176">
            <a:extLst>
              <a:ext uri="{FF2B5EF4-FFF2-40B4-BE49-F238E27FC236}">
                <a16:creationId xmlns:a16="http://schemas.microsoft.com/office/drawing/2014/main" id="{06227F94-13BE-2B69-1688-39423502CE74}"/>
              </a:ext>
            </a:extLst>
          </p:cNvPr>
          <p:cNvSpPr/>
          <p:nvPr/>
        </p:nvSpPr>
        <p:spPr>
          <a:xfrm>
            <a:off x="2954619" y="3856728"/>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i="1" dirty="0">
                <a:solidFill>
                  <a:schemeClr val="bg1">
                    <a:lumMod val="50000"/>
                  </a:schemeClr>
                </a:solidFill>
              </a:rPr>
              <a:t>icon</a:t>
            </a:r>
            <a:endParaRPr lang="ko-KR" altLang="en-US" sz="700" i="1" dirty="0">
              <a:solidFill>
                <a:schemeClr val="bg1">
                  <a:lumMod val="50000"/>
                </a:schemeClr>
              </a:solidFill>
            </a:endParaRPr>
          </a:p>
        </p:txBody>
      </p:sp>
      <p:grpSp>
        <p:nvGrpSpPr>
          <p:cNvPr id="178" name="그룹 177">
            <a:extLst>
              <a:ext uri="{FF2B5EF4-FFF2-40B4-BE49-F238E27FC236}">
                <a16:creationId xmlns:a16="http://schemas.microsoft.com/office/drawing/2014/main" id="{BB697227-47F3-B564-9A6E-428CA861403A}"/>
              </a:ext>
            </a:extLst>
          </p:cNvPr>
          <p:cNvGrpSpPr/>
          <p:nvPr/>
        </p:nvGrpSpPr>
        <p:grpSpPr>
          <a:xfrm>
            <a:off x="226188" y="1973057"/>
            <a:ext cx="9148020" cy="329184"/>
            <a:chOff x="484632" y="1973057"/>
            <a:chExt cx="9148020" cy="329184"/>
          </a:xfrm>
        </p:grpSpPr>
        <p:sp>
          <p:nvSpPr>
            <p:cNvPr id="179" name="직사각형 178">
              <a:extLst>
                <a:ext uri="{FF2B5EF4-FFF2-40B4-BE49-F238E27FC236}">
                  <a16:creationId xmlns:a16="http://schemas.microsoft.com/office/drawing/2014/main" id="{586E382C-6F69-9A3A-C228-0013050D553A}"/>
                </a:ext>
              </a:extLst>
            </p:cNvPr>
            <p:cNvSpPr/>
            <p:nvPr/>
          </p:nvSpPr>
          <p:spPr>
            <a:xfrm>
              <a:off x="484632" y="1980961"/>
              <a:ext cx="914802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0" name="TextBox 179">
              <a:extLst>
                <a:ext uri="{FF2B5EF4-FFF2-40B4-BE49-F238E27FC236}">
                  <a16:creationId xmlns:a16="http://schemas.microsoft.com/office/drawing/2014/main" id="{E0AEC6F4-C9FC-2308-A715-6D3F3404ADAA}"/>
                </a:ext>
              </a:extLst>
            </p:cNvPr>
            <p:cNvSpPr txBox="1"/>
            <p:nvPr/>
          </p:nvSpPr>
          <p:spPr>
            <a:xfrm>
              <a:off x="597009" y="2052701"/>
              <a:ext cx="155448" cy="155448"/>
            </a:xfrm>
            <a:prstGeom prst="rect">
              <a:avLst/>
            </a:prstGeom>
            <a:solidFill>
              <a:schemeClr val="tx1">
                <a:lumMod val="50000"/>
                <a:lumOff val="50000"/>
              </a:schemeClr>
            </a:solidFill>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81" name="TextBox 180">
              <a:extLst>
                <a:ext uri="{FF2B5EF4-FFF2-40B4-BE49-F238E27FC236}">
                  <a16:creationId xmlns:a16="http://schemas.microsoft.com/office/drawing/2014/main" id="{390A93E6-1BFF-90FB-003D-231E6E059881}"/>
                </a:ext>
              </a:extLst>
            </p:cNvPr>
            <p:cNvSpPr txBox="1"/>
            <p:nvPr/>
          </p:nvSpPr>
          <p:spPr>
            <a:xfrm>
              <a:off x="842490" y="1973057"/>
              <a:ext cx="2194560"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전체선택</a:t>
              </a:r>
              <a:r>
                <a:rPr sz="900" b="1" spc="-150" dirty="0">
                  <a:solidFill>
                    <a:srgbClr val="333333"/>
                  </a:solidFill>
                  <a:latin typeface="+mn-ea"/>
                </a:rPr>
                <a:t> (</a:t>
              </a:r>
              <a:r>
                <a:rPr lang="en-US" sz="900" b="1" spc="-150" dirty="0">
                  <a:solidFill>
                    <a:srgbClr val="333333"/>
                  </a:solidFill>
                  <a:latin typeface="+mn-ea"/>
                </a:rPr>
                <a:t>0 / 0)</a:t>
              </a:r>
              <a:endParaRPr sz="900" b="1" spc="-150" dirty="0">
                <a:solidFill>
                  <a:srgbClr val="333333"/>
                </a:solidFill>
                <a:latin typeface="+mn-ea"/>
              </a:endParaRPr>
            </a:p>
          </p:txBody>
        </p:sp>
        <p:sp>
          <p:nvSpPr>
            <p:cNvPr id="182" name="TextBox 181">
              <a:extLst>
                <a:ext uri="{FF2B5EF4-FFF2-40B4-BE49-F238E27FC236}">
                  <a16:creationId xmlns:a16="http://schemas.microsoft.com/office/drawing/2014/main" id="{71A6F088-72C6-815B-B770-C56733EB5E71}"/>
                </a:ext>
              </a:extLst>
            </p:cNvPr>
            <p:cNvSpPr txBox="1"/>
            <p:nvPr/>
          </p:nvSpPr>
          <p:spPr>
            <a:xfrm>
              <a:off x="7021108" y="1973057"/>
              <a:ext cx="2423160" cy="329184"/>
            </a:xfrm>
            <a:prstGeom prst="rect">
              <a:avLst/>
            </a:prstGeom>
            <a:noFill/>
          </p:spPr>
          <p:txBody>
            <a:bodyPr wrap="square" lIns="0" tIns="0" rIns="0" bIns="0" anchor="ctr">
              <a:noAutofit/>
            </a:bodyPr>
            <a:lstStyle/>
            <a:p>
              <a:pPr algn="r"/>
              <a:r>
                <a:rPr sz="900" u="sng" spc="-150" dirty="0" err="1">
                  <a:solidFill>
                    <a:srgbClr val="333333"/>
                  </a:solidFill>
                  <a:latin typeface="+mn-ea"/>
                </a:rPr>
                <a:t>선택삭제</a:t>
              </a:r>
              <a:endParaRPr sz="900" u="sng" spc="-150" dirty="0">
                <a:solidFill>
                  <a:srgbClr val="333333"/>
                </a:solidFill>
                <a:latin typeface="+mn-ea"/>
              </a:endParaRPr>
            </a:p>
          </p:txBody>
        </p:sp>
      </p:grpSp>
      <p:sp>
        <p:nvSpPr>
          <p:cNvPr id="135" name="모서리가 둥근 직사각형 114">
            <a:extLst>
              <a:ext uri="{FF2B5EF4-FFF2-40B4-BE49-F238E27FC236}">
                <a16:creationId xmlns:a16="http://schemas.microsoft.com/office/drawing/2014/main" id="{10691A20-DA4D-6532-C219-4A73755C0A7D}"/>
              </a:ext>
            </a:extLst>
          </p:cNvPr>
          <p:cNvSpPr/>
          <p:nvPr/>
        </p:nvSpPr>
        <p:spPr>
          <a:xfrm>
            <a:off x="174045" y="18836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Tree>
    <p:extLst>
      <p:ext uri="{BB962C8B-B14F-4D97-AF65-F5344CB8AC3E}">
        <p14:creationId xmlns:p14="http://schemas.microsoft.com/office/powerpoint/2010/main" val="1358234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6560B-49F6-CBFF-3897-FB09873CAF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E44073-FC1B-0994-450D-981353A3B83E}"/>
              </a:ext>
            </a:extLst>
          </p:cNvPr>
          <p:cNvSpPr txBox="1"/>
          <p:nvPr/>
        </p:nvSpPr>
        <p:spPr>
          <a:xfrm>
            <a:off x="1307907" y="78285"/>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O)</a:t>
            </a:r>
            <a:r>
              <a:rPr lang="en-US" altLang="ko-KR"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3" name="TextBox 2">
            <a:extLst>
              <a:ext uri="{FF2B5EF4-FFF2-40B4-BE49-F238E27FC236}">
                <a16:creationId xmlns:a16="http://schemas.microsoft.com/office/drawing/2014/main" id="{3200F994-F221-4B4B-733E-F59CE4F6AEE4}"/>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6BF6E42A-196A-4EBB-0E86-E365C7985DF1}"/>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F7458602-D64D-4650-374F-DA6DCC9AF801}"/>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73490E0A-5D6C-A0ED-8075-899C59085885}"/>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609EF7A7-A259-991A-18DA-D08D817CBE2D}"/>
              </a:ext>
            </a:extLst>
          </p:cNvPr>
          <p:cNvGraphicFramePr>
            <a:graphicFrameLocks noGrp="1"/>
          </p:cNvGraphicFramePr>
          <p:nvPr>
            <p:extLst>
              <p:ext uri="{D42A27DB-BD31-4B8C-83A1-F6EECF244321}">
                <p14:modId xmlns:p14="http://schemas.microsoft.com/office/powerpoint/2010/main" val="2715746264"/>
              </p:ext>
            </p:extLst>
          </p:nvPr>
        </p:nvGraphicFramePr>
        <p:xfrm>
          <a:off x="10128399" y="623854"/>
          <a:ext cx="2850436" cy="3190685"/>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(8p).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카드 영역 </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고정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배송비</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결제예정금액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예상 적립 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버튼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전체선택 바</a:t>
                      </a:r>
                      <a:endParaRPr lang="en-US" altLang="ko-KR" sz="800" b="1" u="sng" kern="0" spc="-70" baseline="0" dirty="0">
                        <a:solidFill>
                          <a:schemeClr val="tx1"/>
                        </a:solidFill>
                        <a:latin typeface="+mn-ea"/>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진입시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전체 선택 디폴트</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체크 변경 시 하단 결제금액에 실시간으로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선택삭제 버튼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클릭시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선택된 상품 장바구니에서 삭제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결제 요약 바 </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우측 고정</a:t>
                      </a:r>
                      <a:r>
                        <a:rPr lang="en-US" altLang="ko-KR" sz="800" b="1" u="sng" kern="0" spc="-70" baseline="0" dirty="0">
                          <a:solidFill>
                            <a:schemeClr val="tx1"/>
                          </a:solidFill>
                          <a:latin typeface="+mn-ea"/>
                        </a:rPr>
                        <a:t>)</a:t>
                      </a: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선택된 상품 금액에 대한 주문 금액으로 출력</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lvl="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주문하기 버튼 클릭 시 주문하기 화면으로 이동</a:t>
                      </a:r>
                      <a:br>
                        <a:rPr kumimoji="0" lang="en-US" altLang="ko-KR" sz="800" b="0" i="0" u="none" strike="noStrike" kern="0" cap="none" spc="-70" normalizeH="0" baseline="0" noProof="0" dirty="0">
                          <a:ln>
                            <a:noFill/>
                          </a:ln>
                          <a:solidFill>
                            <a:schemeClr val="tx1"/>
                          </a:solidFill>
                          <a:effectLst/>
                          <a:uLnTx/>
                          <a:uFillTx/>
                          <a:latin typeface="+mn-ea"/>
                          <a:ea typeface="+mn-ea"/>
                          <a:cs typeface="+mn-cs"/>
                        </a:rPr>
                      </a:b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여러 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선택시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일괄 주문으로 진행</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7" name="Rounded Rectangle 17">
            <a:extLst>
              <a:ext uri="{FF2B5EF4-FFF2-40B4-BE49-F238E27FC236}">
                <a16:creationId xmlns:a16="http://schemas.microsoft.com/office/drawing/2014/main" id="{DC7B30D3-5FA2-A3D7-8200-40BD61A64843}"/>
              </a:ext>
            </a:extLst>
          </p:cNvPr>
          <p:cNvSpPr/>
          <p:nvPr/>
        </p:nvSpPr>
        <p:spPr>
          <a:xfrm>
            <a:off x="182880" y="2468701"/>
            <a:ext cx="5884510" cy="3255824"/>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TextBox 238">
            <a:extLst>
              <a:ext uri="{FF2B5EF4-FFF2-40B4-BE49-F238E27FC236}">
                <a16:creationId xmlns:a16="http://schemas.microsoft.com/office/drawing/2014/main" id="{3361A885-5401-EC21-CD0E-E53E0383E027}"/>
              </a:ext>
            </a:extLst>
          </p:cNvPr>
          <p:cNvSpPr txBox="1"/>
          <p:nvPr/>
        </p:nvSpPr>
        <p:spPr>
          <a:xfrm>
            <a:off x="4536753" y="1332037"/>
            <a:ext cx="1031052"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240" name="TextBox 239">
            <a:extLst>
              <a:ext uri="{FF2B5EF4-FFF2-40B4-BE49-F238E27FC236}">
                <a16:creationId xmlns:a16="http://schemas.microsoft.com/office/drawing/2014/main" id="{085405C8-2F34-6966-7D8B-7AA7540450DF}"/>
              </a:ext>
            </a:extLst>
          </p:cNvPr>
          <p:cNvSpPr txBox="1"/>
          <p:nvPr/>
        </p:nvSpPr>
        <p:spPr>
          <a:xfrm>
            <a:off x="4224868" y="1599022"/>
            <a:ext cx="1537570" cy="230832"/>
          </a:xfrm>
          <a:prstGeom prst="rect">
            <a:avLst/>
          </a:prstGeom>
          <a:noFill/>
        </p:spPr>
        <p:txBody>
          <a:bodyPr wrap="square">
            <a:spAutoFit/>
          </a:bodyPr>
          <a:lstStyle/>
          <a:p>
            <a:pPr algn="ctr" fontAlgn="t">
              <a:buNone/>
            </a:pPr>
            <a:r>
              <a:rPr lang="ko-KR" altLang="en-US" sz="900" b="0" i="0" spc="-150" dirty="0">
                <a:solidFill>
                  <a:srgbClr val="333333"/>
                </a:solidFill>
                <a:effectLst/>
                <a:latin typeface="+mn-ea"/>
              </a:rPr>
              <a:t>주문하실 상품을 확인해 주세요</a:t>
            </a:r>
            <a:r>
              <a:rPr lang="en-US" altLang="ko-KR" sz="900" b="0" i="0" spc="-150" dirty="0">
                <a:solidFill>
                  <a:srgbClr val="333333"/>
                </a:solidFill>
                <a:effectLst/>
                <a:latin typeface="+mn-ea"/>
              </a:rPr>
              <a:t>.</a:t>
            </a:r>
            <a:r>
              <a:rPr lang="ko-KR" altLang="ko-KR" sz="900" b="0" i="0" spc="-150" dirty="0">
                <a:solidFill>
                  <a:srgbClr val="333333"/>
                </a:solidFill>
                <a:effectLst/>
                <a:latin typeface="+mn-ea"/>
              </a:rPr>
              <a:t> </a:t>
            </a:r>
            <a:endParaRPr lang="ko-KR" altLang="ko-KR" sz="900" b="0" i="0" dirty="0">
              <a:solidFill>
                <a:srgbClr val="333333"/>
              </a:solidFill>
              <a:effectLst/>
              <a:latin typeface="+mn-ea"/>
            </a:endParaRPr>
          </a:p>
        </p:txBody>
      </p:sp>
      <p:grpSp>
        <p:nvGrpSpPr>
          <p:cNvPr id="241" name="그룹 240">
            <a:extLst>
              <a:ext uri="{FF2B5EF4-FFF2-40B4-BE49-F238E27FC236}">
                <a16:creationId xmlns:a16="http://schemas.microsoft.com/office/drawing/2014/main" id="{2C647AA3-C8E3-7A29-8EE2-75A813D07B9D}"/>
              </a:ext>
            </a:extLst>
          </p:cNvPr>
          <p:cNvGrpSpPr/>
          <p:nvPr/>
        </p:nvGrpSpPr>
        <p:grpSpPr>
          <a:xfrm>
            <a:off x="226188" y="1973057"/>
            <a:ext cx="9148020" cy="329184"/>
            <a:chOff x="484632" y="1973057"/>
            <a:chExt cx="9148020" cy="329184"/>
          </a:xfrm>
        </p:grpSpPr>
        <p:sp>
          <p:nvSpPr>
            <p:cNvPr id="242" name="직사각형 241">
              <a:extLst>
                <a:ext uri="{FF2B5EF4-FFF2-40B4-BE49-F238E27FC236}">
                  <a16:creationId xmlns:a16="http://schemas.microsoft.com/office/drawing/2014/main" id="{1A94E796-8EB6-A46F-372C-2A5899BDC913}"/>
                </a:ext>
              </a:extLst>
            </p:cNvPr>
            <p:cNvSpPr/>
            <p:nvPr/>
          </p:nvSpPr>
          <p:spPr>
            <a:xfrm>
              <a:off x="484632" y="1980961"/>
              <a:ext cx="914802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3" name="TextBox 242">
              <a:extLst>
                <a:ext uri="{FF2B5EF4-FFF2-40B4-BE49-F238E27FC236}">
                  <a16:creationId xmlns:a16="http://schemas.microsoft.com/office/drawing/2014/main" id="{1925CAA3-D1DC-3392-0FCD-8839AF32AFF9}"/>
                </a:ext>
              </a:extLst>
            </p:cNvPr>
            <p:cNvSpPr txBox="1"/>
            <p:nvPr/>
          </p:nvSpPr>
          <p:spPr>
            <a:xfrm>
              <a:off x="597009" y="2052701"/>
              <a:ext cx="155448" cy="155448"/>
            </a:xfrm>
            <a:prstGeom prst="rect">
              <a:avLst/>
            </a:prstGeom>
            <a:solidFill>
              <a:schemeClr val="tx1">
                <a:lumMod val="50000"/>
                <a:lumOff val="50000"/>
              </a:schemeClr>
            </a:solidFill>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244" name="TextBox 243">
              <a:extLst>
                <a:ext uri="{FF2B5EF4-FFF2-40B4-BE49-F238E27FC236}">
                  <a16:creationId xmlns:a16="http://schemas.microsoft.com/office/drawing/2014/main" id="{5A45D223-8974-ED22-EB75-85FA4F0A44A6}"/>
                </a:ext>
              </a:extLst>
            </p:cNvPr>
            <p:cNvSpPr txBox="1"/>
            <p:nvPr/>
          </p:nvSpPr>
          <p:spPr>
            <a:xfrm>
              <a:off x="842490" y="1973057"/>
              <a:ext cx="2194560"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전체선택</a:t>
              </a:r>
              <a:r>
                <a:rPr sz="900" b="1" spc="-150" dirty="0">
                  <a:solidFill>
                    <a:srgbClr val="333333"/>
                  </a:solidFill>
                  <a:latin typeface="+mn-ea"/>
                </a:rPr>
                <a:t> (2/2)</a:t>
              </a:r>
            </a:p>
          </p:txBody>
        </p:sp>
        <p:sp>
          <p:nvSpPr>
            <p:cNvPr id="245" name="TextBox 244">
              <a:extLst>
                <a:ext uri="{FF2B5EF4-FFF2-40B4-BE49-F238E27FC236}">
                  <a16:creationId xmlns:a16="http://schemas.microsoft.com/office/drawing/2014/main" id="{C66F529B-0F01-41ED-7077-65350E1ADFC9}"/>
                </a:ext>
              </a:extLst>
            </p:cNvPr>
            <p:cNvSpPr txBox="1"/>
            <p:nvPr/>
          </p:nvSpPr>
          <p:spPr>
            <a:xfrm>
              <a:off x="7021108" y="1973057"/>
              <a:ext cx="2423160" cy="329184"/>
            </a:xfrm>
            <a:prstGeom prst="rect">
              <a:avLst/>
            </a:prstGeom>
            <a:noFill/>
          </p:spPr>
          <p:txBody>
            <a:bodyPr wrap="square" lIns="0" tIns="0" rIns="0" bIns="0" anchor="ctr">
              <a:noAutofit/>
            </a:bodyPr>
            <a:lstStyle/>
            <a:p>
              <a:pPr algn="r"/>
              <a:r>
                <a:rPr sz="900" u="sng" spc="-150" dirty="0" err="1">
                  <a:solidFill>
                    <a:srgbClr val="333333"/>
                  </a:solidFill>
                  <a:latin typeface="+mn-ea"/>
                </a:rPr>
                <a:t>선택삭제</a:t>
              </a:r>
              <a:endParaRPr sz="900" u="sng" spc="-150" dirty="0">
                <a:solidFill>
                  <a:srgbClr val="333333"/>
                </a:solidFill>
                <a:latin typeface="+mn-ea"/>
              </a:endParaRPr>
            </a:p>
          </p:txBody>
        </p:sp>
      </p:grpSp>
      <p:grpSp>
        <p:nvGrpSpPr>
          <p:cNvPr id="271" name="그룹 270">
            <a:extLst>
              <a:ext uri="{FF2B5EF4-FFF2-40B4-BE49-F238E27FC236}">
                <a16:creationId xmlns:a16="http://schemas.microsoft.com/office/drawing/2014/main" id="{6D1BF13F-2F46-0CD4-69B7-1B39D996E58A}"/>
              </a:ext>
            </a:extLst>
          </p:cNvPr>
          <p:cNvGrpSpPr/>
          <p:nvPr/>
        </p:nvGrpSpPr>
        <p:grpSpPr>
          <a:xfrm>
            <a:off x="361322" y="2788942"/>
            <a:ext cx="5375739" cy="1128513"/>
            <a:chOff x="294377" y="2966296"/>
            <a:chExt cx="5375739" cy="1128513"/>
          </a:xfrm>
        </p:grpSpPr>
        <p:sp>
          <p:nvSpPr>
            <p:cNvPr id="44" name="TextBox 43">
              <a:extLst>
                <a:ext uri="{FF2B5EF4-FFF2-40B4-BE49-F238E27FC236}">
                  <a16:creationId xmlns:a16="http://schemas.microsoft.com/office/drawing/2014/main" id="{6D059983-0E97-7A35-7235-1418D3D2B8B0}"/>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33" name="Rounded Rectangle 33">
              <a:extLst>
                <a:ext uri="{FF2B5EF4-FFF2-40B4-BE49-F238E27FC236}">
                  <a16:creationId xmlns:a16="http://schemas.microsoft.com/office/drawing/2014/main" id="{8053671E-721B-EB85-6549-576D9903113F}"/>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46" name="Rounded Rectangle 23">
              <a:extLst>
                <a:ext uri="{FF2B5EF4-FFF2-40B4-BE49-F238E27FC236}">
                  <a16:creationId xmlns:a16="http://schemas.microsoft.com/office/drawing/2014/main" id="{3F1AB32C-0E0E-F74A-9C04-54A6AE5E6F1F}"/>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47" name="Rounded Rectangle 27">
              <a:extLst>
                <a:ext uri="{FF2B5EF4-FFF2-40B4-BE49-F238E27FC236}">
                  <a16:creationId xmlns:a16="http://schemas.microsoft.com/office/drawing/2014/main" id="{59FEAEBB-48A5-E560-6E8F-B893762075B5}"/>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48" name="TextBox 247">
              <a:extLst>
                <a:ext uri="{FF2B5EF4-FFF2-40B4-BE49-F238E27FC236}">
                  <a16:creationId xmlns:a16="http://schemas.microsoft.com/office/drawing/2014/main" id="{F931E901-8202-A3E2-9FD4-5BD704CA7846}"/>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49" name="Rounded Rectangle 27">
              <a:extLst>
                <a:ext uri="{FF2B5EF4-FFF2-40B4-BE49-F238E27FC236}">
                  <a16:creationId xmlns:a16="http://schemas.microsoft.com/office/drawing/2014/main" id="{AB096BAC-C36C-274E-0F70-F19421BCF5E4}"/>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50" name="직사각형 249">
              <a:extLst>
                <a:ext uri="{FF2B5EF4-FFF2-40B4-BE49-F238E27FC236}">
                  <a16:creationId xmlns:a16="http://schemas.microsoft.com/office/drawing/2014/main" id="{598BA2A3-B524-D454-8AFE-590379AF5318}"/>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52" name="Rounded Rectangle 33">
              <a:extLst>
                <a:ext uri="{FF2B5EF4-FFF2-40B4-BE49-F238E27FC236}">
                  <a16:creationId xmlns:a16="http://schemas.microsoft.com/office/drawing/2014/main" id="{30B9682D-9919-F142-898C-4AA9244F4164}"/>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54" name="그룹 253">
              <a:extLst>
                <a:ext uri="{FF2B5EF4-FFF2-40B4-BE49-F238E27FC236}">
                  <a16:creationId xmlns:a16="http://schemas.microsoft.com/office/drawing/2014/main" id="{09046B6F-5BA6-0650-6522-C609E70F4D85}"/>
                </a:ext>
              </a:extLst>
            </p:cNvPr>
            <p:cNvGrpSpPr/>
            <p:nvPr/>
          </p:nvGrpSpPr>
          <p:grpSpPr>
            <a:xfrm>
              <a:off x="1506710" y="3549096"/>
              <a:ext cx="3169870" cy="545713"/>
              <a:chOff x="1389888" y="3647873"/>
              <a:chExt cx="3169870" cy="545713"/>
            </a:xfrm>
          </p:grpSpPr>
          <p:sp>
            <p:nvSpPr>
              <p:cNvPr id="231" name="직사각형 230">
                <a:extLst>
                  <a:ext uri="{FF2B5EF4-FFF2-40B4-BE49-F238E27FC236}">
                    <a16:creationId xmlns:a16="http://schemas.microsoft.com/office/drawing/2014/main" id="{1C49892B-507A-E394-E624-1AA6F282C5C8}"/>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2" name="TextBox 231">
                <a:extLst>
                  <a:ext uri="{FF2B5EF4-FFF2-40B4-BE49-F238E27FC236}">
                    <a16:creationId xmlns:a16="http://schemas.microsoft.com/office/drawing/2014/main" id="{BBC3F0CD-AD6F-ED36-F016-79AA91238561}"/>
                  </a:ext>
                </a:extLst>
              </p:cNvPr>
              <p:cNvSpPr txBox="1"/>
              <p:nvPr/>
            </p:nvSpPr>
            <p:spPr>
              <a:xfrm>
                <a:off x="3880073" y="3916072"/>
                <a:ext cx="597754" cy="182880"/>
              </a:xfrm>
              <a:prstGeom prst="rect">
                <a:avLst/>
              </a:prstGeom>
              <a:noFill/>
            </p:spPr>
            <p:txBody>
              <a:bodyPr wrap="square" lIns="0" tIns="0" rIns="0" bIns="0" anchor="ctr">
                <a:noAutofit/>
              </a:bodyPr>
              <a:lstStyle/>
              <a:p>
                <a:r>
                  <a:rPr sz="900" b="1" dirty="0">
                    <a:solidFill>
                      <a:srgbClr val="404040"/>
                    </a:solidFill>
                    <a:latin typeface="맑은 고딕"/>
                    <a:ea typeface="맑은 고딕"/>
                  </a:rPr>
                  <a:t>113,800원</a:t>
                </a:r>
              </a:p>
            </p:txBody>
          </p:sp>
          <p:sp>
            <p:nvSpPr>
              <p:cNvPr id="234" name="Rounded Rectangle 27">
                <a:extLst>
                  <a:ext uri="{FF2B5EF4-FFF2-40B4-BE49-F238E27FC236}">
                    <a16:creationId xmlns:a16="http://schemas.microsoft.com/office/drawing/2014/main" id="{A0A0C328-6B66-BF84-209C-A35AE37DA5D0}"/>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51" name="Rounded Rectangle 33">
                <a:extLst>
                  <a:ext uri="{FF2B5EF4-FFF2-40B4-BE49-F238E27FC236}">
                    <a16:creationId xmlns:a16="http://schemas.microsoft.com/office/drawing/2014/main" id="{333A6E69-6191-E447-16C8-78ABCAEA5DD2}"/>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cxnSp>
        <p:nvCxnSpPr>
          <p:cNvPr id="273" name="직선 연결선 272">
            <a:extLst>
              <a:ext uri="{FF2B5EF4-FFF2-40B4-BE49-F238E27FC236}">
                <a16:creationId xmlns:a16="http://schemas.microsoft.com/office/drawing/2014/main" id="{3020B2A4-A54A-6902-4298-358D5A9B86D7}"/>
              </a:ext>
            </a:extLst>
          </p:cNvPr>
          <p:cNvCxnSpPr/>
          <p:nvPr/>
        </p:nvCxnSpPr>
        <p:spPr>
          <a:xfrm>
            <a:off x="361322" y="4166443"/>
            <a:ext cx="53757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74" name="그룹 273">
            <a:extLst>
              <a:ext uri="{FF2B5EF4-FFF2-40B4-BE49-F238E27FC236}">
                <a16:creationId xmlns:a16="http://schemas.microsoft.com/office/drawing/2014/main" id="{D738A5B1-420C-6302-14C9-D76D9A9D5D32}"/>
              </a:ext>
            </a:extLst>
          </p:cNvPr>
          <p:cNvGrpSpPr/>
          <p:nvPr/>
        </p:nvGrpSpPr>
        <p:grpSpPr>
          <a:xfrm>
            <a:off x="361322" y="4355925"/>
            <a:ext cx="5375739" cy="1128513"/>
            <a:chOff x="294377" y="2966296"/>
            <a:chExt cx="5375739" cy="1128513"/>
          </a:xfrm>
        </p:grpSpPr>
        <p:sp>
          <p:nvSpPr>
            <p:cNvPr id="275" name="TextBox 274">
              <a:extLst>
                <a:ext uri="{FF2B5EF4-FFF2-40B4-BE49-F238E27FC236}">
                  <a16:creationId xmlns:a16="http://schemas.microsoft.com/office/drawing/2014/main" id="{316C0955-4E41-BB4A-5F49-045CCEEEFFB9}"/>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76" name="Rounded Rectangle 33">
              <a:extLst>
                <a:ext uri="{FF2B5EF4-FFF2-40B4-BE49-F238E27FC236}">
                  <a16:creationId xmlns:a16="http://schemas.microsoft.com/office/drawing/2014/main" id="{6E0C9195-EE9D-1DC0-E55F-7A9B62FE3FCB}"/>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77" name="Rounded Rectangle 23">
              <a:extLst>
                <a:ext uri="{FF2B5EF4-FFF2-40B4-BE49-F238E27FC236}">
                  <a16:creationId xmlns:a16="http://schemas.microsoft.com/office/drawing/2014/main" id="{6D58DAB4-E31B-E2CE-C310-0007D451EFF7}"/>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78" name="Rounded Rectangle 27">
              <a:extLst>
                <a:ext uri="{FF2B5EF4-FFF2-40B4-BE49-F238E27FC236}">
                  <a16:creationId xmlns:a16="http://schemas.microsoft.com/office/drawing/2014/main" id="{D083D043-EBC9-82A2-CBE0-454488C62D91}"/>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79" name="TextBox 278">
              <a:extLst>
                <a:ext uri="{FF2B5EF4-FFF2-40B4-BE49-F238E27FC236}">
                  <a16:creationId xmlns:a16="http://schemas.microsoft.com/office/drawing/2014/main" id="{6AE77EF7-8FDE-E336-ED44-8C822597F304}"/>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80" name="Rounded Rectangle 27">
              <a:extLst>
                <a:ext uri="{FF2B5EF4-FFF2-40B4-BE49-F238E27FC236}">
                  <a16:creationId xmlns:a16="http://schemas.microsoft.com/office/drawing/2014/main" id="{754DA531-B804-9D85-0EE7-1F8D1561E480}"/>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81" name="직사각형 280">
              <a:extLst>
                <a:ext uri="{FF2B5EF4-FFF2-40B4-BE49-F238E27FC236}">
                  <a16:creationId xmlns:a16="http://schemas.microsoft.com/office/drawing/2014/main" id="{ED2EACE8-24D5-B710-00E2-91704196AD52}"/>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82" name="Rounded Rectangle 33">
              <a:extLst>
                <a:ext uri="{FF2B5EF4-FFF2-40B4-BE49-F238E27FC236}">
                  <a16:creationId xmlns:a16="http://schemas.microsoft.com/office/drawing/2014/main" id="{D740EB9E-9DEF-04A2-4C92-F3E9380311FA}"/>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83" name="그룹 282">
              <a:extLst>
                <a:ext uri="{FF2B5EF4-FFF2-40B4-BE49-F238E27FC236}">
                  <a16:creationId xmlns:a16="http://schemas.microsoft.com/office/drawing/2014/main" id="{3E8CBE5F-FC12-4E84-33D1-CEC87216BCE4}"/>
                </a:ext>
              </a:extLst>
            </p:cNvPr>
            <p:cNvGrpSpPr/>
            <p:nvPr/>
          </p:nvGrpSpPr>
          <p:grpSpPr>
            <a:xfrm>
              <a:off x="1506710" y="3549096"/>
              <a:ext cx="3169870" cy="545713"/>
              <a:chOff x="1389888" y="3647873"/>
              <a:chExt cx="3169870" cy="545713"/>
            </a:xfrm>
          </p:grpSpPr>
          <p:sp>
            <p:nvSpPr>
              <p:cNvPr id="284" name="직사각형 283">
                <a:extLst>
                  <a:ext uri="{FF2B5EF4-FFF2-40B4-BE49-F238E27FC236}">
                    <a16:creationId xmlns:a16="http://schemas.microsoft.com/office/drawing/2014/main" id="{B7CC9260-BD32-186D-0685-B0057EB2232E}"/>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85" name="TextBox 284">
                <a:extLst>
                  <a:ext uri="{FF2B5EF4-FFF2-40B4-BE49-F238E27FC236}">
                    <a16:creationId xmlns:a16="http://schemas.microsoft.com/office/drawing/2014/main" id="{0CCB8FE8-5859-0359-97EF-DD4FEFF82D42}"/>
                  </a:ext>
                </a:extLst>
              </p:cNvPr>
              <p:cNvSpPr txBox="1"/>
              <p:nvPr/>
            </p:nvSpPr>
            <p:spPr>
              <a:xfrm>
                <a:off x="3962004" y="3916072"/>
                <a:ext cx="597754"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3</a:t>
                </a:r>
                <a:r>
                  <a:rPr sz="900" b="1" dirty="0">
                    <a:solidFill>
                      <a:srgbClr val="404040"/>
                    </a:solidFill>
                    <a:latin typeface="맑은 고딕"/>
                    <a:ea typeface="맑은 고딕"/>
                  </a:rPr>
                  <a:t>3,</a:t>
                </a:r>
                <a:r>
                  <a:rPr lang="en-US" sz="900" b="1" dirty="0">
                    <a:solidFill>
                      <a:srgbClr val="404040"/>
                    </a:solidFill>
                    <a:latin typeface="맑은 고딕"/>
                    <a:ea typeface="맑은 고딕"/>
                  </a:rPr>
                  <a:t>6</a:t>
                </a:r>
                <a:r>
                  <a:rPr sz="900" b="1" dirty="0">
                    <a:solidFill>
                      <a:srgbClr val="404040"/>
                    </a:solidFill>
                    <a:latin typeface="맑은 고딕"/>
                    <a:ea typeface="맑은 고딕"/>
                  </a:rPr>
                  <a:t>00원</a:t>
                </a:r>
              </a:p>
            </p:txBody>
          </p:sp>
          <p:sp>
            <p:nvSpPr>
              <p:cNvPr id="286" name="Rounded Rectangle 27">
                <a:extLst>
                  <a:ext uri="{FF2B5EF4-FFF2-40B4-BE49-F238E27FC236}">
                    <a16:creationId xmlns:a16="http://schemas.microsoft.com/office/drawing/2014/main" id="{300DF498-1CE7-B826-BE12-4E97208B3B50}"/>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87" name="Rounded Rectangle 33">
                <a:extLst>
                  <a:ext uri="{FF2B5EF4-FFF2-40B4-BE49-F238E27FC236}">
                    <a16:creationId xmlns:a16="http://schemas.microsoft.com/office/drawing/2014/main" id="{56E04DF9-118B-3FB9-3E69-4E2A371BE015}"/>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sp>
        <p:nvSpPr>
          <p:cNvPr id="289" name="사각형: 둥근 모서리 288">
            <a:extLst>
              <a:ext uri="{FF2B5EF4-FFF2-40B4-BE49-F238E27FC236}">
                <a16:creationId xmlns:a16="http://schemas.microsoft.com/office/drawing/2014/main" id="{ED40DB9B-124A-2C81-5388-817ABCF14BA5}"/>
              </a:ext>
            </a:extLst>
          </p:cNvPr>
          <p:cNvSpPr/>
          <p:nvPr/>
        </p:nvSpPr>
        <p:spPr>
          <a:xfrm>
            <a:off x="9526604" y="2886824"/>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90" name="TextBox 289">
            <a:extLst>
              <a:ext uri="{FF2B5EF4-FFF2-40B4-BE49-F238E27FC236}">
                <a16:creationId xmlns:a16="http://schemas.microsoft.com/office/drawing/2014/main" id="{7B64A26C-99A9-62B8-DFD3-9F7B0CC2BCC2}"/>
              </a:ext>
            </a:extLst>
          </p:cNvPr>
          <p:cNvSpPr txBox="1"/>
          <p:nvPr/>
        </p:nvSpPr>
        <p:spPr>
          <a:xfrm>
            <a:off x="9446386" y="2923834"/>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291" name="순서도: 연결자 290">
            <a:extLst>
              <a:ext uri="{FF2B5EF4-FFF2-40B4-BE49-F238E27FC236}">
                <a16:creationId xmlns:a16="http://schemas.microsoft.com/office/drawing/2014/main" id="{B91D3626-2175-CCF9-326B-34FED1A523F0}"/>
              </a:ext>
            </a:extLst>
          </p:cNvPr>
          <p:cNvSpPr/>
          <p:nvPr/>
        </p:nvSpPr>
        <p:spPr>
          <a:xfrm>
            <a:off x="9550132" y="317012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2" name="순서도: 연결자 291">
            <a:extLst>
              <a:ext uri="{FF2B5EF4-FFF2-40B4-BE49-F238E27FC236}">
                <a16:creationId xmlns:a16="http://schemas.microsoft.com/office/drawing/2014/main" id="{BF01AC51-EA31-BC41-CEB1-1643912F9D9A}"/>
              </a:ext>
            </a:extLst>
          </p:cNvPr>
          <p:cNvSpPr/>
          <p:nvPr/>
        </p:nvSpPr>
        <p:spPr>
          <a:xfrm>
            <a:off x="9553108" y="359841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3" name="순서도: 연결자 292">
            <a:extLst>
              <a:ext uri="{FF2B5EF4-FFF2-40B4-BE49-F238E27FC236}">
                <a16:creationId xmlns:a16="http://schemas.microsoft.com/office/drawing/2014/main" id="{76219F14-04C6-5C0B-E3C5-EBB8F27D30AB}"/>
              </a:ext>
            </a:extLst>
          </p:cNvPr>
          <p:cNvSpPr/>
          <p:nvPr/>
        </p:nvSpPr>
        <p:spPr>
          <a:xfrm>
            <a:off x="9553108" y="401264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4" name="순서도: 연결자 293">
            <a:extLst>
              <a:ext uri="{FF2B5EF4-FFF2-40B4-BE49-F238E27FC236}">
                <a16:creationId xmlns:a16="http://schemas.microsoft.com/office/drawing/2014/main" id="{A03DAEF4-AA3C-5DE1-F4C6-6B73D4670F28}"/>
              </a:ext>
            </a:extLst>
          </p:cNvPr>
          <p:cNvSpPr/>
          <p:nvPr/>
        </p:nvSpPr>
        <p:spPr>
          <a:xfrm>
            <a:off x="9561187" y="4503327"/>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295" name="Rounded Rectangle 67">
            <a:extLst>
              <a:ext uri="{FF2B5EF4-FFF2-40B4-BE49-F238E27FC236}">
                <a16:creationId xmlns:a16="http://schemas.microsoft.com/office/drawing/2014/main" id="{63DF3DC0-21C9-9CAD-6DC4-D9B76753E080}"/>
              </a:ext>
            </a:extLst>
          </p:cNvPr>
          <p:cNvSpPr/>
          <p:nvPr/>
        </p:nvSpPr>
        <p:spPr>
          <a:xfrm>
            <a:off x="6358491" y="2489462"/>
            <a:ext cx="3026663" cy="2746735"/>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TextBox 295">
            <a:extLst>
              <a:ext uri="{FF2B5EF4-FFF2-40B4-BE49-F238E27FC236}">
                <a16:creationId xmlns:a16="http://schemas.microsoft.com/office/drawing/2014/main" id="{877517FF-D278-DD9D-A42C-62709CFB8FC6}"/>
              </a:ext>
            </a:extLst>
          </p:cNvPr>
          <p:cNvSpPr txBox="1"/>
          <p:nvPr/>
        </p:nvSpPr>
        <p:spPr>
          <a:xfrm>
            <a:off x="6523083" y="2580902"/>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297" name="TextBox 296">
            <a:extLst>
              <a:ext uri="{FF2B5EF4-FFF2-40B4-BE49-F238E27FC236}">
                <a16:creationId xmlns:a16="http://schemas.microsoft.com/office/drawing/2014/main" id="{03921B40-87AF-BDAE-3E92-BD703A8CEE57}"/>
              </a:ext>
            </a:extLst>
          </p:cNvPr>
          <p:cNvSpPr txBox="1"/>
          <p:nvPr/>
        </p:nvSpPr>
        <p:spPr>
          <a:xfrm>
            <a:off x="6523083" y="2983238"/>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298" name="TextBox 297">
            <a:extLst>
              <a:ext uri="{FF2B5EF4-FFF2-40B4-BE49-F238E27FC236}">
                <a16:creationId xmlns:a16="http://schemas.microsoft.com/office/drawing/2014/main" id="{23E926CA-8D6C-7135-610D-E7C7F5350B79}"/>
              </a:ext>
            </a:extLst>
          </p:cNvPr>
          <p:cNvSpPr txBox="1"/>
          <p:nvPr/>
        </p:nvSpPr>
        <p:spPr>
          <a:xfrm>
            <a:off x="7693515" y="2983238"/>
            <a:ext cx="1527048" cy="219456"/>
          </a:xfrm>
          <a:prstGeom prst="rect">
            <a:avLst/>
          </a:prstGeom>
        </p:spPr>
        <p:txBody>
          <a:bodyPr wrap="square" lIns="0" tIns="0" rIns="0" bIns="0" anchor="ctr">
            <a:noAutofit/>
          </a:bodyPr>
          <a:lstStyle/>
          <a:p>
            <a:pPr algn="r"/>
            <a:r>
              <a:rPr lang="en-US" sz="900" spc="-150" dirty="0">
                <a:solidFill>
                  <a:srgbClr val="333333"/>
                </a:solidFill>
                <a:latin typeface="+mn-ea"/>
              </a:rPr>
              <a:t>147,40</a:t>
            </a:r>
            <a:r>
              <a:rPr sz="900" spc="-150" dirty="0">
                <a:solidFill>
                  <a:srgbClr val="333333"/>
                </a:solidFill>
                <a:latin typeface="+mn-ea"/>
              </a:rPr>
              <a:t>0원</a:t>
            </a:r>
          </a:p>
        </p:txBody>
      </p:sp>
      <p:sp>
        <p:nvSpPr>
          <p:cNvPr id="299" name="TextBox 298">
            <a:extLst>
              <a:ext uri="{FF2B5EF4-FFF2-40B4-BE49-F238E27FC236}">
                <a16:creationId xmlns:a16="http://schemas.microsoft.com/office/drawing/2014/main" id="{C6F03CE6-D06B-8A19-7D6B-BC461096AFB8}"/>
              </a:ext>
            </a:extLst>
          </p:cNvPr>
          <p:cNvSpPr txBox="1"/>
          <p:nvPr/>
        </p:nvSpPr>
        <p:spPr>
          <a:xfrm>
            <a:off x="6523083" y="3230126"/>
            <a:ext cx="1463040" cy="219456"/>
          </a:xfrm>
          <a:prstGeom prst="rect">
            <a:avLst/>
          </a:prstGeom>
        </p:spPr>
        <p:txBody>
          <a:bodyPr wrap="square" lIns="0" tIns="0" rIns="0" bIns="0" anchor="ctr">
            <a:noAutofit/>
          </a:bodyPr>
          <a:lstStyle/>
          <a:p>
            <a:pPr algn="l"/>
            <a:r>
              <a:rPr sz="900" spc="-150" dirty="0" err="1">
                <a:solidFill>
                  <a:srgbClr val="333333"/>
                </a:solidFill>
                <a:latin typeface="+mn-ea"/>
              </a:rPr>
              <a:t>배송비</a:t>
            </a:r>
            <a:endParaRPr sz="900" spc="-150" dirty="0">
              <a:solidFill>
                <a:srgbClr val="333333"/>
              </a:solidFill>
              <a:latin typeface="+mn-ea"/>
            </a:endParaRPr>
          </a:p>
        </p:txBody>
      </p:sp>
      <p:sp>
        <p:nvSpPr>
          <p:cNvPr id="300" name="TextBox 299">
            <a:extLst>
              <a:ext uri="{FF2B5EF4-FFF2-40B4-BE49-F238E27FC236}">
                <a16:creationId xmlns:a16="http://schemas.microsoft.com/office/drawing/2014/main" id="{401DC60C-690B-83EA-2339-0A91EBDB95E1}"/>
              </a:ext>
            </a:extLst>
          </p:cNvPr>
          <p:cNvSpPr txBox="1"/>
          <p:nvPr/>
        </p:nvSpPr>
        <p:spPr>
          <a:xfrm>
            <a:off x="7693515" y="3230126"/>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cxnSp>
        <p:nvCxnSpPr>
          <p:cNvPr id="301" name="Connector 76">
            <a:extLst>
              <a:ext uri="{FF2B5EF4-FFF2-40B4-BE49-F238E27FC236}">
                <a16:creationId xmlns:a16="http://schemas.microsoft.com/office/drawing/2014/main" id="{3F59D076-F8FD-0C07-DA88-447AFD6CD0F6}"/>
              </a:ext>
            </a:extLst>
          </p:cNvPr>
          <p:cNvCxnSpPr/>
          <p:nvPr/>
        </p:nvCxnSpPr>
        <p:spPr>
          <a:xfrm>
            <a:off x="6504795" y="3554462"/>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302" name="TextBox 301">
            <a:extLst>
              <a:ext uri="{FF2B5EF4-FFF2-40B4-BE49-F238E27FC236}">
                <a16:creationId xmlns:a16="http://schemas.microsoft.com/office/drawing/2014/main" id="{015375A6-3723-9349-6924-BB365DF8AB20}"/>
              </a:ext>
            </a:extLst>
          </p:cNvPr>
          <p:cNvSpPr txBox="1"/>
          <p:nvPr/>
        </p:nvSpPr>
        <p:spPr>
          <a:xfrm>
            <a:off x="6523083" y="3831229"/>
            <a:ext cx="1280160"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lang="en-US" sz="1050" b="1" spc="-50" dirty="0">
                <a:solidFill>
                  <a:srgbClr val="404040"/>
                </a:solidFill>
                <a:latin typeface="맑은 고딕"/>
                <a:ea typeface="맑은 고딕"/>
              </a:rPr>
              <a:t> </a:t>
            </a:r>
            <a:r>
              <a:rPr lang="ko-KR" altLang="en-US" sz="1050" b="1" spc="-50" dirty="0">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303" name="TextBox 302">
            <a:extLst>
              <a:ext uri="{FF2B5EF4-FFF2-40B4-BE49-F238E27FC236}">
                <a16:creationId xmlns:a16="http://schemas.microsoft.com/office/drawing/2014/main" id="{6AB8E75D-72D0-7887-CEE5-9F94C4E041FC}"/>
              </a:ext>
            </a:extLst>
          </p:cNvPr>
          <p:cNvSpPr txBox="1"/>
          <p:nvPr/>
        </p:nvSpPr>
        <p:spPr>
          <a:xfrm>
            <a:off x="7693515" y="379465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147,40</a:t>
            </a:r>
            <a:r>
              <a:rPr sz="1300" b="1" dirty="0">
                <a:solidFill>
                  <a:srgbClr val="E8623F"/>
                </a:solidFill>
                <a:latin typeface="맑은 고딕"/>
                <a:ea typeface="맑은 고딕"/>
              </a:rPr>
              <a:t>0원</a:t>
            </a:r>
          </a:p>
        </p:txBody>
      </p:sp>
      <p:sp>
        <p:nvSpPr>
          <p:cNvPr id="304" name="Rounded Rectangle 79">
            <a:extLst>
              <a:ext uri="{FF2B5EF4-FFF2-40B4-BE49-F238E27FC236}">
                <a16:creationId xmlns:a16="http://schemas.microsoft.com/office/drawing/2014/main" id="{56D04527-A014-FED4-FA0E-D65E49D87841}"/>
              </a:ext>
            </a:extLst>
          </p:cNvPr>
          <p:cNvSpPr/>
          <p:nvPr/>
        </p:nvSpPr>
        <p:spPr>
          <a:xfrm>
            <a:off x="6504795" y="4178701"/>
            <a:ext cx="2734056" cy="274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TextBox 304">
            <a:extLst>
              <a:ext uri="{FF2B5EF4-FFF2-40B4-BE49-F238E27FC236}">
                <a16:creationId xmlns:a16="http://schemas.microsoft.com/office/drawing/2014/main" id="{81A51BF4-1570-40AC-D949-118EE08E5874}"/>
              </a:ext>
            </a:extLst>
          </p:cNvPr>
          <p:cNvSpPr txBox="1"/>
          <p:nvPr/>
        </p:nvSpPr>
        <p:spPr>
          <a:xfrm>
            <a:off x="6614523" y="4178701"/>
            <a:ext cx="1554480" cy="274320"/>
          </a:xfrm>
          <a:prstGeom prst="rect">
            <a:avLst/>
          </a:prstGeom>
          <a:noFill/>
        </p:spPr>
        <p:txBody>
          <a:bodyPr wrap="square" lIns="0" tIns="0" rIns="0" bIns="0" anchor="ctr">
            <a:noAutofit/>
          </a:bodyPr>
          <a:lstStyle/>
          <a:p>
            <a:pPr algn="l"/>
            <a:r>
              <a:rPr sz="900" spc="-150" dirty="0" err="1">
                <a:solidFill>
                  <a:srgbClr val="333333"/>
                </a:solidFill>
                <a:latin typeface="+mn-ea"/>
              </a:rPr>
              <a:t>적립</a:t>
            </a:r>
            <a:r>
              <a:rPr sz="900" spc="-150" dirty="0">
                <a:solidFill>
                  <a:srgbClr val="333333"/>
                </a:solidFill>
                <a:latin typeface="+mn-ea"/>
              </a:rPr>
              <a:t> 예</a:t>
            </a:r>
            <a:r>
              <a:rPr lang="ko-KR" altLang="en-US" sz="900" spc="-150" dirty="0">
                <a:solidFill>
                  <a:srgbClr val="333333"/>
                </a:solidFill>
                <a:latin typeface="+mn-ea"/>
              </a:rPr>
              <a:t>상</a:t>
            </a:r>
            <a:r>
              <a:rPr sz="900" spc="-150" dirty="0">
                <a:solidFill>
                  <a:srgbClr val="333333"/>
                </a:solidFill>
                <a:latin typeface="+mn-ea"/>
              </a:rPr>
              <a:t> </a:t>
            </a:r>
            <a:r>
              <a:rPr lang="ko-KR" altLang="en-US" sz="900" spc="-150" dirty="0">
                <a:solidFill>
                  <a:srgbClr val="333333"/>
                </a:solidFill>
                <a:latin typeface="+mn-ea"/>
              </a:rPr>
              <a:t>마일리지</a:t>
            </a:r>
            <a:endParaRPr sz="900" spc="-150" dirty="0">
              <a:solidFill>
                <a:srgbClr val="333333"/>
              </a:solidFill>
              <a:latin typeface="+mn-ea"/>
            </a:endParaRPr>
          </a:p>
        </p:txBody>
      </p:sp>
      <p:sp>
        <p:nvSpPr>
          <p:cNvPr id="306" name="TextBox 305">
            <a:extLst>
              <a:ext uri="{FF2B5EF4-FFF2-40B4-BE49-F238E27FC236}">
                <a16:creationId xmlns:a16="http://schemas.microsoft.com/office/drawing/2014/main" id="{D7D135F8-55B0-1921-E506-2A77C5CA0731}"/>
              </a:ext>
            </a:extLst>
          </p:cNvPr>
          <p:cNvSpPr txBox="1"/>
          <p:nvPr/>
        </p:nvSpPr>
        <p:spPr>
          <a:xfrm>
            <a:off x="7993137" y="4178701"/>
            <a:ext cx="1207008" cy="274320"/>
          </a:xfrm>
          <a:prstGeom prst="rect">
            <a:avLst/>
          </a:prstGeom>
          <a:noFill/>
        </p:spPr>
        <p:txBody>
          <a:bodyPr wrap="square" lIns="0" tIns="0" rIns="0" bIns="0" anchor="ctr">
            <a:noAutofit/>
          </a:bodyPr>
          <a:lstStyle/>
          <a:p>
            <a:pPr algn="r"/>
            <a:r>
              <a:rPr lang="en-US" sz="900" b="1" dirty="0">
                <a:solidFill>
                  <a:srgbClr val="404040"/>
                </a:solidFill>
                <a:latin typeface="맑은 고딕"/>
                <a:ea typeface="맑은 고딕"/>
              </a:rPr>
              <a:t>147p</a:t>
            </a:r>
            <a:endParaRPr sz="900" b="1" dirty="0">
              <a:solidFill>
                <a:srgbClr val="404040"/>
              </a:solidFill>
              <a:latin typeface="맑은 고딕"/>
              <a:ea typeface="맑은 고딕"/>
            </a:endParaRPr>
          </a:p>
        </p:txBody>
      </p:sp>
      <p:sp>
        <p:nvSpPr>
          <p:cNvPr id="307" name="TextBox 306">
            <a:extLst>
              <a:ext uri="{FF2B5EF4-FFF2-40B4-BE49-F238E27FC236}">
                <a16:creationId xmlns:a16="http://schemas.microsoft.com/office/drawing/2014/main" id="{8EE40545-F465-86BB-E9F4-199ECF71C34A}"/>
              </a:ext>
            </a:extLst>
          </p:cNvPr>
          <p:cNvSpPr txBox="1"/>
          <p:nvPr/>
        </p:nvSpPr>
        <p:spPr>
          <a:xfrm>
            <a:off x="6523083" y="3576627"/>
            <a:ext cx="2715768" cy="310896"/>
          </a:xfrm>
          <a:prstGeom prst="rect">
            <a:avLst/>
          </a:prstGeom>
          <a:noFill/>
        </p:spPr>
        <p:txBody>
          <a:bodyPr wrap="square" lIns="0" tIns="0" rIns="0" bIns="0" anchor="ctr">
            <a:noAutofit/>
          </a:bodyPr>
          <a:lstStyle/>
          <a:p>
            <a:pPr>
              <a:lnSpc>
                <a:spcPct val="150000"/>
              </a:lnSpc>
            </a:pPr>
            <a:r>
              <a:rPr sz="800" b="0" dirty="0">
                <a:solidFill>
                  <a:srgbClr val="FF0000"/>
                </a:solidFill>
                <a:latin typeface="맑은 고딕"/>
                <a:ea typeface="맑은 고딕"/>
              </a:rPr>
              <a:t>ⓘ</a:t>
            </a:r>
            <a:r>
              <a:rPr sz="750" b="0" dirty="0">
                <a:solidFill>
                  <a:srgbClr val="8A8A8A"/>
                </a:solidFill>
                <a:latin typeface="맑은 고딕"/>
                <a:ea typeface="맑은 고딕"/>
              </a:rPr>
              <a:t> </a:t>
            </a:r>
            <a:r>
              <a:rPr lang="ko-KR" altLang="en-US" sz="800" dirty="0">
                <a:solidFill>
                  <a:srgbClr val="FF0000"/>
                </a:solidFill>
                <a:ea typeface="맑은 고딕"/>
              </a:rPr>
              <a:t>바우처 적용 금액은 주문서에서 확인 가능합니다</a:t>
            </a:r>
            <a:r>
              <a:rPr lang="en-US" altLang="ko-KR" sz="800" dirty="0">
                <a:solidFill>
                  <a:srgbClr val="FF0000"/>
                </a:solidFill>
                <a:ea typeface="맑은 고딕"/>
              </a:rPr>
              <a:t>.</a:t>
            </a:r>
            <a:endParaRPr lang="ko-KR" altLang="en-US" sz="800" dirty="0">
              <a:solidFill>
                <a:srgbClr val="FF0000"/>
              </a:solidFill>
              <a:ea typeface="맑은 고딕"/>
            </a:endParaRPr>
          </a:p>
        </p:txBody>
      </p:sp>
      <p:sp>
        <p:nvSpPr>
          <p:cNvPr id="308" name="Rounded Rectangle 84">
            <a:extLst>
              <a:ext uri="{FF2B5EF4-FFF2-40B4-BE49-F238E27FC236}">
                <a16:creationId xmlns:a16="http://schemas.microsoft.com/office/drawing/2014/main" id="{5D5A82F0-EFC8-FA4F-490F-D716DA91BF78}"/>
              </a:ext>
            </a:extLst>
          </p:cNvPr>
          <p:cNvSpPr/>
          <p:nvPr/>
        </p:nvSpPr>
        <p:spPr>
          <a:xfrm>
            <a:off x="6504795" y="4606692"/>
            <a:ext cx="2734056" cy="36576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spc="-150" dirty="0">
                <a:solidFill>
                  <a:schemeClr val="bg1"/>
                </a:solidFill>
              </a:rPr>
              <a:t>주문하기</a:t>
            </a:r>
            <a:endParaRPr sz="1000" spc="-150" dirty="0">
              <a:solidFill>
                <a:schemeClr val="bg1"/>
              </a:solidFill>
            </a:endParaRPr>
          </a:p>
        </p:txBody>
      </p:sp>
      <p:sp>
        <p:nvSpPr>
          <p:cNvPr id="337" name="모서리가 둥근 직사각형 114">
            <a:extLst>
              <a:ext uri="{FF2B5EF4-FFF2-40B4-BE49-F238E27FC236}">
                <a16:creationId xmlns:a16="http://schemas.microsoft.com/office/drawing/2014/main" id="{860673BE-E8D7-87C1-D66A-39A8484BDBC5}"/>
              </a:ext>
            </a:extLst>
          </p:cNvPr>
          <p:cNvSpPr/>
          <p:nvPr/>
        </p:nvSpPr>
        <p:spPr>
          <a:xfrm>
            <a:off x="6182458" y="248989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a:t>
            </a:r>
            <a:endParaRPr lang="ko-KR" altLang="en-US" sz="900" dirty="0">
              <a:solidFill>
                <a:schemeClr val="bg1"/>
              </a:solidFill>
            </a:endParaRPr>
          </a:p>
        </p:txBody>
      </p:sp>
      <p:sp>
        <p:nvSpPr>
          <p:cNvPr id="338" name="모서리가 둥근 직사각형 114">
            <a:extLst>
              <a:ext uri="{FF2B5EF4-FFF2-40B4-BE49-F238E27FC236}">
                <a16:creationId xmlns:a16="http://schemas.microsoft.com/office/drawing/2014/main" id="{F8271CBC-D5F3-2326-56F9-C3F9B2A788B2}"/>
              </a:ext>
            </a:extLst>
          </p:cNvPr>
          <p:cNvSpPr/>
          <p:nvPr/>
        </p:nvSpPr>
        <p:spPr>
          <a:xfrm>
            <a:off x="174045" y="1883674"/>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Tree>
    <p:extLst>
      <p:ext uri="{BB962C8B-B14F-4D97-AF65-F5344CB8AC3E}">
        <p14:creationId xmlns:p14="http://schemas.microsoft.com/office/powerpoint/2010/main" val="4077369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5E3E8-75A7-EEA7-9FBD-B6E4DB5785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1A5567-E354-8480-6127-A7AED0B10554}"/>
              </a:ext>
            </a:extLst>
          </p:cNvPr>
          <p:cNvSpPr txBox="1"/>
          <p:nvPr/>
        </p:nvSpPr>
        <p:spPr>
          <a:xfrm>
            <a:off x="1307907" y="78285"/>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상품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O)</a:t>
            </a:r>
            <a:r>
              <a:rPr lang="en-US" altLang="ko-KR" sz="900" spc="-150" dirty="0">
                <a:solidFill>
                  <a:schemeClr val="tx1">
                    <a:lumMod val="75000"/>
                    <a:lumOff val="25000"/>
                  </a:schemeClr>
                </a:solidFill>
                <a:latin typeface="맑은 고딕" panose="020B0503020000020004" pitchFamily="50" charset="-127"/>
              </a:rPr>
              <a:t> </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3" name="TextBox 2">
            <a:extLst>
              <a:ext uri="{FF2B5EF4-FFF2-40B4-BE49-F238E27FC236}">
                <a16:creationId xmlns:a16="http://schemas.microsoft.com/office/drawing/2014/main" id="{27E61AB4-F1BF-6D4F-9D9A-2CBF53999288}"/>
              </a:ext>
            </a:extLst>
          </p:cNvPr>
          <p:cNvSpPr txBox="1"/>
          <p:nvPr/>
        </p:nvSpPr>
        <p:spPr>
          <a:xfrm>
            <a:off x="1302717" y="330494"/>
            <a:ext cx="768159"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4" name="직사각형 3">
            <a:extLst>
              <a:ext uri="{FF2B5EF4-FFF2-40B4-BE49-F238E27FC236}">
                <a16:creationId xmlns:a16="http://schemas.microsoft.com/office/drawing/2014/main" id="{26DDA984-B59F-7196-E1B6-7B61940BBF2B}"/>
              </a:ext>
            </a:extLst>
          </p:cNvPr>
          <p:cNvSpPr/>
          <p:nvPr/>
        </p:nvSpPr>
        <p:spPr>
          <a:xfrm>
            <a:off x="7921129" y="58428"/>
            <a:ext cx="1109599" cy="246221"/>
          </a:xfrm>
          <a:prstGeom prst="rect">
            <a:avLst/>
          </a:prstGeom>
        </p:spPr>
        <p:txBody>
          <a:bodyPr wrap="none">
            <a:spAutoFit/>
          </a:bodyPr>
          <a:lstStyle/>
          <a:p>
            <a:r>
              <a:rPr lang="en-US" altLang="ko-KR" sz="1000" dirty="0"/>
              <a:t>CH-U-CA-01-01</a:t>
            </a:r>
            <a:endParaRPr lang="ko-KR" altLang="en-US" sz="1000" dirty="0"/>
          </a:p>
        </p:txBody>
      </p:sp>
      <p:sp>
        <p:nvSpPr>
          <p:cNvPr id="5" name="TextBox 4">
            <a:extLst>
              <a:ext uri="{FF2B5EF4-FFF2-40B4-BE49-F238E27FC236}">
                <a16:creationId xmlns:a16="http://schemas.microsoft.com/office/drawing/2014/main" id="{D0AACA93-5BDB-883B-8708-9E799B2D1CAB}"/>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F0A8DF9B-2D96-E2C1-101D-5E8931831FF4}"/>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E254CFBA-BDE2-034E-9C2D-470D2C985BE6}"/>
              </a:ext>
            </a:extLst>
          </p:cNvPr>
          <p:cNvGraphicFramePr>
            <a:graphicFrameLocks noGrp="1"/>
          </p:cNvGraphicFramePr>
          <p:nvPr>
            <p:extLst>
              <p:ext uri="{D42A27DB-BD31-4B8C-83A1-F6EECF244321}">
                <p14:modId xmlns:p14="http://schemas.microsoft.com/office/powerpoint/2010/main" val="933313658"/>
              </p:ext>
            </p:extLst>
          </p:nvPr>
        </p:nvGraphicFramePr>
        <p:xfrm>
          <a:off x="10128399" y="623854"/>
          <a:ext cx="2850436" cy="1161671"/>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7" name="Rounded Rectangle 17">
            <a:extLst>
              <a:ext uri="{FF2B5EF4-FFF2-40B4-BE49-F238E27FC236}">
                <a16:creationId xmlns:a16="http://schemas.microsoft.com/office/drawing/2014/main" id="{FCDB3375-5682-3FEF-F829-8599C846144B}"/>
              </a:ext>
            </a:extLst>
          </p:cNvPr>
          <p:cNvSpPr/>
          <p:nvPr/>
        </p:nvSpPr>
        <p:spPr>
          <a:xfrm>
            <a:off x="182880" y="2468701"/>
            <a:ext cx="5884510" cy="3255824"/>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9" name="TextBox 238">
            <a:extLst>
              <a:ext uri="{FF2B5EF4-FFF2-40B4-BE49-F238E27FC236}">
                <a16:creationId xmlns:a16="http://schemas.microsoft.com/office/drawing/2014/main" id="{6D3BE3D9-1402-74A4-AE91-2E9A7BF8D1BD}"/>
              </a:ext>
            </a:extLst>
          </p:cNvPr>
          <p:cNvSpPr txBox="1"/>
          <p:nvPr/>
        </p:nvSpPr>
        <p:spPr>
          <a:xfrm>
            <a:off x="4536753" y="1332037"/>
            <a:ext cx="1031052"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240" name="TextBox 239">
            <a:extLst>
              <a:ext uri="{FF2B5EF4-FFF2-40B4-BE49-F238E27FC236}">
                <a16:creationId xmlns:a16="http://schemas.microsoft.com/office/drawing/2014/main" id="{20C41F40-9D60-2C80-D4F3-6422DC171607}"/>
              </a:ext>
            </a:extLst>
          </p:cNvPr>
          <p:cNvSpPr txBox="1"/>
          <p:nvPr/>
        </p:nvSpPr>
        <p:spPr>
          <a:xfrm>
            <a:off x="4224868" y="1599022"/>
            <a:ext cx="1537570" cy="230832"/>
          </a:xfrm>
          <a:prstGeom prst="rect">
            <a:avLst/>
          </a:prstGeom>
          <a:noFill/>
        </p:spPr>
        <p:txBody>
          <a:bodyPr wrap="square">
            <a:spAutoFit/>
          </a:bodyPr>
          <a:lstStyle/>
          <a:p>
            <a:pPr algn="ctr" fontAlgn="t">
              <a:buNone/>
            </a:pPr>
            <a:r>
              <a:rPr lang="ko-KR" altLang="en-US" sz="900" b="0" i="0" spc="-150" dirty="0">
                <a:solidFill>
                  <a:srgbClr val="333333"/>
                </a:solidFill>
                <a:effectLst/>
                <a:latin typeface="+mn-ea"/>
              </a:rPr>
              <a:t>주문하실 상품을 확인해 주세요</a:t>
            </a:r>
            <a:r>
              <a:rPr lang="en-US" altLang="ko-KR" sz="900" b="0" i="0" spc="-150" dirty="0">
                <a:solidFill>
                  <a:srgbClr val="333333"/>
                </a:solidFill>
                <a:effectLst/>
                <a:latin typeface="+mn-ea"/>
              </a:rPr>
              <a:t>.</a:t>
            </a:r>
            <a:r>
              <a:rPr lang="ko-KR" altLang="ko-KR" sz="900" b="0" i="0" spc="-150" dirty="0">
                <a:solidFill>
                  <a:srgbClr val="333333"/>
                </a:solidFill>
                <a:effectLst/>
                <a:latin typeface="+mn-ea"/>
              </a:rPr>
              <a:t> </a:t>
            </a:r>
            <a:endParaRPr lang="ko-KR" altLang="ko-KR" sz="900" b="0" i="0" dirty="0">
              <a:solidFill>
                <a:srgbClr val="333333"/>
              </a:solidFill>
              <a:effectLst/>
              <a:latin typeface="+mn-ea"/>
            </a:endParaRPr>
          </a:p>
        </p:txBody>
      </p:sp>
      <p:grpSp>
        <p:nvGrpSpPr>
          <p:cNvPr id="241" name="그룹 240">
            <a:extLst>
              <a:ext uri="{FF2B5EF4-FFF2-40B4-BE49-F238E27FC236}">
                <a16:creationId xmlns:a16="http://schemas.microsoft.com/office/drawing/2014/main" id="{A4B0497B-1E7C-7916-4BCB-E4B992D736F3}"/>
              </a:ext>
            </a:extLst>
          </p:cNvPr>
          <p:cNvGrpSpPr/>
          <p:nvPr/>
        </p:nvGrpSpPr>
        <p:grpSpPr>
          <a:xfrm>
            <a:off x="226188" y="1973057"/>
            <a:ext cx="9148020" cy="329184"/>
            <a:chOff x="484632" y="1973057"/>
            <a:chExt cx="9148020" cy="329184"/>
          </a:xfrm>
        </p:grpSpPr>
        <p:sp>
          <p:nvSpPr>
            <p:cNvPr id="242" name="직사각형 241">
              <a:extLst>
                <a:ext uri="{FF2B5EF4-FFF2-40B4-BE49-F238E27FC236}">
                  <a16:creationId xmlns:a16="http://schemas.microsoft.com/office/drawing/2014/main" id="{69FCBA42-7B33-888C-1AD7-0FC28C456218}"/>
                </a:ext>
              </a:extLst>
            </p:cNvPr>
            <p:cNvSpPr/>
            <p:nvPr/>
          </p:nvSpPr>
          <p:spPr>
            <a:xfrm>
              <a:off x="484632" y="1980961"/>
              <a:ext cx="914802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3" name="TextBox 242">
              <a:extLst>
                <a:ext uri="{FF2B5EF4-FFF2-40B4-BE49-F238E27FC236}">
                  <a16:creationId xmlns:a16="http://schemas.microsoft.com/office/drawing/2014/main" id="{318047B2-AE5A-F9E8-2B3D-1D0E93F90468}"/>
                </a:ext>
              </a:extLst>
            </p:cNvPr>
            <p:cNvSpPr txBox="1"/>
            <p:nvPr/>
          </p:nvSpPr>
          <p:spPr>
            <a:xfrm>
              <a:off x="597009" y="2052701"/>
              <a:ext cx="155448" cy="155448"/>
            </a:xfrm>
            <a:prstGeom prst="rect">
              <a:avLst/>
            </a:prstGeom>
            <a:solidFill>
              <a:schemeClr val="tx1">
                <a:lumMod val="50000"/>
                <a:lumOff val="50000"/>
              </a:schemeClr>
            </a:solidFill>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244" name="TextBox 243">
              <a:extLst>
                <a:ext uri="{FF2B5EF4-FFF2-40B4-BE49-F238E27FC236}">
                  <a16:creationId xmlns:a16="http://schemas.microsoft.com/office/drawing/2014/main" id="{6324D43E-91C8-7C97-6DC1-370D3B5DB03E}"/>
                </a:ext>
              </a:extLst>
            </p:cNvPr>
            <p:cNvSpPr txBox="1"/>
            <p:nvPr/>
          </p:nvSpPr>
          <p:spPr>
            <a:xfrm>
              <a:off x="842490" y="1973057"/>
              <a:ext cx="2194560"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전체선택</a:t>
              </a:r>
              <a:r>
                <a:rPr sz="900" b="1" spc="-150" dirty="0">
                  <a:solidFill>
                    <a:srgbClr val="333333"/>
                  </a:solidFill>
                  <a:latin typeface="+mn-ea"/>
                </a:rPr>
                <a:t> (2/2)</a:t>
              </a:r>
            </a:p>
          </p:txBody>
        </p:sp>
        <p:sp>
          <p:nvSpPr>
            <p:cNvPr id="245" name="TextBox 244">
              <a:extLst>
                <a:ext uri="{FF2B5EF4-FFF2-40B4-BE49-F238E27FC236}">
                  <a16:creationId xmlns:a16="http://schemas.microsoft.com/office/drawing/2014/main" id="{FD0AFFD0-8B9D-CB53-C57C-50C1B814A41E}"/>
                </a:ext>
              </a:extLst>
            </p:cNvPr>
            <p:cNvSpPr txBox="1"/>
            <p:nvPr/>
          </p:nvSpPr>
          <p:spPr>
            <a:xfrm>
              <a:off x="7021108" y="1973057"/>
              <a:ext cx="2423160" cy="329184"/>
            </a:xfrm>
            <a:prstGeom prst="rect">
              <a:avLst/>
            </a:prstGeom>
            <a:noFill/>
          </p:spPr>
          <p:txBody>
            <a:bodyPr wrap="square" lIns="0" tIns="0" rIns="0" bIns="0" anchor="ctr">
              <a:noAutofit/>
            </a:bodyPr>
            <a:lstStyle/>
            <a:p>
              <a:pPr algn="r"/>
              <a:r>
                <a:rPr sz="900" u="sng" spc="-150" dirty="0" err="1">
                  <a:solidFill>
                    <a:srgbClr val="333333"/>
                  </a:solidFill>
                  <a:latin typeface="+mn-ea"/>
                </a:rPr>
                <a:t>선택삭제</a:t>
              </a:r>
              <a:endParaRPr sz="900" u="sng" spc="-150" dirty="0">
                <a:solidFill>
                  <a:srgbClr val="333333"/>
                </a:solidFill>
                <a:latin typeface="+mn-ea"/>
              </a:endParaRPr>
            </a:p>
          </p:txBody>
        </p:sp>
      </p:grpSp>
      <p:grpSp>
        <p:nvGrpSpPr>
          <p:cNvPr id="271" name="그룹 270">
            <a:extLst>
              <a:ext uri="{FF2B5EF4-FFF2-40B4-BE49-F238E27FC236}">
                <a16:creationId xmlns:a16="http://schemas.microsoft.com/office/drawing/2014/main" id="{09F3E103-7EB1-88FC-89C7-634A4DC7A0EE}"/>
              </a:ext>
            </a:extLst>
          </p:cNvPr>
          <p:cNvGrpSpPr/>
          <p:nvPr/>
        </p:nvGrpSpPr>
        <p:grpSpPr>
          <a:xfrm>
            <a:off x="361322" y="2788942"/>
            <a:ext cx="5375739" cy="1128513"/>
            <a:chOff x="294377" y="2966296"/>
            <a:chExt cx="5375739" cy="1128513"/>
          </a:xfrm>
        </p:grpSpPr>
        <p:sp>
          <p:nvSpPr>
            <p:cNvPr id="44" name="TextBox 43">
              <a:extLst>
                <a:ext uri="{FF2B5EF4-FFF2-40B4-BE49-F238E27FC236}">
                  <a16:creationId xmlns:a16="http://schemas.microsoft.com/office/drawing/2014/main" id="{F2A770E0-0C70-8407-CD2D-E1DD7FF3FCE0}"/>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33" name="Rounded Rectangle 33">
              <a:extLst>
                <a:ext uri="{FF2B5EF4-FFF2-40B4-BE49-F238E27FC236}">
                  <a16:creationId xmlns:a16="http://schemas.microsoft.com/office/drawing/2014/main" id="{0E37AD66-449D-9643-7BBD-ED52F4732137}"/>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46" name="Rounded Rectangle 23">
              <a:extLst>
                <a:ext uri="{FF2B5EF4-FFF2-40B4-BE49-F238E27FC236}">
                  <a16:creationId xmlns:a16="http://schemas.microsoft.com/office/drawing/2014/main" id="{8472EE77-0BCB-A3ED-920F-0E4FD9CAA651}"/>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47" name="Rounded Rectangle 27">
              <a:extLst>
                <a:ext uri="{FF2B5EF4-FFF2-40B4-BE49-F238E27FC236}">
                  <a16:creationId xmlns:a16="http://schemas.microsoft.com/office/drawing/2014/main" id="{A519014B-217F-A9F1-4E42-318E6862EE37}"/>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48" name="TextBox 247">
              <a:extLst>
                <a:ext uri="{FF2B5EF4-FFF2-40B4-BE49-F238E27FC236}">
                  <a16:creationId xmlns:a16="http://schemas.microsoft.com/office/drawing/2014/main" id="{0FC14CED-557C-1CF5-BE73-9DE68B9A42C0}"/>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49" name="Rounded Rectangle 27">
              <a:extLst>
                <a:ext uri="{FF2B5EF4-FFF2-40B4-BE49-F238E27FC236}">
                  <a16:creationId xmlns:a16="http://schemas.microsoft.com/office/drawing/2014/main" id="{624B2F75-E534-CB4B-830E-F42AB6C57C92}"/>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50" name="직사각형 249">
              <a:extLst>
                <a:ext uri="{FF2B5EF4-FFF2-40B4-BE49-F238E27FC236}">
                  <a16:creationId xmlns:a16="http://schemas.microsoft.com/office/drawing/2014/main" id="{0A157848-12BF-C7C0-AB07-D2589F34AB08}"/>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52" name="Rounded Rectangle 33">
              <a:extLst>
                <a:ext uri="{FF2B5EF4-FFF2-40B4-BE49-F238E27FC236}">
                  <a16:creationId xmlns:a16="http://schemas.microsoft.com/office/drawing/2014/main" id="{9A868118-AFCA-FA36-F3E5-0190D64BE90F}"/>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54" name="그룹 253">
              <a:extLst>
                <a:ext uri="{FF2B5EF4-FFF2-40B4-BE49-F238E27FC236}">
                  <a16:creationId xmlns:a16="http://schemas.microsoft.com/office/drawing/2014/main" id="{CCE618A1-1395-DA3A-65E2-62D6498AD83F}"/>
                </a:ext>
              </a:extLst>
            </p:cNvPr>
            <p:cNvGrpSpPr/>
            <p:nvPr/>
          </p:nvGrpSpPr>
          <p:grpSpPr>
            <a:xfrm>
              <a:off x="1506710" y="3549096"/>
              <a:ext cx="3169870" cy="545713"/>
              <a:chOff x="1389888" y="3647873"/>
              <a:chExt cx="3169870" cy="545713"/>
            </a:xfrm>
          </p:grpSpPr>
          <p:sp>
            <p:nvSpPr>
              <p:cNvPr id="231" name="직사각형 230">
                <a:extLst>
                  <a:ext uri="{FF2B5EF4-FFF2-40B4-BE49-F238E27FC236}">
                    <a16:creationId xmlns:a16="http://schemas.microsoft.com/office/drawing/2014/main" id="{E91DCF15-824F-2475-6A1B-B85CBDB8707B}"/>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32" name="TextBox 231">
                <a:extLst>
                  <a:ext uri="{FF2B5EF4-FFF2-40B4-BE49-F238E27FC236}">
                    <a16:creationId xmlns:a16="http://schemas.microsoft.com/office/drawing/2014/main" id="{8A786929-A6DB-9BA5-5E63-AAEF7AEF366A}"/>
                  </a:ext>
                </a:extLst>
              </p:cNvPr>
              <p:cNvSpPr txBox="1"/>
              <p:nvPr/>
            </p:nvSpPr>
            <p:spPr>
              <a:xfrm>
                <a:off x="3880073" y="3916072"/>
                <a:ext cx="597754" cy="182880"/>
              </a:xfrm>
              <a:prstGeom prst="rect">
                <a:avLst/>
              </a:prstGeom>
              <a:noFill/>
            </p:spPr>
            <p:txBody>
              <a:bodyPr wrap="square" lIns="0" tIns="0" rIns="0" bIns="0" anchor="ctr">
                <a:noAutofit/>
              </a:bodyPr>
              <a:lstStyle/>
              <a:p>
                <a:r>
                  <a:rPr sz="900" b="1" dirty="0">
                    <a:solidFill>
                      <a:srgbClr val="404040"/>
                    </a:solidFill>
                    <a:latin typeface="맑은 고딕"/>
                    <a:ea typeface="맑은 고딕"/>
                  </a:rPr>
                  <a:t>113,800원</a:t>
                </a:r>
              </a:p>
            </p:txBody>
          </p:sp>
          <p:sp>
            <p:nvSpPr>
              <p:cNvPr id="234" name="Rounded Rectangle 27">
                <a:extLst>
                  <a:ext uri="{FF2B5EF4-FFF2-40B4-BE49-F238E27FC236}">
                    <a16:creationId xmlns:a16="http://schemas.microsoft.com/office/drawing/2014/main" id="{FB852082-FFCE-B58A-CF43-8F5DB1409239}"/>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51" name="Rounded Rectangle 33">
                <a:extLst>
                  <a:ext uri="{FF2B5EF4-FFF2-40B4-BE49-F238E27FC236}">
                    <a16:creationId xmlns:a16="http://schemas.microsoft.com/office/drawing/2014/main" id="{EB68CF10-FA98-2DBE-A2F8-C199FFEE5576}"/>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cxnSp>
        <p:nvCxnSpPr>
          <p:cNvPr id="273" name="직선 연결선 272">
            <a:extLst>
              <a:ext uri="{FF2B5EF4-FFF2-40B4-BE49-F238E27FC236}">
                <a16:creationId xmlns:a16="http://schemas.microsoft.com/office/drawing/2014/main" id="{49198046-0172-40B0-BAD8-80C2E7BD8B5A}"/>
              </a:ext>
            </a:extLst>
          </p:cNvPr>
          <p:cNvCxnSpPr/>
          <p:nvPr/>
        </p:nvCxnSpPr>
        <p:spPr>
          <a:xfrm>
            <a:off x="361322" y="4166443"/>
            <a:ext cx="537573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74" name="그룹 273">
            <a:extLst>
              <a:ext uri="{FF2B5EF4-FFF2-40B4-BE49-F238E27FC236}">
                <a16:creationId xmlns:a16="http://schemas.microsoft.com/office/drawing/2014/main" id="{84BFB01A-C844-0A42-F37F-E2827DE27B9F}"/>
              </a:ext>
            </a:extLst>
          </p:cNvPr>
          <p:cNvGrpSpPr/>
          <p:nvPr/>
        </p:nvGrpSpPr>
        <p:grpSpPr>
          <a:xfrm>
            <a:off x="361322" y="4355925"/>
            <a:ext cx="5375739" cy="1128513"/>
            <a:chOff x="294377" y="2966296"/>
            <a:chExt cx="5375739" cy="1128513"/>
          </a:xfrm>
        </p:grpSpPr>
        <p:sp>
          <p:nvSpPr>
            <p:cNvPr id="275" name="TextBox 274">
              <a:extLst>
                <a:ext uri="{FF2B5EF4-FFF2-40B4-BE49-F238E27FC236}">
                  <a16:creationId xmlns:a16="http://schemas.microsoft.com/office/drawing/2014/main" id="{CAE027FA-A2E2-5EF8-2082-FB0D5464CFEA}"/>
                </a:ext>
              </a:extLst>
            </p:cNvPr>
            <p:cNvSpPr txBox="1"/>
            <p:nvPr/>
          </p:nvSpPr>
          <p:spPr>
            <a:xfrm>
              <a:off x="5468948" y="2970351"/>
              <a:ext cx="201168" cy="201168"/>
            </a:xfrm>
            <a:prstGeom prst="rect">
              <a:avLst/>
            </a:prstGeom>
            <a:noFill/>
          </p:spPr>
          <p:txBody>
            <a:bodyPr wrap="square" lIns="0" tIns="0" rIns="0" bIns="0" anchor="ctr">
              <a:noAutofit/>
            </a:bodyPr>
            <a:lstStyle/>
            <a:p>
              <a:pPr algn="ctr"/>
              <a:r>
                <a:rPr sz="900" b="0">
                  <a:solidFill>
                    <a:srgbClr val="8A8A8A"/>
                  </a:solidFill>
                  <a:latin typeface="맑은 고딕"/>
                  <a:ea typeface="맑은 고딕"/>
                </a:rPr>
                <a:t>✕</a:t>
              </a:r>
            </a:p>
          </p:txBody>
        </p:sp>
        <p:sp>
          <p:nvSpPr>
            <p:cNvPr id="276" name="Rounded Rectangle 33">
              <a:extLst>
                <a:ext uri="{FF2B5EF4-FFF2-40B4-BE49-F238E27FC236}">
                  <a16:creationId xmlns:a16="http://schemas.microsoft.com/office/drawing/2014/main" id="{C7D183A8-8AD9-9DB2-7EE7-18AE71FFBA41}"/>
                </a:ext>
              </a:extLst>
            </p:cNvPr>
            <p:cNvSpPr/>
            <p:nvPr/>
          </p:nvSpPr>
          <p:spPr>
            <a:xfrm>
              <a:off x="4795436" y="3551584"/>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옵션변경</a:t>
              </a:r>
              <a:endParaRPr lang="en-US" altLang="ko-KR" sz="800" dirty="0">
                <a:solidFill>
                  <a:srgbClr val="595959"/>
                </a:solidFill>
                <a:ea typeface="맑은 고딕"/>
              </a:endParaRPr>
            </a:p>
          </p:txBody>
        </p:sp>
        <p:sp>
          <p:nvSpPr>
            <p:cNvPr id="277" name="Rounded Rectangle 23">
              <a:extLst>
                <a:ext uri="{FF2B5EF4-FFF2-40B4-BE49-F238E27FC236}">
                  <a16:creationId xmlns:a16="http://schemas.microsoft.com/office/drawing/2014/main" id="{24CCF1D7-06FA-FF08-1A13-56FAAE766781}"/>
                </a:ext>
              </a:extLst>
            </p:cNvPr>
            <p:cNvSpPr/>
            <p:nvPr/>
          </p:nvSpPr>
          <p:spPr>
            <a:xfrm>
              <a:off x="294377" y="3163697"/>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278" name="Rounded Rectangle 27">
              <a:extLst>
                <a:ext uri="{FF2B5EF4-FFF2-40B4-BE49-F238E27FC236}">
                  <a16:creationId xmlns:a16="http://schemas.microsoft.com/office/drawing/2014/main" id="{FB3033BA-CA9E-F0B9-6BD5-672D427657EC}"/>
                </a:ext>
              </a:extLst>
            </p:cNvPr>
            <p:cNvSpPr/>
            <p:nvPr/>
          </p:nvSpPr>
          <p:spPr>
            <a:xfrm>
              <a:off x="1483401" y="2977271"/>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279" name="TextBox 278">
              <a:extLst>
                <a:ext uri="{FF2B5EF4-FFF2-40B4-BE49-F238E27FC236}">
                  <a16:creationId xmlns:a16="http://schemas.microsoft.com/office/drawing/2014/main" id="{46EE0AB6-FF13-A72F-5436-C06A13B00491}"/>
                </a:ext>
              </a:extLst>
            </p:cNvPr>
            <p:cNvSpPr txBox="1"/>
            <p:nvPr/>
          </p:nvSpPr>
          <p:spPr>
            <a:xfrm>
              <a:off x="1483400" y="3187251"/>
              <a:ext cx="3952116"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280" name="Rounded Rectangle 27">
              <a:extLst>
                <a:ext uri="{FF2B5EF4-FFF2-40B4-BE49-F238E27FC236}">
                  <a16:creationId xmlns:a16="http://schemas.microsoft.com/office/drawing/2014/main" id="{2945A79D-4B88-3B8E-F7EF-DF431DCA5FC1}"/>
                </a:ext>
              </a:extLst>
            </p:cNvPr>
            <p:cNvSpPr/>
            <p:nvPr/>
          </p:nvSpPr>
          <p:spPr>
            <a:xfrm>
              <a:off x="2328739" y="2977271"/>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281" name="직사각형 280">
              <a:extLst>
                <a:ext uri="{FF2B5EF4-FFF2-40B4-BE49-F238E27FC236}">
                  <a16:creationId xmlns:a16="http://schemas.microsoft.com/office/drawing/2014/main" id="{CC19632D-3085-0CFF-8ADD-C25B5BC66889}"/>
                </a:ext>
              </a:extLst>
            </p:cNvPr>
            <p:cNvSpPr/>
            <p:nvPr/>
          </p:nvSpPr>
          <p:spPr>
            <a:xfrm>
              <a:off x="547287" y="2966296"/>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82" name="Rounded Rectangle 33">
              <a:extLst>
                <a:ext uri="{FF2B5EF4-FFF2-40B4-BE49-F238E27FC236}">
                  <a16:creationId xmlns:a16="http://schemas.microsoft.com/office/drawing/2014/main" id="{67079F9F-2184-47F2-B431-E50BEF745D9E}"/>
                </a:ext>
              </a:extLst>
            </p:cNvPr>
            <p:cNvSpPr/>
            <p:nvPr/>
          </p:nvSpPr>
          <p:spPr>
            <a:xfrm>
              <a:off x="4795436" y="3836631"/>
              <a:ext cx="87468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rgbClr val="595959"/>
                  </a:solidFill>
                  <a:ea typeface="맑은 고딕"/>
                </a:rPr>
                <a:t>바로구매</a:t>
              </a:r>
              <a:endParaRPr lang="en-US" altLang="ko-KR" sz="800" dirty="0">
                <a:solidFill>
                  <a:srgbClr val="595959"/>
                </a:solidFill>
                <a:ea typeface="맑은 고딕"/>
              </a:endParaRPr>
            </a:p>
          </p:txBody>
        </p:sp>
        <p:grpSp>
          <p:nvGrpSpPr>
            <p:cNvPr id="283" name="그룹 282">
              <a:extLst>
                <a:ext uri="{FF2B5EF4-FFF2-40B4-BE49-F238E27FC236}">
                  <a16:creationId xmlns:a16="http://schemas.microsoft.com/office/drawing/2014/main" id="{FCE694AC-119A-7B73-5193-094908184099}"/>
                </a:ext>
              </a:extLst>
            </p:cNvPr>
            <p:cNvGrpSpPr/>
            <p:nvPr/>
          </p:nvGrpSpPr>
          <p:grpSpPr>
            <a:xfrm>
              <a:off x="1506710" y="3549096"/>
              <a:ext cx="3169870" cy="545713"/>
              <a:chOff x="1389888" y="3647873"/>
              <a:chExt cx="3169870" cy="545713"/>
            </a:xfrm>
          </p:grpSpPr>
          <p:sp>
            <p:nvSpPr>
              <p:cNvPr id="284" name="직사각형 283">
                <a:extLst>
                  <a:ext uri="{FF2B5EF4-FFF2-40B4-BE49-F238E27FC236}">
                    <a16:creationId xmlns:a16="http://schemas.microsoft.com/office/drawing/2014/main" id="{C3EF0DF2-649B-5FE4-C939-57ACB3D74DFD}"/>
                  </a:ext>
                </a:extLst>
              </p:cNvPr>
              <p:cNvSpPr/>
              <p:nvPr/>
            </p:nvSpPr>
            <p:spPr>
              <a:xfrm>
                <a:off x="1389888" y="3647873"/>
                <a:ext cx="3169870" cy="54571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85" name="TextBox 284">
                <a:extLst>
                  <a:ext uri="{FF2B5EF4-FFF2-40B4-BE49-F238E27FC236}">
                    <a16:creationId xmlns:a16="http://schemas.microsoft.com/office/drawing/2014/main" id="{2762DD26-6275-7155-08B8-40C5AD105F10}"/>
                  </a:ext>
                </a:extLst>
              </p:cNvPr>
              <p:cNvSpPr txBox="1"/>
              <p:nvPr/>
            </p:nvSpPr>
            <p:spPr>
              <a:xfrm>
                <a:off x="3962004" y="3916072"/>
                <a:ext cx="597754"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3</a:t>
                </a:r>
                <a:r>
                  <a:rPr sz="900" b="1" dirty="0">
                    <a:solidFill>
                      <a:srgbClr val="404040"/>
                    </a:solidFill>
                    <a:latin typeface="맑은 고딕"/>
                    <a:ea typeface="맑은 고딕"/>
                  </a:rPr>
                  <a:t>3,</a:t>
                </a:r>
                <a:r>
                  <a:rPr lang="en-US" sz="900" b="1" dirty="0">
                    <a:solidFill>
                      <a:srgbClr val="404040"/>
                    </a:solidFill>
                    <a:latin typeface="맑은 고딕"/>
                    <a:ea typeface="맑은 고딕"/>
                  </a:rPr>
                  <a:t>6</a:t>
                </a:r>
                <a:r>
                  <a:rPr sz="900" b="1" dirty="0">
                    <a:solidFill>
                      <a:srgbClr val="404040"/>
                    </a:solidFill>
                    <a:latin typeface="맑은 고딕"/>
                    <a:ea typeface="맑은 고딕"/>
                  </a:rPr>
                  <a:t>00원</a:t>
                </a:r>
              </a:p>
            </p:txBody>
          </p:sp>
          <p:sp>
            <p:nvSpPr>
              <p:cNvPr id="286" name="Rounded Rectangle 27">
                <a:extLst>
                  <a:ext uri="{FF2B5EF4-FFF2-40B4-BE49-F238E27FC236}">
                    <a16:creationId xmlns:a16="http://schemas.microsoft.com/office/drawing/2014/main" id="{9E649801-6CD3-F929-BE1C-30CB54CD067D}"/>
                  </a:ext>
                </a:extLst>
              </p:cNvPr>
              <p:cNvSpPr/>
              <p:nvPr/>
            </p:nvSpPr>
            <p:spPr>
              <a:xfrm>
                <a:off x="1461509" y="369572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87" name="Rounded Rectangle 33">
                <a:extLst>
                  <a:ext uri="{FF2B5EF4-FFF2-40B4-BE49-F238E27FC236}">
                    <a16:creationId xmlns:a16="http://schemas.microsoft.com/office/drawing/2014/main" id="{2D541033-1A62-D2CF-82A8-D5F4E5DDF796}"/>
                  </a:ext>
                </a:extLst>
              </p:cNvPr>
              <p:cNvSpPr/>
              <p:nvPr/>
            </p:nvSpPr>
            <p:spPr>
              <a:xfrm>
                <a:off x="1497559" y="389869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rgbClr val="595959"/>
                    </a:solidFill>
                    <a:ea typeface="맑은 고딕"/>
                  </a:rPr>
                  <a:t>−    </a:t>
                </a:r>
                <a:r>
                  <a:rPr lang="en-US" altLang="ko-KR" sz="800" dirty="0">
                    <a:solidFill>
                      <a:srgbClr val="595959"/>
                    </a:solidFill>
                    <a:ea typeface="맑은 고딕"/>
                  </a:rPr>
                  <a:t>1    +</a:t>
                </a:r>
              </a:p>
            </p:txBody>
          </p:sp>
        </p:grpSp>
      </p:grpSp>
      <p:sp>
        <p:nvSpPr>
          <p:cNvPr id="289" name="사각형: 둥근 모서리 288">
            <a:extLst>
              <a:ext uri="{FF2B5EF4-FFF2-40B4-BE49-F238E27FC236}">
                <a16:creationId xmlns:a16="http://schemas.microsoft.com/office/drawing/2014/main" id="{0DFE3F64-8CB7-3E94-9E0E-64E50D7346BC}"/>
              </a:ext>
            </a:extLst>
          </p:cNvPr>
          <p:cNvSpPr/>
          <p:nvPr/>
        </p:nvSpPr>
        <p:spPr>
          <a:xfrm>
            <a:off x="9526604" y="2886824"/>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90" name="TextBox 289">
            <a:extLst>
              <a:ext uri="{FF2B5EF4-FFF2-40B4-BE49-F238E27FC236}">
                <a16:creationId xmlns:a16="http://schemas.microsoft.com/office/drawing/2014/main" id="{3BC5837C-FFF6-2C8C-5410-6702BFA3A989}"/>
              </a:ext>
            </a:extLst>
          </p:cNvPr>
          <p:cNvSpPr txBox="1"/>
          <p:nvPr/>
        </p:nvSpPr>
        <p:spPr>
          <a:xfrm>
            <a:off x="9446386" y="2923834"/>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291" name="순서도: 연결자 290">
            <a:extLst>
              <a:ext uri="{FF2B5EF4-FFF2-40B4-BE49-F238E27FC236}">
                <a16:creationId xmlns:a16="http://schemas.microsoft.com/office/drawing/2014/main" id="{E1030804-A8DF-1B6D-22F4-531D3C0945F9}"/>
              </a:ext>
            </a:extLst>
          </p:cNvPr>
          <p:cNvSpPr/>
          <p:nvPr/>
        </p:nvSpPr>
        <p:spPr>
          <a:xfrm>
            <a:off x="9550132" y="317012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2" name="순서도: 연결자 291">
            <a:extLst>
              <a:ext uri="{FF2B5EF4-FFF2-40B4-BE49-F238E27FC236}">
                <a16:creationId xmlns:a16="http://schemas.microsoft.com/office/drawing/2014/main" id="{78EE6271-095D-8072-AE19-33C890359A52}"/>
              </a:ext>
            </a:extLst>
          </p:cNvPr>
          <p:cNvSpPr/>
          <p:nvPr/>
        </p:nvSpPr>
        <p:spPr>
          <a:xfrm>
            <a:off x="9553108" y="359841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3" name="순서도: 연결자 292">
            <a:extLst>
              <a:ext uri="{FF2B5EF4-FFF2-40B4-BE49-F238E27FC236}">
                <a16:creationId xmlns:a16="http://schemas.microsoft.com/office/drawing/2014/main" id="{EEB7EC7F-840D-8108-F068-18D41ED2415B}"/>
              </a:ext>
            </a:extLst>
          </p:cNvPr>
          <p:cNvSpPr/>
          <p:nvPr/>
        </p:nvSpPr>
        <p:spPr>
          <a:xfrm>
            <a:off x="9553108" y="4012644"/>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294" name="순서도: 연결자 293">
            <a:extLst>
              <a:ext uri="{FF2B5EF4-FFF2-40B4-BE49-F238E27FC236}">
                <a16:creationId xmlns:a16="http://schemas.microsoft.com/office/drawing/2014/main" id="{025839B9-FF94-E095-DAA9-4854E89F1E6D}"/>
              </a:ext>
            </a:extLst>
          </p:cNvPr>
          <p:cNvSpPr/>
          <p:nvPr/>
        </p:nvSpPr>
        <p:spPr>
          <a:xfrm>
            <a:off x="9561187" y="4503327"/>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295" name="Rounded Rectangle 67">
            <a:extLst>
              <a:ext uri="{FF2B5EF4-FFF2-40B4-BE49-F238E27FC236}">
                <a16:creationId xmlns:a16="http://schemas.microsoft.com/office/drawing/2014/main" id="{35394CB2-3726-0BDB-C466-E9FBC2F21886}"/>
              </a:ext>
            </a:extLst>
          </p:cNvPr>
          <p:cNvSpPr/>
          <p:nvPr/>
        </p:nvSpPr>
        <p:spPr>
          <a:xfrm>
            <a:off x="6358491" y="2489462"/>
            <a:ext cx="3026663" cy="2746735"/>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6" name="TextBox 295">
            <a:extLst>
              <a:ext uri="{FF2B5EF4-FFF2-40B4-BE49-F238E27FC236}">
                <a16:creationId xmlns:a16="http://schemas.microsoft.com/office/drawing/2014/main" id="{A532D059-4FB1-AE16-0565-B9DE2E8CC6D8}"/>
              </a:ext>
            </a:extLst>
          </p:cNvPr>
          <p:cNvSpPr txBox="1"/>
          <p:nvPr/>
        </p:nvSpPr>
        <p:spPr>
          <a:xfrm>
            <a:off x="6523083" y="2580902"/>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297" name="TextBox 296">
            <a:extLst>
              <a:ext uri="{FF2B5EF4-FFF2-40B4-BE49-F238E27FC236}">
                <a16:creationId xmlns:a16="http://schemas.microsoft.com/office/drawing/2014/main" id="{1A474F11-365F-F0F3-B9E2-B8554CBA1655}"/>
              </a:ext>
            </a:extLst>
          </p:cNvPr>
          <p:cNvSpPr txBox="1"/>
          <p:nvPr/>
        </p:nvSpPr>
        <p:spPr>
          <a:xfrm>
            <a:off x="6523083" y="2983238"/>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298" name="TextBox 297">
            <a:extLst>
              <a:ext uri="{FF2B5EF4-FFF2-40B4-BE49-F238E27FC236}">
                <a16:creationId xmlns:a16="http://schemas.microsoft.com/office/drawing/2014/main" id="{1B4B55E4-D825-CBA5-C02D-8C44EF426AB6}"/>
              </a:ext>
            </a:extLst>
          </p:cNvPr>
          <p:cNvSpPr txBox="1"/>
          <p:nvPr/>
        </p:nvSpPr>
        <p:spPr>
          <a:xfrm>
            <a:off x="7693515" y="2983238"/>
            <a:ext cx="1527048" cy="219456"/>
          </a:xfrm>
          <a:prstGeom prst="rect">
            <a:avLst/>
          </a:prstGeom>
        </p:spPr>
        <p:txBody>
          <a:bodyPr wrap="square" lIns="0" tIns="0" rIns="0" bIns="0" anchor="ctr">
            <a:noAutofit/>
          </a:bodyPr>
          <a:lstStyle/>
          <a:p>
            <a:pPr algn="r"/>
            <a:r>
              <a:rPr lang="en-US" sz="900" spc="-150" dirty="0">
                <a:solidFill>
                  <a:srgbClr val="333333"/>
                </a:solidFill>
                <a:latin typeface="+mn-ea"/>
              </a:rPr>
              <a:t>147,40</a:t>
            </a:r>
            <a:r>
              <a:rPr sz="900" spc="-150" dirty="0">
                <a:solidFill>
                  <a:srgbClr val="333333"/>
                </a:solidFill>
                <a:latin typeface="+mn-ea"/>
              </a:rPr>
              <a:t>0원</a:t>
            </a:r>
          </a:p>
        </p:txBody>
      </p:sp>
      <p:sp>
        <p:nvSpPr>
          <p:cNvPr id="299" name="TextBox 298">
            <a:extLst>
              <a:ext uri="{FF2B5EF4-FFF2-40B4-BE49-F238E27FC236}">
                <a16:creationId xmlns:a16="http://schemas.microsoft.com/office/drawing/2014/main" id="{F4410902-9B47-CA97-54B0-019663ADF4E8}"/>
              </a:ext>
            </a:extLst>
          </p:cNvPr>
          <p:cNvSpPr txBox="1"/>
          <p:nvPr/>
        </p:nvSpPr>
        <p:spPr>
          <a:xfrm>
            <a:off x="6523083" y="3230126"/>
            <a:ext cx="1463040" cy="219456"/>
          </a:xfrm>
          <a:prstGeom prst="rect">
            <a:avLst/>
          </a:prstGeom>
        </p:spPr>
        <p:txBody>
          <a:bodyPr wrap="square" lIns="0" tIns="0" rIns="0" bIns="0" anchor="ctr">
            <a:noAutofit/>
          </a:bodyPr>
          <a:lstStyle/>
          <a:p>
            <a:pPr algn="l"/>
            <a:r>
              <a:rPr sz="900" spc="-150" dirty="0" err="1">
                <a:solidFill>
                  <a:srgbClr val="333333"/>
                </a:solidFill>
                <a:latin typeface="+mn-ea"/>
              </a:rPr>
              <a:t>배송비</a:t>
            </a:r>
            <a:endParaRPr sz="900" spc="-150" dirty="0">
              <a:solidFill>
                <a:srgbClr val="333333"/>
              </a:solidFill>
              <a:latin typeface="+mn-ea"/>
            </a:endParaRPr>
          </a:p>
        </p:txBody>
      </p:sp>
      <p:sp>
        <p:nvSpPr>
          <p:cNvPr id="300" name="TextBox 299">
            <a:extLst>
              <a:ext uri="{FF2B5EF4-FFF2-40B4-BE49-F238E27FC236}">
                <a16:creationId xmlns:a16="http://schemas.microsoft.com/office/drawing/2014/main" id="{B7E4F9EF-7ABD-552B-0AA2-792C813FB245}"/>
              </a:ext>
            </a:extLst>
          </p:cNvPr>
          <p:cNvSpPr txBox="1"/>
          <p:nvPr/>
        </p:nvSpPr>
        <p:spPr>
          <a:xfrm>
            <a:off x="7693515" y="3230126"/>
            <a:ext cx="1527048" cy="219456"/>
          </a:xfrm>
          <a:prstGeom prst="rect">
            <a:avLst/>
          </a:prstGeom>
        </p:spPr>
        <p:txBody>
          <a:bodyPr wrap="square" lIns="0" tIns="0" rIns="0" bIns="0" anchor="ctr">
            <a:noAutofit/>
          </a:bodyPr>
          <a:lstStyle/>
          <a:p>
            <a:pPr algn="r"/>
            <a:r>
              <a:rPr sz="900" spc="-150" dirty="0">
                <a:solidFill>
                  <a:srgbClr val="333333"/>
                </a:solidFill>
                <a:latin typeface="+mn-ea"/>
              </a:rPr>
              <a:t>0원</a:t>
            </a:r>
          </a:p>
        </p:txBody>
      </p:sp>
      <p:cxnSp>
        <p:nvCxnSpPr>
          <p:cNvPr id="301" name="Connector 76">
            <a:extLst>
              <a:ext uri="{FF2B5EF4-FFF2-40B4-BE49-F238E27FC236}">
                <a16:creationId xmlns:a16="http://schemas.microsoft.com/office/drawing/2014/main" id="{1EC5465C-0DA9-EA22-2E85-7FB1F48EC255}"/>
              </a:ext>
            </a:extLst>
          </p:cNvPr>
          <p:cNvCxnSpPr/>
          <p:nvPr/>
        </p:nvCxnSpPr>
        <p:spPr>
          <a:xfrm>
            <a:off x="6504795" y="3554462"/>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302" name="TextBox 301">
            <a:extLst>
              <a:ext uri="{FF2B5EF4-FFF2-40B4-BE49-F238E27FC236}">
                <a16:creationId xmlns:a16="http://schemas.microsoft.com/office/drawing/2014/main" id="{39931DDB-E352-0D77-2F36-D28B43906EE1}"/>
              </a:ext>
            </a:extLst>
          </p:cNvPr>
          <p:cNvSpPr txBox="1"/>
          <p:nvPr/>
        </p:nvSpPr>
        <p:spPr>
          <a:xfrm>
            <a:off x="6523083" y="3831229"/>
            <a:ext cx="1280160"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sz="1050" b="1" spc="-50" dirty="0">
                <a:solidFill>
                  <a:srgbClr val="404040"/>
                </a:solidFill>
                <a:latin typeface="맑은 고딕"/>
                <a:ea typeface="맑은 고딕"/>
              </a:rPr>
              <a:t> </a:t>
            </a:r>
            <a:r>
              <a:rPr sz="1050" b="1" spc="-50" dirty="0" err="1">
                <a:solidFill>
                  <a:srgbClr val="404040"/>
                </a:solidFill>
                <a:latin typeface="맑은 고딕"/>
                <a:ea typeface="맑은 고딕"/>
              </a:rPr>
              <a:t>예정</a:t>
            </a:r>
            <a:r>
              <a:rPr lang="en-US" sz="1050" b="1" spc="-50" dirty="0">
                <a:solidFill>
                  <a:srgbClr val="404040"/>
                </a:solidFill>
                <a:latin typeface="맑은 고딕"/>
                <a:ea typeface="맑은 고딕"/>
              </a:rPr>
              <a:t> </a:t>
            </a:r>
            <a:r>
              <a:rPr lang="ko-KR" altLang="en-US" sz="1050" b="1" spc="-50" dirty="0">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303" name="TextBox 302">
            <a:extLst>
              <a:ext uri="{FF2B5EF4-FFF2-40B4-BE49-F238E27FC236}">
                <a16:creationId xmlns:a16="http://schemas.microsoft.com/office/drawing/2014/main" id="{2BBB643D-3218-BA9B-D768-14274C4C882F}"/>
              </a:ext>
            </a:extLst>
          </p:cNvPr>
          <p:cNvSpPr txBox="1"/>
          <p:nvPr/>
        </p:nvSpPr>
        <p:spPr>
          <a:xfrm>
            <a:off x="7693515" y="379465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147,40</a:t>
            </a:r>
            <a:r>
              <a:rPr sz="1300" b="1" dirty="0">
                <a:solidFill>
                  <a:srgbClr val="E8623F"/>
                </a:solidFill>
                <a:latin typeface="맑은 고딕"/>
                <a:ea typeface="맑은 고딕"/>
              </a:rPr>
              <a:t>0원</a:t>
            </a:r>
          </a:p>
        </p:txBody>
      </p:sp>
      <p:sp>
        <p:nvSpPr>
          <p:cNvPr id="304" name="Rounded Rectangle 79">
            <a:extLst>
              <a:ext uri="{FF2B5EF4-FFF2-40B4-BE49-F238E27FC236}">
                <a16:creationId xmlns:a16="http://schemas.microsoft.com/office/drawing/2014/main" id="{D5A3186D-9DFE-4F9F-0284-2A8B11CD2584}"/>
              </a:ext>
            </a:extLst>
          </p:cNvPr>
          <p:cNvSpPr/>
          <p:nvPr/>
        </p:nvSpPr>
        <p:spPr>
          <a:xfrm>
            <a:off x="6504795" y="4178701"/>
            <a:ext cx="2734056" cy="2743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5" name="TextBox 304">
            <a:extLst>
              <a:ext uri="{FF2B5EF4-FFF2-40B4-BE49-F238E27FC236}">
                <a16:creationId xmlns:a16="http://schemas.microsoft.com/office/drawing/2014/main" id="{76FC4ABB-082E-C5E0-71D9-1233D3DD3BDD}"/>
              </a:ext>
            </a:extLst>
          </p:cNvPr>
          <p:cNvSpPr txBox="1"/>
          <p:nvPr/>
        </p:nvSpPr>
        <p:spPr>
          <a:xfrm>
            <a:off x="6614523" y="4178701"/>
            <a:ext cx="1554480" cy="274320"/>
          </a:xfrm>
          <a:prstGeom prst="rect">
            <a:avLst/>
          </a:prstGeom>
          <a:noFill/>
        </p:spPr>
        <p:txBody>
          <a:bodyPr wrap="square" lIns="0" tIns="0" rIns="0" bIns="0" anchor="ctr">
            <a:noAutofit/>
          </a:bodyPr>
          <a:lstStyle/>
          <a:p>
            <a:pPr algn="l"/>
            <a:r>
              <a:rPr sz="900" spc="-150" dirty="0" err="1">
                <a:solidFill>
                  <a:srgbClr val="333333"/>
                </a:solidFill>
                <a:latin typeface="+mn-ea"/>
              </a:rPr>
              <a:t>적립</a:t>
            </a:r>
            <a:r>
              <a:rPr sz="900" spc="-150" dirty="0">
                <a:solidFill>
                  <a:srgbClr val="333333"/>
                </a:solidFill>
                <a:latin typeface="+mn-ea"/>
              </a:rPr>
              <a:t> 예</a:t>
            </a:r>
            <a:r>
              <a:rPr lang="ko-KR" altLang="en-US" sz="900" spc="-150" dirty="0">
                <a:solidFill>
                  <a:srgbClr val="333333"/>
                </a:solidFill>
                <a:latin typeface="+mn-ea"/>
              </a:rPr>
              <a:t>상</a:t>
            </a:r>
            <a:r>
              <a:rPr sz="900" spc="-150" dirty="0">
                <a:solidFill>
                  <a:srgbClr val="333333"/>
                </a:solidFill>
                <a:latin typeface="+mn-ea"/>
              </a:rPr>
              <a:t> </a:t>
            </a:r>
            <a:r>
              <a:rPr lang="ko-KR" altLang="en-US" sz="900" spc="-150" dirty="0">
                <a:solidFill>
                  <a:srgbClr val="333333"/>
                </a:solidFill>
                <a:latin typeface="+mn-ea"/>
              </a:rPr>
              <a:t>마일리지</a:t>
            </a:r>
            <a:endParaRPr sz="900" spc="-150" dirty="0">
              <a:solidFill>
                <a:srgbClr val="333333"/>
              </a:solidFill>
              <a:latin typeface="+mn-ea"/>
            </a:endParaRPr>
          </a:p>
        </p:txBody>
      </p:sp>
      <p:sp>
        <p:nvSpPr>
          <p:cNvPr id="306" name="TextBox 305">
            <a:extLst>
              <a:ext uri="{FF2B5EF4-FFF2-40B4-BE49-F238E27FC236}">
                <a16:creationId xmlns:a16="http://schemas.microsoft.com/office/drawing/2014/main" id="{287EB8C7-613C-C4E6-CA1F-BF76253851C9}"/>
              </a:ext>
            </a:extLst>
          </p:cNvPr>
          <p:cNvSpPr txBox="1"/>
          <p:nvPr/>
        </p:nvSpPr>
        <p:spPr>
          <a:xfrm>
            <a:off x="7993137" y="4178701"/>
            <a:ext cx="1207008" cy="274320"/>
          </a:xfrm>
          <a:prstGeom prst="rect">
            <a:avLst/>
          </a:prstGeom>
          <a:noFill/>
        </p:spPr>
        <p:txBody>
          <a:bodyPr wrap="square" lIns="0" tIns="0" rIns="0" bIns="0" anchor="ctr">
            <a:noAutofit/>
          </a:bodyPr>
          <a:lstStyle/>
          <a:p>
            <a:pPr algn="r"/>
            <a:r>
              <a:rPr lang="en-US" sz="900" b="1" dirty="0">
                <a:solidFill>
                  <a:srgbClr val="404040"/>
                </a:solidFill>
                <a:latin typeface="맑은 고딕"/>
                <a:ea typeface="맑은 고딕"/>
              </a:rPr>
              <a:t>147p</a:t>
            </a:r>
            <a:endParaRPr sz="900" b="1" dirty="0">
              <a:solidFill>
                <a:srgbClr val="404040"/>
              </a:solidFill>
              <a:latin typeface="맑은 고딕"/>
              <a:ea typeface="맑은 고딕"/>
            </a:endParaRPr>
          </a:p>
        </p:txBody>
      </p:sp>
      <p:sp>
        <p:nvSpPr>
          <p:cNvPr id="307" name="TextBox 306">
            <a:extLst>
              <a:ext uri="{FF2B5EF4-FFF2-40B4-BE49-F238E27FC236}">
                <a16:creationId xmlns:a16="http://schemas.microsoft.com/office/drawing/2014/main" id="{3CC9570C-21B7-A151-CB57-C43338C06157}"/>
              </a:ext>
            </a:extLst>
          </p:cNvPr>
          <p:cNvSpPr txBox="1"/>
          <p:nvPr/>
        </p:nvSpPr>
        <p:spPr>
          <a:xfrm>
            <a:off x="6523083" y="3576627"/>
            <a:ext cx="2715768" cy="310896"/>
          </a:xfrm>
          <a:prstGeom prst="rect">
            <a:avLst/>
          </a:prstGeom>
          <a:noFill/>
        </p:spPr>
        <p:txBody>
          <a:bodyPr wrap="square" lIns="0" tIns="0" rIns="0" bIns="0" anchor="ctr">
            <a:noAutofit/>
          </a:bodyPr>
          <a:lstStyle/>
          <a:p>
            <a:pPr>
              <a:lnSpc>
                <a:spcPct val="150000"/>
              </a:lnSpc>
            </a:pPr>
            <a:r>
              <a:rPr sz="800" b="0" dirty="0">
                <a:solidFill>
                  <a:srgbClr val="FF0000"/>
                </a:solidFill>
                <a:latin typeface="맑은 고딕"/>
                <a:ea typeface="맑은 고딕"/>
              </a:rPr>
              <a:t>ⓘ</a:t>
            </a:r>
            <a:r>
              <a:rPr sz="750" b="0" dirty="0">
                <a:solidFill>
                  <a:srgbClr val="8A8A8A"/>
                </a:solidFill>
                <a:latin typeface="맑은 고딕"/>
                <a:ea typeface="맑은 고딕"/>
              </a:rPr>
              <a:t> </a:t>
            </a:r>
            <a:r>
              <a:rPr lang="ko-KR" altLang="en-US" sz="800" dirty="0">
                <a:solidFill>
                  <a:srgbClr val="FF0000"/>
                </a:solidFill>
                <a:ea typeface="맑은 고딕"/>
              </a:rPr>
              <a:t>바우처 적용 금액은 주문서에서 확인 가능합니다</a:t>
            </a:r>
            <a:r>
              <a:rPr lang="en-US" altLang="ko-KR" sz="800" dirty="0">
                <a:solidFill>
                  <a:srgbClr val="FF0000"/>
                </a:solidFill>
                <a:ea typeface="맑은 고딕"/>
              </a:rPr>
              <a:t>.</a:t>
            </a:r>
            <a:endParaRPr lang="ko-KR" altLang="en-US" sz="800" dirty="0">
              <a:solidFill>
                <a:srgbClr val="FF0000"/>
              </a:solidFill>
              <a:ea typeface="맑은 고딕"/>
            </a:endParaRPr>
          </a:p>
        </p:txBody>
      </p:sp>
      <p:sp>
        <p:nvSpPr>
          <p:cNvPr id="308" name="Rounded Rectangle 84">
            <a:extLst>
              <a:ext uri="{FF2B5EF4-FFF2-40B4-BE49-F238E27FC236}">
                <a16:creationId xmlns:a16="http://schemas.microsoft.com/office/drawing/2014/main" id="{289B9E42-7E6D-83E9-06D6-14CCE9E1C053}"/>
              </a:ext>
            </a:extLst>
          </p:cNvPr>
          <p:cNvSpPr/>
          <p:nvPr/>
        </p:nvSpPr>
        <p:spPr>
          <a:xfrm>
            <a:off x="6504795" y="4606692"/>
            <a:ext cx="2734056" cy="36576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1000" spc="-150" dirty="0">
                <a:solidFill>
                  <a:schemeClr val="bg1"/>
                </a:solidFill>
              </a:rPr>
              <a:t>주문하기</a:t>
            </a:r>
            <a:endParaRPr sz="1000" spc="-150" dirty="0">
              <a:solidFill>
                <a:schemeClr val="bg1"/>
              </a:solidFill>
            </a:endParaRPr>
          </a:p>
        </p:txBody>
      </p:sp>
      <p:sp>
        <p:nvSpPr>
          <p:cNvPr id="10" name="직사각형 9">
            <a:extLst>
              <a:ext uri="{FF2B5EF4-FFF2-40B4-BE49-F238E27FC236}">
                <a16:creationId xmlns:a16="http://schemas.microsoft.com/office/drawing/2014/main" id="{63062EF9-68C5-21DA-0F83-857DFF874C34}"/>
              </a:ext>
            </a:extLst>
          </p:cNvPr>
          <p:cNvSpPr/>
          <p:nvPr/>
        </p:nvSpPr>
        <p:spPr>
          <a:xfrm>
            <a:off x="58848" y="677660"/>
            <a:ext cx="10016215" cy="5760640"/>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5881132B-A5CB-655B-FB63-7BC8E470630C}"/>
              </a:ext>
            </a:extLst>
          </p:cNvPr>
          <p:cNvSpPr/>
          <p:nvPr/>
        </p:nvSpPr>
        <p:spPr>
          <a:xfrm>
            <a:off x="3034225" y="1071635"/>
            <a:ext cx="3973502" cy="4484050"/>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5" name="그룹 14">
            <a:extLst>
              <a:ext uri="{FF2B5EF4-FFF2-40B4-BE49-F238E27FC236}">
                <a16:creationId xmlns:a16="http://schemas.microsoft.com/office/drawing/2014/main" id="{354CD7BB-5FF4-9BA8-11E9-0C37E09177E2}"/>
              </a:ext>
            </a:extLst>
          </p:cNvPr>
          <p:cNvGrpSpPr/>
          <p:nvPr/>
        </p:nvGrpSpPr>
        <p:grpSpPr>
          <a:xfrm>
            <a:off x="3494463" y="4832415"/>
            <a:ext cx="3069471" cy="222103"/>
            <a:chOff x="345382" y="6079910"/>
            <a:chExt cx="2672376" cy="222103"/>
          </a:xfrm>
        </p:grpSpPr>
        <p:sp>
          <p:nvSpPr>
            <p:cNvPr id="16" name="Rounded Rectangle 35">
              <a:extLst>
                <a:ext uri="{FF2B5EF4-FFF2-40B4-BE49-F238E27FC236}">
                  <a16:creationId xmlns:a16="http://schemas.microsoft.com/office/drawing/2014/main" id="{16314C76-5C4A-AA38-B2B0-28AE5B16D093}"/>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17" name="Rounded Rectangle 35">
              <a:extLst>
                <a:ext uri="{FF2B5EF4-FFF2-40B4-BE49-F238E27FC236}">
                  <a16:creationId xmlns:a16="http://schemas.microsoft.com/office/drawing/2014/main" id="{DDF0AD07-BE59-A04F-EBC5-D811E1F667AC}"/>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18" name="TextBox 17">
            <a:extLst>
              <a:ext uri="{FF2B5EF4-FFF2-40B4-BE49-F238E27FC236}">
                <a16:creationId xmlns:a16="http://schemas.microsoft.com/office/drawing/2014/main" id="{AB6B2EC2-009C-ABA1-385F-F37E1357313D}"/>
              </a:ext>
            </a:extLst>
          </p:cNvPr>
          <p:cNvSpPr txBox="1"/>
          <p:nvPr/>
        </p:nvSpPr>
        <p:spPr>
          <a:xfrm>
            <a:off x="3498596" y="1920981"/>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19" name="그룹 18">
            <a:extLst>
              <a:ext uri="{FF2B5EF4-FFF2-40B4-BE49-F238E27FC236}">
                <a16:creationId xmlns:a16="http://schemas.microsoft.com/office/drawing/2014/main" id="{C74E24FC-EF49-70C5-0FB9-053E9FB8BED3}"/>
              </a:ext>
            </a:extLst>
          </p:cNvPr>
          <p:cNvGrpSpPr/>
          <p:nvPr/>
        </p:nvGrpSpPr>
        <p:grpSpPr>
          <a:xfrm>
            <a:off x="3496129" y="4263066"/>
            <a:ext cx="3045134" cy="426937"/>
            <a:chOff x="5114729" y="5253147"/>
            <a:chExt cx="3045134" cy="426937"/>
          </a:xfrm>
        </p:grpSpPr>
        <p:sp>
          <p:nvSpPr>
            <p:cNvPr id="20" name="Rounded Rectangle 27">
              <a:extLst>
                <a:ext uri="{FF2B5EF4-FFF2-40B4-BE49-F238E27FC236}">
                  <a16:creationId xmlns:a16="http://schemas.microsoft.com/office/drawing/2014/main" id="{EA453594-3433-E0D2-7DCF-A204EC5B38F5}"/>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21" name="Rounded Rectangle 27">
              <a:extLst>
                <a:ext uri="{FF2B5EF4-FFF2-40B4-BE49-F238E27FC236}">
                  <a16:creationId xmlns:a16="http://schemas.microsoft.com/office/drawing/2014/main" id="{D67320E7-59D0-08E6-27AF-7757BA84C02E}"/>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152,400</a:t>
              </a:r>
              <a:r>
                <a:rPr lang="ko-KR" altLang="en-US" sz="900" b="1" dirty="0">
                  <a:solidFill>
                    <a:schemeClr val="tx1"/>
                  </a:solidFill>
                  <a:ea typeface="맑은 고딕"/>
                </a:rPr>
                <a:t>원</a:t>
              </a:r>
            </a:p>
          </p:txBody>
        </p:sp>
        <p:sp>
          <p:nvSpPr>
            <p:cNvPr id="22" name="Rounded Rectangle 27">
              <a:extLst>
                <a:ext uri="{FF2B5EF4-FFF2-40B4-BE49-F238E27FC236}">
                  <a16:creationId xmlns:a16="http://schemas.microsoft.com/office/drawing/2014/main" id="{2D7E0265-8B63-2A38-7A49-2AE4617446F6}"/>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23" name="Rounded Rectangle 27">
              <a:extLst>
                <a:ext uri="{FF2B5EF4-FFF2-40B4-BE49-F238E27FC236}">
                  <a16:creationId xmlns:a16="http://schemas.microsoft.com/office/drawing/2014/main" id="{A736E26D-B23B-EB36-B58E-3AB108A82145}"/>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24" name="그룹 23">
            <a:extLst>
              <a:ext uri="{FF2B5EF4-FFF2-40B4-BE49-F238E27FC236}">
                <a16:creationId xmlns:a16="http://schemas.microsoft.com/office/drawing/2014/main" id="{303F8360-D8E1-8003-1AE2-DBF73269EF2E}"/>
              </a:ext>
            </a:extLst>
          </p:cNvPr>
          <p:cNvGrpSpPr/>
          <p:nvPr/>
        </p:nvGrpSpPr>
        <p:grpSpPr>
          <a:xfrm>
            <a:off x="3481656" y="2998194"/>
            <a:ext cx="3085578" cy="541093"/>
            <a:chOff x="332574" y="4846817"/>
            <a:chExt cx="3085578" cy="541093"/>
          </a:xfrm>
        </p:grpSpPr>
        <p:sp>
          <p:nvSpPr>
            <p:cNvPr id="25" name="직사각형 24">
              <a:extLst>
                <a:ext uri="{FF2B5EF4-FFF2-40B4-BE49-F238E27FC236}">
                  <a16:creationId xmlns:a16="http://schemas.microsoft.com/office/drawing/2014/main" id="{99A72A06-33DB-BE5D-67C1-5387923B59D4}"/>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6" name="TextBox 25">
              <a:extLst>
                <a:ext uri="{FF2B5EF4-FFF2-40B4-BE49-F238E27FC236}">
                  <a16:creationId xmlns:a16="http://schemas.microsoft.com/office/drawing/2014/main" id="{00314142-7BD0-586A-45CE-B0723A1C3DA0}"/>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7" name="Rounded Rectangle 33">
              <a:extLst>
                <a:ext uri="{FF2B5EF4-FFF2-40B4-BE49-F238E27FC236}">
                  <a16:creationId xmlns:a16="http://schemas.microsoft.com/office/drawing/2014/main" id="{A0416A94-510C-F8A2-2252-2D6F732D8474}"/>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8" name="Rounded Rectangle 27">
              <a:extLst>
                <a:ext uri="{FF2B5EF4-FFF2-40B4-BE49-F238E27FC236}">
                  <a16:creationId xmlns:a16="http://schemas.microsoft.com/office/drawing/2014/main" id="{E94D6CD0-5C05-1807-EF4A-757C65D30E8A}"/>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9" name="Rounded Rectangle 27">
              <a:extLst>
                <a:ext uri="{FF2B5EF4-FFF2-40B4-BE49-F238E27FC236}">
                  <a16:creationId xmlns:a16="http://schemas.microsoft.com/office/drawing/2014/main" id="{6E7B24E9-D083-CFF8-2483-E0B6CF671601}"/>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30" name="Rounded Rectangle 35">
            <a:extLst>
              <a:ext uri="{FF2B5EF4-FFF2-40B4-BE49-F238E27FC236}">
                <a16:creationId xmlns:a16="http://schemas.microsoft.com/office/drawing/2014/main" id="{07074C15-1092-F9C6-6F5F-135DA205B6B8}"/>
              </a:ext>
            </a:extLst>
          </p:cNvPr>
          <p:cNvSpPr/>
          <p:nvPr/>
        </p:nvSpPr>
        <p:spPr>
          <a:xfrm>
            <a:off x="3489213" y="2618255"/>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nvGrpSpPr>
          <p:cNvPr id="31" name="그룹 30">
            <a:extLst>
              <a:ext uri="{FF2B5EF4-FFF2-40B4-BE49-F238E27FC236}">
                <a16:creationId xmlns:a16="http://schemas.microsoft.com/office/drawing/2014/main" id="{37C9DA8E-7930-F123-A172-ADC18F588A88}"/>
              </a:ext>
            </a:extLst>
          </p:cNvPr>
          <p:cNvGrpSpPr/>
          <p:nvPr/>
        </p:nvGrpSpPr>
        <p:grpSpPr>
          <a:xfrm>
            <a:off x="3481656" y="3612934"/>
            <a:ext cx="3085578" cy="541093"/>
            <a:chOff x="332574" y="4846817"/>
            <a:chExt cx="3085578" cy="541093"/>
          </a:xfrm>
        </p:grpSpPr>
        <p:sp>
          <p:nvSpPr>
            <p:cNvPr id="32" name="직사각형 31">
              <a:extLst>
                <a:ext uri="{FF2B5EF4-FFF2-40B4-BE49-F238E27FC236}">
                  <a16:creationId xmlns:a16="http://schemas.microsoft.com/office/drawing/2014/main" id="{DBE9999D-6E34-6F52-B66D-2845B52F6DEE}"/>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3" name="TextBox 32">
              <a:extLst>
                <a:ext uri="{FF2B5EF4-FFF2-40B4-BE49-F238E27FC236}">
                  <a16:creationId xmlns:a16="http://schemas.microsoft.com/office/drawing/2014/main" id="{9A41F30F-9696-224A-C416-284E0D5A8A96}"/>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p>
          </p:txBody>
        </p:sp>
        <p:sp>
          <p:nvSpPr>
            <p:cNvPr id="34" name="Rounded Rectangle 33">
              <a:extLst>
                <a:ext uri="{FF2B5EF4-FFF2-40B4-BE49-F238E27FC236}">
                  <a16:creationId xmlns:a16="http://schemas.microsoft.com/office/drawing/2014/main" id="{67E6BDBC-38CE-B9D9-E708-F91C180422E7}"/>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35" name="Rounded Rectangle 27">
              <a:extLst>
                <a:ext uri="{FF2B5EF4-FFF2-40B4-BE49-F238E27FC236}">
                  <a16:creationId xmlns:a16="http://schemas.microsoft.com/office/drawing/2014/main" id="{FD49FD30-2981-4E1C-832A-E6387F130424}"/>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36" name="Rounded Rectangle 27">
              <a:extLst>
                <a:ext uri="{FF2B5EF4-FFF2-40B4-BE49-F238E27FC236}">
                  <a16:creationId xmlns:a16="http://schemas.microsoft.com/office/drawing/2014/main" id="{F0B6C6B1-FEFD-68DD-83E2-2AC04F77315C}"/>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37" name="TextBox 36">
            <a:extLst>
              <a:ext uri="{FF2B5EF4-FFF2-40B4-BE49-F238E27FC236}">
                <a16:creationId xmlns:a16="http://schemas.microsoft.com/office/drawing/2014/main" id="{A62BC607-7A63-277A-2922-20F5B3439B66}"/>
              </a:ext>
            </a:extLst>
          </p:cNvPr>
          <p:cNvSpPr txBox="1"/>
          <p:nvPr/>
        </p:nvSpPr>
        <p:spPr>
          <a:xfrm>
            <a:off x="3923618" y="2270226"/>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38" name="직사각형 37">
            <a:extLst>
              <a:ext uri="{FF2B5EF4-FFF2-40B4-BE49-F238E27FC236}">
                <a16:creationId xmlns:a16="http://schemas.microsoft.com/office/drawing/2014/main" id="{EC6603CA-6BEF-A4D5-008E-8E965CAD28CB}"/>
              </a:ext>
            </a:extLst>
          </p:cNvPr>
          <p:cNvSpPr/>
          <p:nvPr/>
        </p:nvSpPr>
        <p:spPr>
          <a:xfrm>
            <a:off x="3498596" y="2214061"/>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40" name="TextBox 39">
            <a:extLst>
              <a:ext uri="{FF2B5EF4-FFF2-40B4-BE49-F238E27FC236}">
                <a16:creationId xmlns:a16="http://schemas.microsoft.com/office/drawing/2014/main" id="{AC4635C9-6B5D-0FB0-CE10-E8FD7269DA70}"/>
              </a:ext>
            </a:extLst>
          </p:cNvPr>
          <p:cNvSpPr txBox="1"/>
          <p:nvPr/>
        </p:nvSpPr>
        <p:spPr>
          <a:xfrm>
            <a:off x="3834096" y="1399513"/>
            <a:ext cx="2373760" cy="182880"/>
          </a:xfrm>
          <a:prstGeom prst="rect">
            <a:avLst/>
          </a:prstGeom>
          <a:noFill/>
        </p:spPr>
        <p:txBody>
          <a:bodyPr wrap="square" lIns="0" tIns="0" rIns="0" bIns="0" anchor="ctr">
            <a:noAutofit/>
          </a:bodyPr>
          <a:lstStyle/>
          <a:p>
            <a:pPr algn="ctr"/>
            <a:r>
              <a:rPr lang="ko-KR" altLang="en-US" sz="900" b="1" dirty="0">
                <a:solidFill>
                  <a:srgbClr val="404040"/>
                </a:solidFill>
                <a:ea typeface="맑은 고딕"/>
              </a:rPr>
              <a:t>옵션변경</a:t>
            </a:r>
            <a:endParaRPr sz="900" b="1" dirty="0">
              <a:solidFill>
                <a:srgbClr val="404040"/>
              </a:solidFill>
              <a:latin typeface="맑은 고딕"/>
              <a:ea typeface="맑은 고딕"/>
            </a:endParaRPr>
          </a:p>
        </p:txBody>
      </p:sp>
    </p:spTree>
    <p:extLst>
      <p:ext uri="{BB962C8B-B14F-4D97-AF65-F5344CB8AC3E}">
        <p14:creationId xmlns:p14="http://schemas.microsoft.com/office/powerpoint/2010/main" val="1941753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6B16-A4B4-ACE8-391B-4D368B95E20C}"/>
            </a:ext>
          </a:extLst>
        </p:cNvPr>
        <p:cNvGrpSpPr/>
        <p:nvPr/>
      </p:nvGrpSpPr>
      <p:grpSpPr>
        <a:xfrm>
          <a:off x="0" y="0"/>
          <a:ext cx="0" cy="0"/>
          <a:chOff x="0" y="0"/>
          <a:chExt cx="0" cy="0"/>
        </a:xfrm>
      </p:grpSpPr>
      <p:sp>
        <p:nvSpPr>
          <p:cNvPr id="16" name="직사각형 15">
            <a:extLst>
              <a:ext uri="{FF2B5EF4-FFF2-40B4-BE49-F238E27FC236}">
                <a16:creationId xmlns:a16="http://schemas.microsoft.com/office/drawing/2014/main" id="{45E84695-1FA2-B724-9705-3E0A0801540E}"/>
              </a:ext>
            </a:extLst>
          </p:cNvPr>
          <p:cNvSpPr/>
          <p:nvPr/>
        </p:nvSpPr>
        <p:spPr>
          <a:xfrm>
            <a:off x="168443" y="665138"/>
            <a:ext cx="3430800" cy="276999"/>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 name="TextBox 17">
            <a:extLst>
              <a:ext uri="{FF2B5EF4-FFF2-40B4-BE49-F238E27FC236}">
                <a16:creationId xmlns:a16="http://schemas.microsoft.com/office/drawing/2014/main" id="{3AE1E36C-533C-34A0-DB53-6422836BAAEB}"/>
              </a:ext>
            </a:extLst>
          </p:cNvPr>
          <p:cNvSpPr txBox="1"/>
          <p:nvPr/>
        </p:nvSpPr>
        <p:spPr>
          <a:xfrm>
            <a:off x="377444" y="720258"/>
            <a:ext cx="723275" cy="276999"/>
          </a:xfrm>
          <a:prstGeom prst="rect">
            <a:avLst/>
          </a:prstGeom>
          <a:noFill/>
        </p:spPr>
        <p:txBody>
          <a:bodyPr wrap="none" rtlCol="0">
            <a:spAutoFit/>
          </a:bodyPr>
          <a:lstStyle/>
          <a:p>
            <a:pPr algn="ctr"/>
            <a:r>
              <a:rPr lang="ko-KR" altLang="en-US" sz="1200" b="1" spc="-150" dirty="0">
                <a:solidFill>
                  <a:schemeClr val="tx1">
                    <a:lumMod val="75000"/>
                    <a:lumOff val="25000"/>
                  </a:schemeClr>
                </a:solidFill>
                <a:latin typeface="맑은 고딕" panose="020B0503020000020004" pitchFamily="50" charset="-127"/>
                <a:ea typeface="맑은 고딕" panose="020B0503020000020004" pitchFamily="50" charset="-127"/>
              </a:rPr>
              <a:t>장바구니</a:t>
            </a:r>
          </a:p>
        </p:txBody>
      </p:sp>
      <p:sp>
        <p:nvSpPr>
          <p:cNvPr id="19" name="TextBox 18">
            <a:extLst>
              <a:ext uri="{FF2B5EF4-FFF2-40B4-BE49-F238E27FC236}">
                <a16:creationId xmlns:a16="http://schemas.microsoft.com/office/drawing/2014/main" id="{E6889ED6-19EA-4975-B846-77645A162837}"/>
              </a:ext>
            </a:extLst>
          </p:cNvPr>
          <p:cNvSpPr txBox="1"/>
          <p:nvPr/>
        </p:nvSpPr>
        <p:spPr>
          <a:xfrm>
            <a:off x="169406" y="697398"/>
            <a:ext cx="276037" cy="276999"/>
          </a:xfrm>
          <a:prstGeom prst="rect">
            <a:avLst/>
          </a:prstGeom>
          <a:noFill/>
        </p:spPr>
        <p:txBody>
          <a:bodyPr wrap="none" rtlCol="0">
            <a:spAutoFit/>
          </a:bodyPr>
          <a:lstStyle/>
          <a:p>
            <a:pPr algn="ctr"/>
            <a:r>
              <a:rPr lang="en-US" altLang="ko-KR" sz="1200" spc="-150" dirty="0">
                <a:solidFill>
                  <a:schemeClr val="tx1">
                    <a:lumMod val="75000"/>
                    <a:lumOff val="25000"/>
                  </a:schemeClr>
                </a:solidFill>
                <a:latin typeface="맑은 고딕" panose="020B0503020000020004" pitchFamily="50" charset="-127"/>
                <a:ea typeface="맑은 고딕" panose="020B0503020000020004" pitchFamily="50" charset="-127"/>
              </a:rPr>
              <a:t>&lt;</a:t>
            </a:r>
            <a:endParaRPr lang="ko-KR" altLang="en-US" sz="12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grpSp>
        <p:nvGrpSpPr>
          <p:cNvPr id="20" name="그룹 19">
            <a:extLst>
              <a:ext uri="{FF2B5EF4-FFF2-40B4-BE49-F238E27FC236}">
                <a16:creationId xmlns:a16="http://schemas.microsoft.com/office/drawing/2014/main" id="{F2613D20-6C69-A309-9610-6C124F5A834E}"/>
              </a:ext>
            </a:extLst>
          </p:cNvPr>
          <p:cNvGrpSpPr/>
          <p:nvPr/>
        </p:nvGrpSpPr>
        <p:grpSpPr>
          <a:xfrm>
            <a:off x="2907993" y="703689"/>
            <a:ext cx="613818" cy="222962"/>
            <a:chOff x="2907993" y="703689"/>
            <a:chExt cx="613818" cy="222962"/>
          </a:xfrm>
        </p:grpSpPr>
        <p:pic>
          <p:nvPicPr>
            <p:cNvPr id="22" name="그림 21">
              <a:extLst>
                <a:ext uri="{FF2B5EF4-FFF2-40B4-BE49-F238E27FC236}">
                  <a16:creationId xmlns:a16="http://schemas.microsoft.com/office/drawing/2014/main" id="{3FC16F6B-F308-0C30-1E6B-E37A04E7EE67}"/>
                </a:ext>
              </a:extLst>
            </p:cNvPr>
            <p:cNvPicPr>
              <a:picLocks noChangeAspect="1"/>
            </p:cNvPicPr>
            <p:nvPr/>
          </p:nvPicPr>
          <p:blipFill>
            <a:blip r:embed="rId2"/>
            <a:stretch>
              <a:fillRect/>
            </a:stretch>
          </p:blipFill>
          <p:spPr>
            <a:xfrm>
              <a:off x="3359286" y="724793"/>
              <a:ext cx="162525" cy="158011"/>
            </a:xfrm>
            <a:prstGeom prst="rect">
              <a:avLst/>
            </a:prstGeom>
          </p:spPr>
        </p:pic>
        <p:pic>
          <p:nvPicPr>
            <p:cNvPr id="23" name="그림 22">
              <a:extLst>
                <a:ext uri="{FF2B5EF4-FFF2-40B4-BE49-F238E27FC236}">
                  <a16:creationId xmlns:a16="http://schemas.microsoft.com/office/drawing/2014/main" id="{8D0CBEE0-58CE-5DAD-7F9E-08283C7C439B}"/>
                </a:ext>
              </a:extLst>
            </p:cNvPr>
            <p:cNvPicPr>
              <a:picLocks noChangeAspect="1"/>
            </p:cNvPicPr>
            <p:nvPr/>
          </p:nvPicPr>
          <p:blipFill>
            <a:blip r:embed="rId3"/>
            <a:srcRect t="19832" r="76394" b="17169"/>
            <a:stretch>
              <a:fillRect/>
            </a:stretch>
          </p:blipFill>
          <p:spPr>
            <a:xfrm>
              <a:off x="2907993" y="728319"/>
              <a:ext cx="232970" cy="167661"/>
            </a:xfrm>
            <a:prstGeom prst="rect">
              <a:avLst/>
            </a:prstGeom>
          </p:spPr>
        </p:pic>
        <p:pic>
          <p:nvPicPr>
            <p:cNvPr id="24" name="그림 23">
              <a:extLst>
                <a:ext uri="{FF2B5EF4-FFF2-40B4-BE49-F238E27FC236}">
                  <a16:creationId xmlns:a16="http://schemas.microsoft.com/office/drawing/2014/main" id="{DA5B3835-B147-A377-FD41-F53902D77360}"/>
                </a:ext>
              </a:extLst>
            </p:cNvPr>
            <p:cNvPicPr>
              <a:picLocks noChangeAspect="1"/>
            </p:cNvPicPr>
            <p:nvPr/>
          </p:nvPicPr>
          <p:blipFill>
            <a:blip r:embed="rId4"/>
            <a:stretch>
              <a:fillRect/>
            </a:stretch>
          </p:blipFill>
          <p:spPr>
            <a:xfrm>
              <a:off x="3140963" y="703689"/>
              <a:ext cx="198188" cy="222962"/>
            </a:xfrm>
            <a:prstGeom prst="rect">
              <a:avLst/>
            </a:prstGeom>
          </p:spPr>
        </p:pic>
      </p:grpSp>
      <p:sp>
        <p:nvSpPr>
          <p:cNvPr id="2" name="TextBox 1">
            <a:extLst>
              <a:ext uri="{FF2B5EF4-FFF2-40B4-BE49-F238E27FC236}">
                <a16:creationId xmlns:a16="http://schemas.microsoft.com/office/drawing/2014/main" id="{BCEC930E-EDAD-C65F-D8D1-12A6255A536F}"/>
              </a:ext>
            </a:extLst>
          </p:cNvPr>
          <p:cNvSpPr txBox="1"/>
          <p:nvPr/>
        </p:nvSpPr>
        <p:spPr>
          <a:xfrm>
            <a:off x="1307907" y="78285"/>
            <a:ext cx="159370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옵션병경 </a:t>
            </a:r>
            <a:r>
              <a:rPr lang="ko-KR" altLang="en-US" sz="900" spc="-150" dirty="0" err="1">
                <a:solidFill>
                  <a:schemeClr val="tx1">
                    <a:lumMod val="75000"/>
                    <a:lumOff val="25000"/>
                  </a:schemeClr>
                </a:solidFill>
                <a:latin typeface="맑은 고딕" panose="020B0503020000020004" pitchFamily="50" charset="-127"/>
                <a:ea typeface="맑은 고딕" panose="020B0503020000020004" pitchFamily="50" charset="-127"/>
              </a:rPr>
              <a:t>바텀시트</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 팝업</a:t>
            </a:r>
          </a:p>
        </p:txBody>
      </p:sp>
      <p:sp>
        <p:nvSpPr>
          <p:cNvPr id="3" name="TextBox 2">
            <a:extLst>
              <a:ext uri="{FF2B5EF4-FFF2-40B4-BE49-F238E27FC236}">
                <a16:creationId xmlns:a16="http://schemas.microsoft.com/office/drawing/2014/main" id="{044C64D8-A3EB-E271-9136-DDC491D59FF5}"/>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옵션변경</a:t>
            </a:r>
          </a:p>
        </p:txBody>
      </p:sp>
      <p:sp>
        <p:nvSpPr>
          <p:cNvPr id="4" name="직사각형 3">
            <a:extLst>
              <a:ext uri="{FF2B5EF4-FFF2-40B4-BE49-F238E27FC236}">
                <a16:creationId xmlns:a16="http://schemas.microsoft.com/office/drawing/2014/main" id="{989B4EBD-96EC-505B-9926-C907AB917A1D}"/>
              </a:ext>
            </a:extLst>
          </p:cNvPr>
          <p:cNvSpPr/>
          <p:nvPr/>
        </p:nvSpPr>
        <p:spPr>
          <a:xfrm>
            <a:off x="7921129" y="58428"/>
            <a:ext cx="1380506" cy="246221"/>
          </a:xfrm>
          <a:prstGeom prst="rect">
            <a:avLst/>
          </a:prstGeom>
        </p:spPr>
        <p:txBody>
          <a:bodyPr wrap="none">
            <a:spAutoFit/>
          </a:bodyPr>
          <a:lstStyle/>
          <a:p>
            <a:r>
              <a:rPr lang="en-US" altLang="ko-KR" sz="1000" dirty="0"/>
              <a:t>CH-U-CA-01-01-01p</a:t>
            </a:r>
            <a:endParaRPr lang="ko-KR" altLang="en-US" sz="1000" dirty="0"/>
          </a:p>
        </p:txBody>
      </p:sp>
      <p:sp>
        <p:nvSpPr>
          <p:cNvPr id="5" name="TextBox 4">
            <a:extLst>
              <a:ext uri="{FF2B5EF4-FFF2-40B4-BE49-F238E27FC236}">
                <a16:creationId xmlns:a16="http://schemas.microsoft.com/office/drawing/2014/main" id="{C94DCF9F-2E22-1FC7-3768-7A6E9E7A24DF}"/>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2026.06.26</a:t>
            </a:r>
          </a:p>
        </p:txBody>
      </p:sp>
      <p:sp>
        <p:nvSpPr>
          <p:cNvPr id="6" name="TextBox 5">
            <a:extLst>
              <a:ext uri="{FF2B5EF4-FFF2-40B4-BE49-F238E27FC236}">
                <a16:creationId xmlns:a16="http://schemas.microsoft.com/office/drawing/2014/main" id="{CFCDEA78-00EB-C45E-DA46-8500998DC8E2}"/>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graphicFrame>
        <p:nvGraphicFramePr>
          <p:cNvPr id="8" name="Group 59">
            <a:extLst>
              <a:ext uri="{FF2B5EF4-FFF2-40B4-BE49-F238E27FC236}">
                <a16:creationId xmlns:a16="http://schemas.microsoft.com/office/drawing/2014/main" id="{32765830-866D-22D0-D16D-4DD2B5875BB0}"/>
              </a:ext>
            </a:extLst>
          </p:cNvPr>
          <p:cNvGraphicFramePr>
            <a:graphicFrameLocks noGrp="1"/>
          </p:cNvGraphicFramePr>
          <p:nvPr/>
        </p:nvGraphicFramePr>
        <p:xfrm>
          <a:off x="10128399" y="623854"/>
          <a:ext cx="2850436" cy="5566729"/>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r>
                        <a:rPr lang="en-US" altLang="ko-KR" sz="800" spc="-150" dirty="0"/>
                        <a:t>1</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err="1">
                          <a:solidFill>
                            <a:schemeClr val="tx1"/>
                          </a:solidFill>
                          <a:latin typeface="+mn-ea"/>
                        </a:rPr>
                        <a:t>딤드</a:t>
                      </a:r>
                      <a:r>
                        <a:rPr lang="ko-KR" altLang="en-US" sz="800" b="1" u="sng" kern="0" spc="-70" baseline="0" dirty="0">
                          <a:solidFill>
                            <a:schemeClr val="tx1"/>
                          </a:solidFill>
                          <a:latin typeface="+mn-ea"/>
                        </a:rPr>
                        <a:t> 배경화면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노출시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배경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딤드처리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및</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 잠금</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딤</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탭하거나</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핸들 다운 시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닫힘</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r>
                        <a:rPr lang="en-US" altLang="ko-KR" sz="800" spc="-150" dirty="0"/>
                        <a:t>2</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2-1 </a:t>
                      </a:r>
                      <a:r>
                        <a:rPr lang="ko-KR" altLang="en-US" sz="800" b="1" u="sng" kern="0" spc="-70" baseline="0" dirty="0">
                          <a:solidFill>
                            <a:schemeClr val="tx1"/>
                          </a:solidFill>
                          <a:latin typeface="+mn-ea"/>
                        </a:rPr>
                        <a:t>상품 요약</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상품 기본정보 영역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바텀시트</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상단에 고정 노출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2-2 </a:t>
                      </a:r>
                      <a:r>
                        <a:rPr lang="ko-KR" altLang="en-US" sz="800" b="1" u="sng" kern="0" spc="-70" baseline="0" dirty="0">
                          <a:solidFill>
                            <a:schemeClr val="tx1"/>
                          </a:solidFill>
                          <a:latin typeface="+mn-ea"/>
                        </a:rPr>
                        <a:t>옵션 추가 </a:t>
                      </a:r>
                      <a:r>
                        <a:rPr lang="ko-KR" altLang="en-US" sz="800" b="1" u="sng" kern="0" spc="-70" baseline="0" dirty="0" err="1">
                          <a:solidFill>
                            <a:schemeClr val="tx1"/>
                          </a:solidFill>
                          <a:latin typeface="+mn-ea"/>
                        </a:rPr>
                        <a:t>셀렉트</a:t>
                      </a:r>
                      <a:r>
                        <a:rPr lang="ko-KR" altLang="en-US" sz="800" b="1" u="sng" kern="0" spc="-70" baseline="0" dirty="0">
                          <a:solidFill>
                            <a:schemeClr val="tx1"/>
                          </a:solidFill>
                          <a:latin typeface="+mn-ea"/>
                        </a:rPr>
                        <a:t>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시 옵션 목록 드롭다운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선택 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옵션 목록에 행 추가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이미 담긴 옵션 재선택시 사용자</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확인 후 해당 행 수량에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 </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처리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(confirm)</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 </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품절 옵션은 비활성 처리</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 불가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2-3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단일</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기존에 선택한 옵션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옵션이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1</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개만 있을 경우 삭제 불가</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삭제버튼</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 </a:t>
                      </a:r>
                      <a:r>
                        <a:rPr kumimoji="0" lang="ko-KR" altLang="en-US" sz="800" b="0" i="0" u="none" strike="noStrike" kern="0" cap="none" spc="-70" normalizeH="0" baseline="0" noProof="0" dirty="0" err="1">
                          <a:ln>
                            <a:noFill/>
                          </a:ln>
                          <a:solidFill>
                            <a:srgbClr val="FF0000"/>
                          </a:solidFill>
                          <a:effectLst/>
                          <a:uLnTx/>
                          <a:uFillTx/>
                          <a:latin typeface="+mn-ea"/>
                          <a:ea typeface="+mn-ea"/>
                          <a:cs typeface="+mn-cs"/>
                        </a:rPr>
                        <a:t>미노출</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2-4 </a:t>
                      </a:r>
                      <a:r>
                        <a:rPr lang="ko-KR" altLang="en-US" sz="800" b="1" u="sng" kern="0" spc="-70" baseline="0" dirty="0">
                          <a:solidFill>
                            <a:schemeClr val="tx1"/>
                          </a:solidFill>
                          <a:latin typeface="+mn-ea"/>
                        </a:rPr>
                        <a:t>옵션 선택 목록</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다중</a:t>
                      </a:r>
                      <a:r>
                        <a:rPr lang="en-US" altLang="ko-KR" sz="800" b="1" u="sng" kern="0" spc="-70" baseline="0" dirty="0">
                          <a:solidFill>
                            <a:schemeClr val="tx1"/>
                          </a:solidFill>
                          <a:latin typeface="+mn-ea"/>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사용자가 새로운 옵션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추가시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행 단위로 표시</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rgbClr val="FF0000"/>
                          </a:solidFill>
                          <a:effectLst/>
                          <a:uLnTx/>
                          <a:uFillTx/>
                          <a:latin typeface="+mn-ea"/>
                          <a:ea typeface="+mn-ea"/>
                          <a:cs typeface="+mn-cs"/>
                        </a:rPr>
                        <a:t>옵션 </a:t>
                      </a:r>
                      <a:r>
                        <a:rPr kumimoji="0" lang="en-US" altLang="ko-KR" sz="800" b="0" i="0" u="none" strike="noStrike" kern="0" cap="none" spc="-70" normalizeH="0" baseline="0" noProof="0" dirty="0">
                          <a:ln>
                            <a:noFill/>
                          </a:ln>
                          <a:solidFill>
                            <a:srgbClr val="FF0000"/>
                          </a:solidFill>
                          <a:effectLst/>
                          <a:uLnTx/>
                          <a:uFillTx/>
                          <a:latin typeface="+mn-ea"/>
                          <a:ea typeface="+mn-ea"/>
                          <a:cs typeface="+mn-cs"/>
                        </a:rPr>
                        <a:t>2</a:t>
                      </a:r>
                      <a:r>
                        <a:rPr kumimoji="0" lang="ko-KR" altLang="en-US" sz="800" b="0" i="0" u="none" strike="noStrike" kern="0" cap="none" spc="-70" normalizeH="0" baseline="0" noProof="0" dirty="0">
                          <a:ln>
                            <a:noFill/>
                          </a:ln>
                          <a:solidFill>
                            <a:srgbClr val="FF0000"/>
                          </a:solidFill>
                          <a:effectLst/>
                          <a:uLnTx/>
                          <a:uFillTx/>
                          <a:latin typeface="+mn-ea"/>
                          <a:ea typeface="+mn-ea"/>
                          <a:cs typeface="+mn-cs"/>
                        </a:rPr>
                        <a:t>개 이상일 경우 우측 상단에 행 삭제 버튼 생성</a:t>
                      </a:r>
                      <a:endParaRPr kumimoji="0" lang="en-US" altLang="ko-KR" sz="800" b="0" i="0" u="none" strike="noStrike" kern="0" cap="none" spc="-70" normalizeH="0" baseline="0" noProof="0" dirty="0">
                        <a:ln>
                          <a:noFill/>
                        </a:ln>
                        <a:solidFill>
                          <a:srgbClr val="FF0000"/>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행 추가 시 영역 높이 증가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초과시 시트 내부 스크롤 적용</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00" b="1" u="sng" kern="0" spc="-70" baseline="0" dirty="0">
                          <a:solidFill>
                            <a:schemeClr val="tx1"/>
                          </a:solidFill>
                          <a:latin typeface="+mn-ea"/>
                        </a:rPr>
                        <a:t>2-5 </a:t>
                      </a:r>
                      <a:r>
                        <a:rPr lang="ko-KR" altLang="en-US" sz="800" b="1" u="sng" kern="0" spc="-70" baseline="0" dirty="0">
                          <a:solidFill>
                            <a:schemeClr val="tx1"/>
                          </a:solidFill>
                          <a:latin typeface="+mn-ea"/>
                        </a:rPr>
                        <a:t>드롭다운 케이스</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텍스트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2</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줄까지 노출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넘치면 </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말줄임표로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표기</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품절시</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 비활성화</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선택불가</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2732121"/>
                  </a:ext>
                </a:extLst>
              </a:tr>
              <a:tr h="226239">
                <a:tc>
                  <a:txBody>
                    <a:bodyPr/>
                    <a:lstStyle/>
                    <a:p>
                      <a:pPr algn="ctr">
                        <a:lnSpc>
                          <a:spcPts val="1200"/>
                        </a:lnSpc>
                      </a:pPr>
                      <a:r>
                        <a:rPr lang="en-US" altLang="ko-KR" sz="800" spc="-150" dirty="0"/>
                        <a:t>3</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상품금액 합계</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옵션 변화에 따라 실시간 자동 반영</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81192519"/>
                  </a:ext>
                </a:extLst>
              </a:tr>
              <a:tr h="226239">
                <a:tc>
                  <a:txBody>
                    <a:bodyPr/>
                    <a:lstStyle/>
                    <a:p>
                      <a:pPr algn="ctr">
                        <a:lnSpc>
                          <a:spcPts val="1200"/>
                        </a:lnSpc>
                      </a:pPr>
                      <a:r>
                        <a:rPr lang="en-US" altLang="ko-KR" sz="800" spc="-150" dirty="0"/>
                        <a:t>4</a:t>
                      </a: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취소</a:t>
                      </a:r>
                      <a:r>
                        <a:rPr lang="en-US" altLang="ko-KR" sz="800" b="1" u="sng" kern="0" spc="-70" baseline="0" dirty="0">
                          <a:solidFill>
                            <a:schemeClr val="tx1"/>
                          </a:solidFill>
                          <a:latin typeface="+mn-ea"/>
                        </a:rPr>
                        <a:t>/</a:t>
                      </a:r>
                      <a:r>
                        <a:rPr lang="ko-KR" altLang="en-US" sz="800" b="1" u="sng" kern="0" spc="-70" baseline="0" dirty="0">
                          <a:solidFill>
                            <a:schemeClr val="tx1"/>
                          </a:solidFill>
                          <a:latin typeface="+mn-ea"/>
                        </a:rPr>
                        <a:t>확인 버튼</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[취소]: 변경 </a:t>
                      </a:r>
                      <a:r>
                        <a:rPr lang="ko-KR" altLang="ko-KR" sz="800" dirty="0" err="1"/>
                        <a:t>미반영</a:t>
                      </a:r>
                      <a:r>
                        <a:rPr lang="ko-KR" altLang="ko-KR" sz="800" dirty="0"/>
                        <a:t> 후 닫기(변경 사항 있으면 </a:t>
                      </a:r>
                      <a:r>
                        <a:rPr lang="ko-KR" altLang="ko-KR" sz="800" dirty="0" err="1"/>
                        <a:t>confirm</a:t>
                      </a:r>
                      <a:r>
                        <a:rPr lang="ko-KR" altLang="ko-KR" sz="800" dirty="0"/>
                        <a:t>)</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[확인]: 변경</a:t>
                      </a:r>
                      <a:r>
                        <a:rPr lang="ko-KR" altLang="en-US" sz="800" dirty="0"/>
                        <a:t>사항 </a:t>
                      </a:r>
                      <a:r>
                        <a:rPr lang="ko-KR" altLang="ko-KR" sz="800" dirty="0"/>
                        <a:t>반영 후 닫고 장바구니 상품 </a:t>
                      </a:r>
                      <a:r>
                        <a:rPr lang="ko-KR" altLang="ko-KR" sz="800" dirty="0" err="1"/>
                        <a:t>카드·금액·배송비</a:t>
                      </a:r>
                      <a:r>
                        <a:rPr lang="ko-KR" altLang="ko-KR" sz="800" dirty="0"/>
                        <a:t> 갱신. </a:t>
                      </a:r>
                      <a:endParaRPr lang="en-US" altLang="ko-KR" sz="800" dirty="0"/>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ko-KR" sz="800" dirty="0"/>
                        <a:t>옵션이 여러 개면 장바구니에서 옵션별 행(또는 묶음)으로 반영.</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854337337"/>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67487419"/>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137" name="TextBox 136">
            <a:extLst>
              <a:ext uri="{FF2B5EF4-FFF2-40B4-BE49-F238E27FC236}">
                <a16:creationId xmlns:a16="http://schemas.microsoft.com/office/drawing/2014/main" id="{4FADDF4D-BD8D-63DD-0C63-351C5D4862FF}"/>
              </a:ext>
            </a:extLst>
          </p:cNvPr>
          <p:cNvSpPr txBox="1"/>
          <p:nvPr/>
        </p:nvSpPr>
        <p:spPr>
          <a:xfrm>
            <a:off x="242086" y="3675592"/>
            <a:ext cx="2140897" cy="180425"/>
          </a:xfrm>
          <a:prstGeom prst="rect">
            <a:avLst/>
          </a:prstGeom>
          <a:noFill/>
        </p:spPr>
        <p:txBody>
          <a:bodyPr wrap="square" lIns="0" tIns="36000" rIns="0" bIns="36000" anchor="t">
            <a:spAutoFit/>
          </a:bodyPr>
          <a:lstStyle/>
          <a:p>
            <a:r>
              <a:rPr lang="ko-KR" altLang="en-US" sz="700" b="1" dirty="0">
                <a:solidFill>
                  <a:srgbClr val="404040"/>
                </a:solidFill>
                <a:ea typeface="맑은 고딕"/>
              </a:rPr>
              <a:t>장바구니에 담은 상품과 연관 상품을 둘러보세요</a:t>
            </a:r>
          </a:p>
        </p:txBody>
      </p:sp>
      <p:grpSp>
        <p:nvGrpSpPr>
          <p:cNvPr id="165" name="그룹 164">
            <a:extLst>
              <a:ext uri="{FF2B5EF4-FFF2-40B4-BE49-F238E27FC236}">
                <a16:creationId xmlns:a16="http://schemas.microsoft.com/office/drawing/2014/main" id="{DDBD50F8-5F1B-9893-AE71-950B68E19759}"/>
              </a:ext>
            </a:extLst>
          </p:cNvPr>
          <p:cNvGrpSpPr/>
          <p:nvPr/>
        </p:nvGrpSpPr>
        <p:grpSpPr>
          <a:xfrm>
            <a:off x="242086" y="3885384"/>
            <a:ext cx="1073093" cy="1390678"/>
            <a:chOff x="229623" y="3882088"/>
            <a:chExt cx="1073093" cy="1390678"/>
          </a:xfrm>
        </p:grpSpPr>
        <p:sp>
          <p:nvSpPr>
            <p:cNvPr id="166" name="Rounded Rectangle 39">
              <a:extLst>
                <a:ext uri="{FF2B5EF4-FFF2-40B4-BE49-F238E27FC236}">
                  <a16:creationId xmlns:a16="http://schemas.microsoft.com/office/drawing/2014/main" id="{9B4B54D8-29B2-98A2-B47E-7C4F4B19E9E2}"/>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8" name="Rounded Rectangle 40">
              <a:extLst>
                <a:ext uri="{FF2B5EF4-FFF2-40B4-BE49-F238E27FC236}">
                  <a16:creationId xmlns:a16="http://schemas.microsoft.com/office/drawing/2014/main" id="{010523D5-66D9-89B1-A1E5-ED0A278A9FEF}"/>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9" name="TextBox 168">
              <a:extLst>
                <a:ext uri="{FF2B5EF4-FFF2-40B4-BE49-F238E27FC236}">
                  <a16:creationId xmlns:a16="http://schemas.microsoft.com/office/drawing/2014/main" id="{0DFE4302-D404-2890-A79D-C945A081B71B}"/>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0" name="TextBox 169">
              <a:extLst>
                <a:ext uri="{FF2B5EF4-FFF2-40B4-BE49-F238E27FC236}">
                  <a16:creationId xmlns:a16="http://schemas.microsoft.com/office/drawing/2014/main" id="{AB36102D-9C1F-6119-30CD-8A85BF417051}"/>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1" name="직사각형 170">
              <a:extLst>
                <a:ext uri="{FF2B5EF4-FFF2-40B4-BE49-F238E27FC236}">
                  <a16:creationId xmlns:a16="http://schemas.microsoft.com/office/drawing/2014/main" id="{E1B93513-6BA4-80E6-35E7-54957E3BCBEC}"/>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2" name="그룹 171">
            <a:extLst>
              <a:ext uri="{FF2B5EF4-FFF2-40B4-BE49-F238E27FC236}">
                <a16:creationId xmlns:a16="http://schemas.microsoft.com/office/drawing/2014/main" id="{044C1033-80D9-198E-A20F-AD68F082E7F0}"/>
              </a:ext>
            </a:extLst>
          </p:cNvPr>
          <p:cNvGrpSpPr/>
          <p:nvPr/>
        </p:nvGrpSpPr>
        <p:grpSpPr>
          <a:xfrm>
            <a:off x="1454993" y="3885384"/>
            <a:ext cx="1073093" cy="1390678"/>
            <a:chOff x="229623" y="3882088"/>
            <a:chExt cx="1073093" cy="1390678"/>
          </a:xfrm>
        </p:grpSpPr>
        <p:sp>
          <p:nvSpPr>
            <p:cNvPr id="173" name="Rounded Rectangle 39">
              <a:extLst>
                <a:ext uri="{FF2B5EF4-FFF2-40B4-BE49-F238E27FC236}">
                  <a16:creationId xmlns:a16="http://schemas.microsoft.com/office/drawing/2014/main" id="{0BF5B5B8-B5E6-948E-68A4-44333681EFDE}"/>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Rounded Rectangle 40">
              <a:extLst>
                <a:ext uri="{FF2B5EF4-FFF2-40B4-BE49-F238E27FC236}">
                  <a16:creationId xmlns:a16="http://schemas.microsoft.com/office/drawing/2014/main" id="{3EE44E54-7B6C-71AD-7B1F-F86D77FC6997}"/>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5" name="TextBox 174">
              <a:extLst>
                <a:ext uri="{FF2B5EF4-FFF2-40B4-BE49-F238E27FC236}">
                  <a16:creationId xmlns:a16="http://schemas.microsoft.com/office/drawing/2014/main" id="{540BA704-0052-3FDB-A59E-78BDA4E790E4}"/>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76" name="TextBox 175">
              <a:extLst>
                <a:ext uri="{FF2B5EF4-FFF2-40B4-BE49-F238E27FC236}">
                  <a16:creationId xmlns:a16="http://schemas.microsoft.com/office/drawing/2014/main" id="{B42C3455-056A-86B6-2FED-141C127D9D1A}"/>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77" name="직사각형 176">
              <a:extLst>
                <a:ext uri="{FF2B5EF4-FFF2-40B4-BE49-F238E27FC236}">
                  <a16:creationId xmlns:a16="http://schemas.microsoft.com/office/drawing/2014/main" id="{3FD0DAD3-5ABA-2F34-5628-1464069B443B}"/>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grpSp>
        <p:nvGrpSpPr>
          <p:cNvPr id="178" name="그룹 177">
            <a:extLst>
              <a:ext uri="{FF2B5EF4-FFF2-40B4-BE49-F238E27FC236}">
                <a16:creationId xmlns:a16="http://schemas.microsoft.com/office/drawing/2014/main" id="{AAB0B95E-E266-1FB1-FEC2-40A4A9EF41D8}"/>
              </a:ext>
            </a:extLst>
          </p:cNvPr>
          <p:cNvGrpSpPr/>
          <p:nvPr/>
        </p:nvGrpSpPr>
        <p:grpSpPr>
          <a:xfrm>
            <a:off x="2671572" y="3885384"/>
            <a:ext cx="1073093" cy="1390678"/>
            <a:chOff x="229623" y="3882088"/>
            <a:chExt cx="1073093" cy="1390678"/>
          </a:xfrm>
        </p:grpSpPr>
        <p:sp>
          <p:nvSpPr>
            <p:cNvPr id="179" name="Rounded Rectangle 39">
              <a:extLst>
                <a:ext uri="{FF2B5EF4-FFF2-40B4-BE49-F238E27FC236}">
                  <a16:creationId xmlns:a16="http://schemas.microsoft.com/office/drawing/2014/main" id="{3CD66586-9905-D1E0-C91E-5CCC92925B9D}"/>
                </a:ext>
              </a:extLst>
            </p:cNvPr>
            <p:cNvSpPr/>
            <p:nvPr/>
          </p:nvSpPr>
          <p:spPr>
            <a:xfrm>
              <a:off x="229623" y="3882088"/>
              <a:ext cx="1073093" cy="1390678"/>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Rounded Rectangle 40">
              <a:extLst>
                <a:ext uri="{FF2B5EF4-FFF2-40B4-BE49-F238E27FC236}">
                  <a16:creationId xmlns:a16="http://schemas.microsoft.com/office/drawing/2014/main" id="{D2D0A464-0393-2C7C-1D9C-BBE3577EAC3F}"/>
                </a:ext>
              </a:extLst>
            </p:cNvPr>
            <p:cNvSpPr/>
            <p:nvPr/>
          </p:nvSpPr>
          <p:spPr>
            <a:xfrm>
              <a:off x="302775" y="3968564"/>
              <a:ext cx="921609" cy="594674"/>
            </a:xfrm>
            <a:prstGeom prst="roundRect">
              <a:avLst>
                <a:gd name="adj" fmla="val 8000"/>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1" name="TextBox 180">
              <a:extLst>
                <a:ext uri="{FF2B5EF4-FFF2-40B4-BE49-F238E27FC236}">
                  <a16:creationId xmlns:a16="http://schemas.microsoft.com/office/drawing/2014/main" id="{8844A930-DD09-E078-7AE6-4CCF3FCAED98}"/>
                </a:ext>
              </a:extLst>
            </p:cNvPr>
            <p:cNvSpPr txBox="1"/>
            <p:nvPr/>
          </p:nvSpPr>
          <p:spPr>
            <a:xfrm>
              <a:off x="302776" y="4814727"/>
              <a:ext cx="548640" cy="164592"/>
            </a:xfrm>
            <a:prstGeom prst="rect">
              <a:avLst/>
            </a:prstGeom>
            <a:noFill/>
          </p:spPr>
          <p:txBody>
            <a:bodyPr wrap="square" lIns="0" tIns="0" rIns="0" bIns="0" anchor="ctr">
              <a:noAutofit/>
            </a:bodyPr>
            <a:lstStyle/>
            <a:p>
              <a:pPr algn="l"/>
              <a:r>
                <a:rPr sz="650" b="0" dirty="0">
                  <a:solidFill>
                    <a:srgbClr val="595959"/>
                  </a:solidFill>
                  <a:latin typeface="맑은 고딕"/>
                  <a:ea typeface="맑은 고딕"/>
                </a:rPr>
                <a:t>6,500원</a:t>
              </a:r>
            </a:p>
          </p:txBody>
        </p:sp>
        <p:sp>
          <p:nvSpPr>
            <p:cNvPr id="182" name="TextBox 181">
              <a:extLst>
                <a:ext uri="{FF2B5EF4-FFF2-40B4-BE49-F238E27FC236}">
                  <a16:creationId xmlns:a16="http://schemas.microsoft.com/office/drawing/2014/main" id="{E0709595-B9C5-5630-520A-F03384FF2774}"/>
                </a:ext>
              </a:extLst>
            </p:cNvPr>
            <p:cNvSpPr txBox="1"/>
            <p:nvPr/>
          </p:nvSpPr>
          <p:spPr>
            <a:xfrm>
              <a:off x="302776" y="4600495"/>
              <a:ext cx="921608" cy="200055"/>
            </a:xfrm>
            <a:prstGeom prst="rect">
              <a:avLst/>
            </a:prstGeom>
            <a:noFill/>
          </p:spPr>
          <p:txBody>
            <a:bodyPr wrap="square" lIns="0" tIns="0" rIns="0" bIns="0" anchor="t">
              <a:spAutoFit/>
            </a:bodyPr>
            <a:lstStyle/>
            <a:p>
              <a:r>
                <a:rPr lang="en-US" altLang="ko-KR" sz="650" b="1" dirty="0">
                  <a:ea typeface="맑은 고딕"/>
                </a:rPr>
                <a:t>[</a:t>
              </a:r>
              <a:r>
                <a:rPr lang="ko-KR" altLang="en-US" sz="650" b="1" dirty="0">
                  <a:ea typeface="맑은 고딕"/>
                </a:rPr>
                <a:t>파스퇴르</a:t>
              </a:r>
              <a:r>
                <a:rPr lang="en-US" altLang="ko-KR" sz="650" b="1" dirty="0">
                  <a:ea typeface="맑은 고딕"/>
                </a:rPr>
                <a:t>]</a:t>
              </a:r>
              <a:r>
                <a:rPr lang="ko-KR" altLang="en-US" sz="650" dirty="0">
                  <a:ea typeface="맑은 고딕"/>
                </a:rPr>
                <a:t> 올곧게 만든 </a:t>
              </a:r>
              <a:r>
                <a:rPr lang="ko-KR" altLang="en-US" sz="650" dirty="0" err="1">
                  <a:ea typeface="맑은 고딕"/>
                </a:rPr>
                <a:t>위드맘</a:t>
              </a:r>
              <a:r>
                <a:rPr lang="ko-KR" altLang="en-US" sz="650" dirty="0">
                  <a:ea typeface="맑은 고딕"/>
                </a:rPr>
                <a:t> 분유 </a:t>
              </a:r>
              <a:r>
                <a:rPr lang="en-US" altLang="ko-KR" sz="650" dirty="0">
                  <a:ea typeface="맑은 고딕"/>
                </a:rPr>
                <a:t>3</a:t>
              </a:r>
              <a:r>
                <a:rPr lang="ko-KR" altLang="en-US" sz="650" dirty="0">
                  <a:ea typeface="맑은 고딕"/>
                </a:rPr>
                <a:t>단계 </a:t>
              </a:r>
              <a:r>
                <a:rPr lang="en-US" altLang="ko-KR" sz="650" dirty="0">
                  <a:ea typeface="맑은 고딕"/>
                </a:rPr>
                <a:t>75…</a:t>
              </a:r>
              <a:endParaRPr sz="650" b="0" dirty="0">
                <a:latin typeface="맑은 고딕"/>
                <a:ea typeface="맑은 고딕"/>
              </a:endParaRPr>
            </a:p>
          </p:txBody>
        </p:sp>
        <p:sp>
          <p:nvSpPr>
            <p:cNvPr id="183" name="직사각형 182">
              <a:extLst>
                <a:ext uri="{FF2B5EF4-FFF2-40B4-BE49-F238E27FC236}">
                  <a16:creationId xmlns:a16="http://schemas.microsoft.com/office/drawing/2014/main" id="{46BA3A72-C783-589F-66FE-55454CD6CFB0}"/>
                </a:ext>
              </a:extLst>
            </p:cNvPr>
            <p:cNvSpPr/>
            <p:nvPr/>
          </p:nvSpPr>
          <p:spPr>
            <a:xfrm>
              <a:off x="357683" y="5019625"/>
              <a:ext cx="817826" cy="188144"/>
            </a:xfrm>
            <a:prstGeom prst="rect">
              <a:avLst/>
            </a:prstGeom>
            <a:solidFill>
              <a:schemeClr val="bg1"/>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ko-KR" altLang="en-US" sz="800" spc="-150" dirty="0">
                  <a:solidFill>
                    <a:schemeClr val="tx1"/>
                  </a:solidFill>
                </a:rPr>
                <a:t>장바구니</a:t>
              </a:r>
            </a:p>
          </p:txBody>
        </p:sp>
      </p:grpSp>
      <p:sp>
        <p:nvSpPr>
          <p:cNvPr id="184" name="직사각형 183">
            <a:extLst>
              <a:ext uri="{FF2B5EF4-FFF2-40B4-BE49-F238E27FC236}">
                <a16:creationId xmlns:a16="http://schemas.microsoft.com/office/drawing/2014/main" id="{59179438-8399-ADD0-F161-C81CD58D5270}"/>
              </a:ext>
            </a:extLst>
          </p:cNvPr>
          <p:cNvSpPr/>
          <p:nvPr/>
        </p:nvSpPr>
        <p:spPr>
          <a:xfrm>
            <a:off x="3613854" y="3856018"/>
            <a:ext cx="384340" cy="1748064"/>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85" name="그룹 184">
            <a:extLst>
              <a:ext uri="{FF2B5EF4-FFF2-40B4-BE49-F238E27FC236}">
                <a16:creationId xmlns:a16="http://schemas.microsoft.com/office/drawing/2014/main" id="{5782D5C3-D6DE-4269-216B-DBE52A9D111C}"/>
              </a:ext>
            </a:extLst>
          </p:cNvPr>
          <p:cNvGrpSpPr/>
          <p:nvPr/>
        </p:nvGrpSpPr>
        <p:grpSpPr>
          <a:xfrm>
            <a:off x="267962" y="1096904"/>
            <a:ext cx="3188670" cy="329184"/>
            <a:chOff x="435365" y="1973057"/>
            <a:chExt cx="3188670" cy="329184"/>
          </a:xfrm>
        </p:grpSpPr>
        <p:sp>
          <p:nvSpPr>
            <p:cNvPr id="186" name="직사각형 185">
              <a:extLst>
                <a:ext uri="{FF2B5EF4-FFF2-40B4-BE49-F238E27FC236}">
                  <a16:creationId xmlns:a16="http://schemas.microsoft.com/office/drawing/2014/main" id="{7DCF3021-6C70-A230-4555-652C5905FE8C}"/>
                </a:ext>
              </a:extLst>
            </p:cNvPr>
            <p:cNvSpPr/>
            <p:nvPr/>
          </p:nvSpPr>
          <p:spPr>
            <a:xfrm>
              <a:off x="435365" y="1980961"/>
              <a:ext cx="3188670" cy="3201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87" name="TextBox 186">
              <a:extLst>
                <a:ext uri="{FF2B5EF4-FFF2-40B4-BE49-F238E27FC236}">
                  <a16:creationId xmlns:a16="http://schemas.microsoft.com/office/drawing/2014/main" id="{78805C86-A0AD-0FDC-6E8C-F5316CFD7AA0}"/>
                </a:ext>
              </a:extLst>
            </p:cNvPr>
            <p:cNvSpPr txBox="1"/>
            <p:nvPr/>
          </p:nvSpPr>
          <p:spPr>
            <a:xfrm>
              <a:off x="534533" y="2052701"/>
              <a:ext cx="155448" cy="155448"/>
            </a:xfrm>
            <a:prstGeom prst="rect">
              <a:avLst/>
            </a:prstGeom>
            <a:solidFill>
              <a:schemeClr val="tx1">
                <a:lumMod val="50000"/>
                <a:lumOff val="50000"/>
              </a:schemeClr>
            </a:solidFill>
            <a:ln>
              <a:solidFill>
                <a:schemeClr val="tx1">
                  <a:lumMod val="50000"/>
                  <a:lumOff val="50000"/>
                </a:schemeClr>
              </a:solidFill>
            </a:ln>
          </p:spPr>
          <p:txBody>
            <a:bodyPr wrap="square" lIns="0" tIns="0" rIns="0" bIns="0" anchor="ctr">
              <a:noAutofit/>
            </a:bodyPr>
            <a:lstStyle/>
            <a:p>
              <a:pPr algn="ctr"/>
              <a:r>
                <a:rPr sz="900" b="1" dirty="0">
                  <a:solidFill>
                    <a:srgbClr val="FFFFFF"/>
                  </a:solidFill>
                  <a:latin typeface="맑은 고딕"/>
                  <a:ea typeface="맑은 고딕"/>
                </a:rPr>
                <a:t>✓</a:t>
              </a:r>
            </a:p>
          </p:txBody>
        </p:sp>
        <p:sp>
          <p:nvSpPr>
            <p:cNvPr id="188" name="TextBox 187">
              <a:extLst>
                <a:ext uri="{FF2B5EF4-FFF2-40B4-BE49-F238E27FC236}">
                  <a16:creationId xmlns:a16="http://schemas.microsoft.com/office/drawing/2014/main" id="{ECFA9740-32EA-7B46-AC24-759B14349368}"/>
                </a:ext>
              </a:extLst>
            </p:cNvPr>
            <p:cNvSpPr txBox="1"/>
            <p:nvPr/>
          </p:nvSpPr>
          <p:spPr>
            <a:xfrm>
              <a:off x="780014" y="1973057"/>
              <a:ext cx="1293575" cy="329184"/>
            </a:xfrm>
            <a:prstGeom prst="rect">
              <a:avLst/>
            </a:prstGeom>
            <a:noFill/>
          </p:spPr>
          <p:txBody>
            <a:bodyPr wrap="square" lIns="0" tIns="0" rIns="0" bIns="0" anchor="ctr">
              <a:noAutofit/>
            </a:bodyPr>
            <a:lstStyle/>
            <a:p>
              <a:pPr algn="l"/>
              <a:r>
                <a:rPr sz="900" b="1" spc="-150" dirty="0" err="1">
                  <a:solidFill>
                    <a:srgbClr val="333333"/>
                  </a:solidFill>
                  <a:latin typeface="+mn-ea"/>
                </a:rPr>
                <a:t>전체</a:t>
              </a:r>
              <a:r>
                <a:rPr lang="en-US" sz="900" b="1" spc="-150" dirty="0">
                  <a:solidFill>
                    <a:srgbClr val="333333"/>
                  </a:solidFill>
                  <a:latin typeface="+mn-ea"/>
                </a:rPr>
                <a:t> </a:t>
              </a:r>
              <a:r>
                <a:rPr lang="ko-KR" altLang="en-US" sz="900" b="1" spc="-150" dirty="0">
                  <a:solidFill>
                    <a:srgbClr val="333333"/>
                  </a:solidFill>
                  <a:latin typeface="+mn-ea"/>
                </a:rPr>
                <a:t>상품</a:t>
              </a:r>
              <a:r>
                <a:rPr sz="900" b="1" spc="-150" dirty="0">
                  <a:solidFill>
                    <a:srgbClr val="333333"/>
                  </a:solidFill>
                  <a:latin typeface="+mn-ea"/>
                </a:rPr>
                <a:t> (</a:t>
              </a:r>
              <a:r>
                <a:rPr lang="en-US" sz="900" b="1" spc="-150" dirty="0">
                  <a:solidFill>
                    <a:srgbClr val="333333"/>
                  </a:solidFill>
                  <a:latin typeface="+mn-ea"/>
                </a:rPr>
                <a:t>1)</a:t>
              </a:r>
              <a:endParaRPr sz="900" b="1" spc="-150" dirty="0">
                <a:solidFill>
                  <a:srgbClr val="333333"/>
                </a:solidFill>
                <a:latin typeface="+mn-ea"/>
              </a:endParaRPr>
            </a:p>
          </p:txBody>
        </p:sp>
        <p:sp>
          <p:nvSpPr>
            <p:cNvPr id="189" name="TextBox 188">
              <a:extLst>
                <a:ext uri="{FF2B5EF4-FFF2-40B4-BE49-F238E27FC236}">
                  <a16:creationId xmlns:a16="http://schemas.microsoft.com/office/drawing/2014/main" id="{A4B5DA03-E30B-386A-AF35-D1411B1CA8AA}"/>
                </a:ext>
              </a:extLst>
            </p:cNvPr>
            <p:cNvSpPr txBox="1"/>
            <p:nvPr/>
          </p:nvSpPr>
          <p:spPr>
            <a:xfrm>
              <a:off x="2351773" y="1973057"/>
              <a:ext cx="1109231" cy="329184"/>
            </a:xfrm>
            <a:prstGeom prst="rect">
              <a:avLst/>
            </a:prstGeom>
            <a:noFill/>
          </p:spPr>
          <p:txBody>
            <a:bodyPr wrap="square" lIns="0" tIns="0" rIns="0" bIns="0" anchor="ctr">
              <a:noAutofit/>
            </a:bodyPr>
            <a:lstStyle/>
            <a:p>
              <a:pPr algn="r"/>
              <a:r>
                <a:rPr sz="900" spc="-150" dirty="0" err="1">
                  <a:solidFill>
                    <a:srgbClr val="333333"/>
                  </a:solidFill>
                  <a:latin typeface="+mn-ea"/>
                </a:rPr>
                <a:t>선택삭제</a:t>
              </a:r>
              <a:endParaRPr sz="900" spc="-150" dirty="0">
                <a:solidFill>
                  <a:srgbClr val="333333"/>
                </a:solidFill>
                <a:latin typeface="+mn-ea"/>
              </a:endParaRPr>
            </a:p>
          </p:txBody>
        </p:sp>
      </p:grpSp>
      <p:grpSp>
        <p:nvGrpSpPr>
          <p:cNvPr id="190" name="그룹 189">
            <a:extLst>
              <a:ext uri="{FF2B5EF4-FFF2-40B4-BE49-F238E27FC236}">
                <a16:creationId xmlns:a16="http://schemas.microsoft.com/office/drawing/2014/main" id="{C4096CDF-C321-D7EA-A866-95945622EED4}"/>
              </a:ext>
            </a:extLst>
          </p:cNvPr>
          <p:cNvGrpSpPr/>
          <p:nvPr/>
        </p:nvGrpSpPr>
        <p:grpSpPr>
          <a:xfrm>
            <a:off x="309741" y="1554221"/>
            <a:ext cx="3105112" cy="1866061"/>
            <a:chOff x="226392" y="1553421"/>
            <a:chExt cx="3105112" cy="1866061"/>
          </a:xfrm>
        </p:grpSpPr>
        <p:sp>
          <p:nvSpPr>
            <p:cNvPr id="191" name="Rounded Rectangle 22">
              <a:extLst>
                <a:ext uri="{FF2B5EF4-FFF2-40B4-BE49-F238E27FC236}">
                  <a16:creationId xmlns:a16="http://schemas.microsoft.com/office/drawing/2014/main" id="{56CAC8C0-D41A-4407-114C-81851403D4CF}"/>
                </a:ext>
              </a:extLst>
            </p:cNvPr>
            <p:cNvSpPr/>
            <p:nvPr/>
          </p:nvSpPr>
          <p:spPr>
            <a:xfrm>
              <a:off x="226392" y="1553421"/>
              <a:ext cx="3105112" cy="1866061"/>
            </a:xfrm>
            <a:prstGeom prst="roundRect">
              <a:avLst>
                <a:gd name="adj" fmla="val 6015"/>
              </a:avLst>
            </a:prstGeom>
            <a:solidFill>
              <a:srgbClr val="FFFFFF"/>
            </a:solidFill>
            <a:ln w="762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Rounded Rectangle 23">
              <a:extLst>
                <a:ext uri="{FF2B5EF4-FFF2-40B4-BE49-F238E27FC236}">
                  <a16:creationId xmlns:a16="http://schemas.microsoft.com/office/drawing/2014/main" id="{77A2C4D9-B528-AE46-7936-A108281BFD31}"/>
                </a:ext>
              </a:extLst>
            </p:cNvPr>
            <p:cNvSpPr/>
            <p:nvPr/>
          </p:nvSpPr>
          <p:spPr>
            <a:xfrm>
              <a:off x="307836" y="1712582"/>
              <a:ext cx="137160" cy="137160"/>
            </a:xfrm>
            <a:prstGeom prst="roundRect">
              <a:avLst>
                <a:gd name="adj" fmla="val 0"/>
              </a:avLst>
            </a:prstGeom>
            <a:solidFill>
              <a:schemeClr val="tx1">
                <a:lumMod val="50000"/>
                <a:lumOff val="50000"/>
              </a:schemeClr>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a:t>
              </a:r>
            </a:p>
          </p:txBody>
        </p:sp>
        <p:sp>
          <p:nvSpPr>
            <p:cNvPr id="193" name="Rounded Rectangle 27">
              <a:extLst>
                <a:ext uri="{FF2B5EF4-FFF2-40B4-BE49-F238E27FC236}">
                  <a16:creationId xmlns:a16="http://schemas.microsoft.com/office/drawing/2014/main" id="{622B03FD-747E-4B69-65CC-56FBAB6A3D09}"/>
                </a:ext>
              </a:extLst>
            </p:cNvPr>
            <p:cNvSpPr/>
            <p:nvPr/>
          </p:nvSpPr>
          <p:spPr>
            <a:xfrm>
              <a:off x="1289660" y="1763234"/>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194" name="TextBox 193">
              <a:extLst>
                <a:ext uri="{FF2B5EF4-FFF2-40B4-BE49-F238E27FC236}">
                  <a16:creationId xmlns:a16="http://schemas.microsoft.com/office/drawing/2014/main" id="{5FA2F895-B8F3-77E7-0CFF-B55190A8CBDA}"/>
                </a:ext>
              </a:extLst>
            </p:cNvPr>
            <p:cNvSpPr txBox="1"/>
            <p:nvPr/>
          </p:nvSpPr>
          <p:spPr>
            <a:xfrm>
              <a:off x="1289660" y="1973214"/>
              <a:ext cx="1897828"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a:t>
              </a:r>
              <a:r>
                <a:rPr lang="en-US" altLang="ko-KR" sz="900" b="1" dirty="0">
                  <a:solidFill>
                    <a:srgbClr val="404040"/>
                  </a:solidFill>
                  <a:ea typeface="맑은 고딕"/>
                </a:rPr>
                <a:t>…</a:t>
              </a:r>
              <a:endParaRPr lang="en-US" altLang="ko-KR" sz="900" b="1" dirty="0">
                <a:solidFill>
                  <a:srgbClr val="404040"/>
                </a:solidFill>
                <a:latin typeface="맑은 고딕"/>
                <a:ea typeface="맑은 고딕"/>
              </a:endParaRPr>
            </a:p>
          </p:txBody>
        </p:sp>
        <p:sp>
          <p:nvSpPr>
            <p:cNvPr id="195" name="Rounded Rectangle 35">
              <a:extLst>
                <a:ext uri="{FF2B5EF4-FFF2-40B4-BE49-F238E27FC236}">
                  <a16:creationId xmlns:a16="http://schemas.microsoft.com/office/drawing/2014/main" id="{2490B86B-B4E3-48A4-526A-20E1FE4006DB}"/>
                </a:ext>
              </a:extLst>
            </p:cNvPr>
            <p:cNvSpPr/>
            <p:nvPr/>
          </p:nvSpPr>
          <p:spPr>
            <a:xfrm>
              <a:off x="180781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err="1">
                  <a:solidFill>
                    <a:sysClr val="windowText" lastClr="000000"/>
                  </a:solidFill>
                  <a:ea typeface="맑은 고딕"/>
                </a:rPr>
                <a:t>바로구매</a:t>
              </a:r>
              <a:endParaRPr lang="ko-KR" altLang="en-US" sz="800" dirty="0">
                <a:solidFill>
                  <a:sysClr val="windowText" lastClr="000000"/>
                </a:solidFill>
                <a:ea typeface="맑은 고딕"/>
              </a:endParaRPr>
            </a:p>
          </p:txBody>
        </p:sp>
        <p:sp>
          <p:nvSpPr>
            <p:cNvPr id="196" name="TextBox 195">
              <a:extLst>
                <a:ext uri="{FF2B5EF4-FFF2-40B4-BE49-F238E27FC236}">
                  <a16:creationId xmlns:a16="http://schemas.microsoft.com/office/drawing/2014/main" id="{FC8DD936-0073-B69D-CDC6-C8454D264746}"/>
                </a:ext>
              </a:extLst>
            </p:cNvPr>
            <p:cNvSpPr txBox="1"/>
            <p:nvPr/>
          </p:nvSpPr>
          <p:spPr>
            <a:xfrm>
              <a:off x="3076616" y="1661018"/>
              <a:ext cx="182880" cy="182880"/>
            </a:xfrm>
            <a:prstGeom prst="rect">
              <a:avLst/>
            </a:prstGeom>
            <a:noFill/>
          </p:spPr>
          <p:txBody>
            <a:bodyPr wrap="square" lIns="0" tIns="0" rIns="0" bIns="0" anchor="ctr">
              <a:noAutofit/>
            </a:bodyPr>
            <a:lstStyle/>
            <a:p>
              <a:pPr algn="ctr"/>
              <a:r>
                <a:rPr sz="700" b="0" dirty="0">
                  <a:solidFill>
                    <a:srgbClr val="8A8A8A"/>
                  </a:solidFill>
                  <a:latin typeface="맑은 고딕"/>
                  <a:ea typeface="맑은 고딕"/>
                </a:rPr>
                <a:t>✕</a:t>
              </a:r>
            </a:p>
          </p:txBody>
        </p:sp>
        <p:sp>
          <p:nvSpPr>
            <p:cNvPr id="197" name="Rounded Rectangle 27">
              <a:extLst>
                <a:ext uri="{FF2B5EF4-FFF2-40B4-BE49-F238E27FC236}">
                  <a16:creationId xmlns:a16="http://schemas.microsoft.com/office/drawing/2014/main" id="{933403BE-F679-8F5C-967A-FB549F1973D2}"/>
                </a:ext>
              </a:extLst>
            </p:cNvPr>
            <p:cNvSpPr/>
            <p:nvPr/>
          </p:nvSpPr>
          <p:spPr>
            <a:xfrm>
              <a:off x="2134998" y="1763234"/>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a:solidFill>
                    <a:schemeClr val="tx1"/>
                  </a:solidFill>
                  <a:ea typeface="맑은 고딕"/>
                </a:rPr>
                <a:t>첫만남바우처</a:t>
              </a:r>
              <a:endParaRPr lang="ko-KR" altLang="en-US" sz="600" dirty="0">
                <a:solidFill>
                  <a:schemeClr val="tx1"/>
                </a:solidFill>
                <a:ea typeface="맑은 고딕"/>
              </a:endParaRPr>
            </a:p>
          </p:txBody>
        </p:sp>
        <p:sp>
          <p:nvSpPr>
            <p:cNvPr id="198" name="직사각형 197">
              <a:extLst>
                <a:ext uri="{FF2B5EF4-FFF2-40B4-BE49-F238E27FC236}">
                  <a16:creationId xmlns:a16="http://schemas.microsoft.com/office/drawing/2014/main" id="{0EC60FF0-FF7F-60B6-8CF5-663C80F58C48}"/>
                </a:ext>
              </a:extLst>
            </p:cNvPr>
            <p:cNvSpPr/>
            <p:nvPr/>
          </p:nvSpPr>
          <p:spPr>
            <a:xfrm>
              <a:off x="519176" y="1722513"/>
              <a:ext cx="656873" cy="622335"/>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nvGrpSpPr>
            <p:cNvPr id="199" name="그룹 198">
              <a:extLst>
                <a:ext uri="{FF2B5EF4-FFF2-40B4-BE49-F238E27FC236}">
                  <a16:creationId xmlns:a16="http://schemas.microsoft.com/office/drawing/2014/main" id="{659A48C0-28CA-C5A0-32A7-E7882C805858}"/>
                </a:ext>
              </a:extLst>
            </p:cNvPr>
            <p:cNvGrpSpPr/>
            <p:nvPr/>
          </p:nvGrpSpPr>
          <p:grpSpPr>
            <a:xfrm>
              <a:off x="395949" y="2454468"/>
              <a:ext cx="2768868" cy="541093"/>
              <a:chOff x="395949" y="2423988"/>
              <a:chExt cx="2768868" cy="541093"/>
            </a:xfrm>
          </p:grpSpPr>
          <p:sp>
            <p:nvSpPr>
              <p:cNvPr id="202" name="직사각형 201">
                <a:extLst>
                  <a:ext uri="{FF2B5EF4-FFF2-40B4-BE49-F238E27FC236}">
                    <a16:creationId xmlns:a16="http://schemas.microsoft.com/office/drawing/2014/main" id="{DCB77E30-D87D-8E97-6CC5-E732856AF0D1}"/>
                  </a:ext>
                </a:extLst>
              </p:cNvPr>
              <p:cNvSpPr/>
              <p:nvPr/>
            </p:nvSpPr>
            <p:spPr>
              <a:xfrm>
                <a:off x="395949" y="2423988"/>
                <a:ext cx="276886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03" name="TextBox 202">
                <a:extLst>
                  <a:ext uri="{FF2B5EF4-FFF2-40B4-BE49-F238E27FC236}">
                    <a16:creationId xmlns:a16="http://schemas.microsoft.com/office/drawing/2014/main" id="{C8335238-D961-FA2F-50F1-DEFA077ECEFE}"/>
                  </a:ext>
                </a:extLst>
              </p:cNvPr>
              <p:cNvSpPr txBox="1"/>
              <p:nvPr/>
            </p:nvSpPr>
            <p:spPr>
              <a:xfrm>
                <a:off x="2106401" y="2711597"/>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113,800원</a:t>
                </a:r>
              </a:p>
            </p:txBody>
          </p:sp>
          <p:sp>
            <p:nvSpPr>
              <p:cNvPr id="204" name="Rounded Rectangle 33">
                <a:extLst>
                  <a:ext uri="{FF2B5EF4-FFF2-40B4-BE49-F238E27FC236}">
                    <a16:creationId xmlns:a16="http://schemas.microsoft.com/office/drawing/2014/main" id="{F307F7CD-8040-1C06-B993-1CD251667D6D}"/>
                  </a:ext>
                </a:extLst>
              </p:cNvPr>
              <p:cNvSpPr/>
              <p:nvPr/>
            </p:nvSpPr>
            <p:spPr>
              <a:xfrm>
                <a:off x="530794" y="2696723"/>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05" name="Rounded Rectangle 27">
                <a:extLst>
                  <a:ext uri="{FF2B5EF4-FFF2-40B4-BE49-F238E27FC236}">
                    <a16:creationId xmlns:a16="http://schemas.microsoft.com/office/drawing/2014/main" id="{59988863-A814-93A5-61A5-34D67E5FA6F2}"/>
                  </a:ext>
                </a:extLst>
              </p:cNvPr>
              <p:cNvSpPr/>
              <p:nvPr/>
            </p:nvSpPr>
            <p:spPr>
              <a:xfrm>
                <a:off x="467570" y="246438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grpSp>
        <p:sp>
          <p:nvSpPr>
            <p:cNvPr id="200" name="Rounded Rectangle 35">
              <a:extLst>
                <a:ext uri="{FF2B5EF4-FFF2-40B4-BE49-F238E27FC236}">
                  <a16:creationId xmlns:a16="http://schemas.microsoft.com/office/drawing/2014/main" id="{EB7DB8C5-73D4-8037-72DA-EACB82CD53BA}"/>
                </a:ext>
              </a:extLst>
            </p:cNvPr>
            <p:cNvSpPr/>
            <p:nvPr/>
          </p:nvSpPr>
          <p:spPr>
            <a:xfrm>
              <a:off x="408756" y="3072370"/>
              <a:ext cx="133789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옵션변경</a:t>
              </a:r>
            </a:p>
          </p:txBody>
        </p:sp>
        <p:sp>
          <p:nvSpPr>
            <p:cNvPr id="201" name="Rounded Rectangle 29">
              <a:extLst>
                <a:ext uri="{FF2B5EF4-FFF2-40B4-BE49-F238E27FC236}">
                  <a16:creationId xmlns:a16="http://schemas.microsoft.com/office/drawing/2014/main" id="{41A27B1E-D0D1-CA7E-4331-9DE2D8824E67}"/>
                </a:ext>
              </a:extLst>
            </p:cNvPr>
            <p:cNvSpPr/>
            <p:nvPr/>
          </p:nvSpPr>
          <p:spPr>
            <a:xfrm>
              <a:off x="1397837" y="2748313"/>
              <a:ext cx="652589" cy="164592"/>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chemeClr val="bg1"/>
                  </a:solidFill>
                  <a:ea typeface="맑은 고딕"/>
                </a:rPr>
                <a:t>재고 </a:t>
              </a:r>
              <a:r>
                <a:rPr lang="en-US" altLang="ko-KR" sz="800" dirty="0">
                  <a:solidFill>
                    <a:schemeClr val="bg1"/>
                  </a:solidFill>
                  <a:ea typeface="맑은 고딕"/>
                </a:rPr>
                <a:t>3</a:t>
              </a:r>
              <a:r>
                <a:rPr lang="ko-KR" altLang="en-US" sz="800" dirty="0">
                  <a:solidFill>
                    <a:schemeClr val="bg1"/>
                  </a:solidFill>
                  <a:ea typeface="맑은 고딕"/>
                </a:rPr>
                <a:t>개</a:t>
              </a:r>
            </a:p>
          </p:txBody>
        </p:sp>
      </p:grpSp>
      <p:sp>
        <p:nvSpPr>
          <p:cNvPr id="7" name="직사각형 6">
            <a:extLst>
              <a:ext uri="{FF2B5EF4-FFF2-40B4-BE49-F238E27FC236}">
                <a16:creationId xmlns:a16="http://schemas.microsoft.com/office/drawing/2014/main" id="{6408D053-B660-F61A-9D59-2F7017AA21D7}"/>
              </a:ext>
            </a:extLst>
          </p:cNvPr>
          <p:cNvSpPr/>
          <p:nvPr/>
        </p:nvSpPr>
        <p:spPr>
          <a:xfrm>
            <a:off x="165779" y="641839"/>
            <a:ext cx="3435657" cy="5814274"/>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36" name="그룹 135">
            <a:extLst>
              <a:ext uri="{FF2B5EF4-FFF2-40B4-BE49-F238E27FC236}">
                <a16:creationId xmlns:a16="http://schemas.microsoft.com/office/drawing/2014/main" id="{86F4361D-E3A1-F274-96D4-E9D9951A952F}"/>
              </a:ext>
            </a:extLst>
          </p:cNvPr>
          <p:cNvGrpSpPr/>
          <p:nvPr/>
        </p:nvGrpSpPr>
        <p:grpSpPr>
          <a:xfrm>
            <a:off x="164698" y="3289809"/>
            <a:ext cx="3426314" cy="3166304"/>
            <a:chOff x="168324" y="3289809"/>
            <a:chExt cx="3426314" cy="3166304"/>
          </a:xfrm>
        </p:grpSpPr>
        <p:sp>
          <p:nvSpPr>
            <p:cNvPr id="9" name="사각형: 둥근 위쪽 모서리 8">
              <a:extLst>
                <a:ext uri="{FF2B5EF4-FFF2-40B4-BE49-F238E27FC236}">
                  <a16:creationId xmlns:a16="http://schemas.microsoft.com/office/drawing/2014/main" id="{43D20A86-056B-AC2C-2958-686ED2CE10BB}"/>
                </a:ext>
              </a:extLst>
            </p:cNvPr>
            <p:cNvSpPr/>
            <p:nvPr/>
          </p:nvSpPr>
          <p:spPr>
            <a:xfrm>
              <a:off x="168324" y="328980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10" name="직사각형 9">
              <a:extLst>
                <a:ext uri="{FF2B5EF4-FFF2-40B4-BE49-F238E27FC236}">
                  <a16:creationId xmlns:a16="http://schemas.microsoft.com/office/drawing/2014/main" id="{A33A581E-4DD0-ADA3-5ADA-0F769E166001}"/>
                </a:ext>
              </a:extLst>
            </p:cNvPr>
            <p:cNvSpPr/>
            <p:nvPr/>
          </p:nvSpPr>
          <p:spPr>
            <a:xfrm>
              <a:off x="168324" y="3573076"/>
              <a:ext cx="3426314" cy="288303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28" name="그룹 127">
              <a:extLst>
                <a:ext uri="{FF2B5EF4-FFF2-40B4-BE49-F238E27FC236}">
                  <a16:creationId xmlns:a16="http://schemas.microsoft.com/office/drawing/2014/main" id="{D86EC5DA-7040-6684-6E46-2CE16600FB2D}"/>
                </a:ext>
              </a:extLst>
            </p:cNvPr>
            <p:cNvGrpSpPr/>
            <p:nvPr/>
          </p:nvGrpSpPr>
          <p:grpSpPr>
            <a:xfrm>
              <a:off x="345381" y="6079910"/>
              <a:ext cx="3069471" cy="222103"/>
              <a:chOff x="345382" y="6079910"/>
              <a:chExt cx="2672376" cy="222103"/>
            </a:xfrm>
          </p:grpSpPr>
          <p:sp>
            <p:nvSpPr>
              <p:cNvPr id="17" name="Rounded Rectangle 35">
                <a:extLst>
                  <a:ext uri="{FF2B5EF4-FFF2-40B4-BE49-F238E27FC236}">
                    <a16:creationId xmlns:a16="http://schemas.microsoft.com/office/drawing/2014/main" id="{810DFBD7-7828-A60C-74E6-4DB6421C766E}"/>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47" name="Rounded Rectangle 35">
                <a:extLst>
                  <a:ext uri="{FF2B5EF4-FFF2-40B4-BE49-F238E27FC236}">
                    <a16:creationId xmlns:a16="http://schemas.microsoft.com/office/drawing/2014/main" id="{990E7844-A7F8-BBAA-C58F-E32A6E278E15}"/>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50" name="TextBox 49">
              <a:extLst>
                <a:ext uri="{FF2B5EF4-FFF2-40B4-BE49-F238E27FC236}">
                  <a16:creationId xmlns:a16="http://schemas.microsoft.com/office/drawing/2014/main" id="{CF6E704E-07EC-7744-47E4-0A7595716DB1}"/>
                </a:ext>
              </a:extLst>
            </p:cNvPr>
            <p:cNvSpPr txBox="1"/>
            <p:nvPr/>
          </p:nvSpPr>
          <p:spPr>
            <a:xfrm>
              <a:off x="349514" y="369759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61" name="그룹 60">
              <a:extLst>
                <a:ext uri="{FF2B5EF4-FFF2-40B4-BE49-F238E27FC236}">
                  <a16:creationId xmlns:a16="http://schemas.microsoft.com/office/drawing/2014/main" id="{0F42EB5E-4C53-4539-A443-0CA68CE2A194}"/>
                </a:ext>
              </a:extLst>
            </p:cNvPr>
            <p:cNvGrpSpPr/>
            <p:nvPr/>
          </p:nvGrpSpPr>
          <p:grpSpPr>
            <a:xfrm>
              <a:off x="367778" y="3961995"/>
              <a:ext cx="2982798" cy="311239"/>
              <a:chOff x="5112789" y="3704581"/>
              <a:chExt cx="2982798" cy="311239"/>
            </a:xfrm>
          </p:grpSpPr>
          <p:sp>
            <p:nvSpPr>
              <p:cNvPr id="15" name="TextBox 14">
                <a:extLst>
                  <a:ext uri="{FF2B5EF4-FFF2-40B4-BE49-F238E27FC236}">
                    <a16:creationId xmlns:a16="http://schemas.microsoft.com/office/drawing/2014/main" id="{9C0FDA53-85EB-E51F-1E5F-A9269DBA3C98}"/>
                  </a:ext>
                </a:extLst>
              </p:cNvPr>
              <p:cNvSpPr txBox="1"/>
              <p:nvPr/>
            </p:nvSpPr>
            <p:spPr>
              <a:xfrm>
                <a:off x="5537811" y="3760746"/>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27" name="직사각형 26">
                <a:extLst>
                  <a:ext uri="{FF2B5EF4-FFF2-40B4-BE49-F238E27FC236}">
                    <a16:creationId xmlns:a16="http://schemas.microsoft.com/office/drawing/2014/main" id="{ABDD4101-B260-7263-0988-6756BFC6CB62}"/>
                  </a:ext>
                </a:extLst>
              </p:cNvPr>
              <p:cNvSpPr/>
              <p:nvPr/>
            </p:nvSpPr>
            <p:spPr>
              <a:xfrm>
                <a:off x="5112789" y="3704581"/>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grpSp>
        <p:grpSp>
          <p:nvGrpSpPr>
            <p:cNvPr id="62" name="그룹 61">
              <a:extLst>
                <a:ext uri="{FF2B5EF4-FFF2-40B4-BE49-F238E27FC236}">
                  <a16:creationId xmlns:a16="http://schemas.microsoft.com/office/drawing/2014/main" id="{FFC5BBDB-5440-C537-3204-080A2AC1F4FB}"/>
                </a:ext>
              </a:extLst>
            </p:cNvPr>
            <p:cNvGrpSpPr/>
            <p:nvPr/>
          </p:nvGrpSpPr>
          <p:grpSpPr>
            <a:xfrm>
              <a:off x="347047" y="5510561"/>
              <a:ext cx="3045134" cy="426937"/>
              <a:chOff x="5114729" y="5253147"/>
              <a:chExt cx="3045134" cy="426937"/>
            </a:xfrm>
          </p:grpSpPr>
          <p:sp>
            <p:nvSpPr>
              <p:cNvPr id="55" name="Rounded Rectangle 27">
                <a:extLst>
                  <a:ext uri="{FF2B5EF4-FFF2-40B4-BE49-F238E27FC236}">
                    <a16:creationId xmlns:a16="http://schemas.microsoft.com/office/drawing/2014/main" id="{B2409464-12E8-1066-D417-487B0023C15C}"/>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58" name="Rounded Rectangle 27">
                <a:extLst>
                  <a:ext uri="{FF2B5EF4-FFF2-40B4-BE49-F238E27FC236}">
                    <a16:creationId xmlns:a16="http://schemas.microsoft.com/office/drawing/2014/main" id="{E5E20D50-AED0-AE27-F190-83037D631FF4}"/>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38,600</a:t>
                </a:r>
                <a:r>
                  <a:rPr lang="ko-KR" altLang="en-US" sz="900" b="1" dirty="0">
                    <a:solidFill>
                      <a:schemeClr val="tx1"/>
                    </a:solidFill>
                    <a:ea typeface="맑은 고딕"/>
                  </a:rPr>
                  <a:t>원</a:t>
                </a:r>
              </a:p>
            </p:txBody>
          </p:sp>
          <p:sp>
            <p:nvSpPr>
              <p:cNvPr id="59" name="Rounded Rectangle 27">
                <a:extLst>
                  <a:ext uri="{FF2B5EF4-FFF2-40B4-BE49-F238E27FC236}">
                    <a16:creationId xmlns:a16="http://schemas.microsoft.com/office/drawing/2014/main" id="{16881170-8729-59A0-44EB-8B66967628D6}"/>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60" name="Rounded Rectangle 27">
                <a:extLst>
                  <a:ext uri="{FF2B5EF4-FFF2-40B4-BE49-F238E27FC236}">
                    <a16:creationId xmlns:a16="http://schemas.microsoft.com/office/drawing/2014/main" id="{2DB78160-39E3-8D8C-5AE1-393E2359A451}"/>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133" name="그룹 132">
              <a:extLst>
                <a:ext uri="{FF2B5EF4-FFF2-40B4-BE49-F238E27FC236}">
                  <a16:creationId xmlns:a16="http://schemas.microsoft.com/office/drawing/2014/main" id="{DE65750F-01A8-3E3D-8A83-25486BE66EF0}"/>
                </a:ext>
              </a:extLst>
            </p:cNvPr>
            <p:cNvGrpSpPr/>
            <p:nvPr/>
          </p:nvGrpSpPr>
          <p:grpSpPr>
            <a:xfrm>
              <a:off x="332574" y="4846817"/>
              <a:ext cx="3085578" cy="541093"/>
              <a:chOff x="332574" y="4846817"/>
              <a:chExt cx="3085578" cy="541093"/>
            </a:xfrm>
          </p:grpSpPr>
          <p:sp>
            <p:nvSpPr>
              <p:cNvPr id="29" name="직사각형 28">
                <a:extLst>
                  <a:ext uri="{FF2B5EF4-FFF2-40B4-BE49-F238E27FC236}">
                    <a16:creationId xmlns:a16="http://schemas.microsoft.com/office/drawing/2014/main" id="{25D2E815-4DCB-F068-3DE8-43AB9294B5E7}"/>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29" name="TextBox 128">
                <a:extLst>
                  <a:ext uri="{FF2B5EF4-FFF2-40B4-BE49-F238E27FC236}">
                    <a16:creationId xmlns:a16="http://schemas.microsoft.com/office/drawing/2014/main" id="{13A97BBB-7A93-CA41-6AC0-D3FE0E50AA79}"/>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130" name="Rounded Rectangle 33">
                <a:extLst>
                  <a:ext uri="{FF2B5EF4-FFF2-40B4-BE49-F238E27FC236}">
                    <a16:creationId xmlns:a16="http://schemas.microsoft.com/office/drawing/2014/main" id="{2E481728-3029-266D-0EC0-F0403948661B}"/>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131" name="Rounded Rectangle 27">
                <a:extLst>
                  <a:ext uri="{FF2B5EF4-FFF2-40B4-BE49-F238E27FC236}">
                    <a16:creationId xmlns:a16="http://schemas.microsoft.com/office/drawing/2014/main" id="{E2246994-0B67-64D6-4BAE-544D073C4E10}"/>
                  </a:ext>
                </a:extLst>
              </p:cNvPr>
              <p:cNvSpPr/>
              <p:nvPr/>
            </p:nvSpPr>
            <p:spPr>
              <a:xfrm>
                <a:off x="385216" y="4886439"/>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grpSp>
        <p:sp>
          <p:nvSpPr>
            <p:cNvPr id="51" name="Rounded Rectangle 35">
              <a:extLst>
                <a:ext uri="{FF2B5EF4-FFF2-40B4-BE49-F238E27FC236}">
                  <a16:creationId xmlns:a16="http://schemas.microsoft.com/office/drawing/2014/main" id="{E1BC1908-8F3E-3CCF-78D4-2D4C4EB663D3}"/>
                </a:ext>
              </a:extLst>
            </p:cNvPr>
            <p:cNvSpPr/>
            <p:nvPr/>
          </p:nvSpPr>
          <p:spPr>
            <a:xfrm>
              <a:off x="340131" y="4466878"/>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sp>
        <p:nvSpPr>
          <p:cNvPr id="234" name="사각형: 둥근 위쪽 모서리 233">
            <a:extLst>
              <a:ext uri="{FF2B5EF4-FFF2-40B4-BE49-F238E27FC236}">
                <a16:creationId xmlns:a16="http://schemas.microsoft.com/office/drawing/2014/main" id="{C4C1A742-7E2F-33FA-75B0-BBFA03ADF370}"/>
              </a:ext>
            </a:extLst>
          </p:cNvPr>
          <p:cNvSpPr/>
          <p:nvPr/>
        </p:nvSpPr>
        <p:spPr>
          <a:xfrm>
            <a:off x="3871569" y="2760689"/>
            <a:ext cx="3426314" cy="283267"/>
          </a:xfrm>
          <a:prstGeom prst="round2SameRect">
            <a:avLst>
              <a:gd name="adj1" fmla="val 50000"/>
              <a:gd name="adj2" fmla="val 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altLang="ko-KR" sz="600" dirty="0">
                <a:solidFill>
                  <a:schemeClr val="tx1"/>
                </a:solidFill>
                <a:latin typeface="+mn-ea"/>
              </a:rPr>
              <a:t>=</a:t>
            </a:r>
            <a:endParaRPr lang="ko-KR" altLang="en-US" sz="600" dirty="0">
              <a:solidFill>
                <a:schemeClr val="tx1"/>
              </a:solidFill>
              <a:latin typeface="+mn-ea"/>
            </a:endParaRPr>
          </a:p>
        </p:txBody>
      </p:sp>
      <p:sp>
        <p:nvSpPr>
          <p:cNvPr id="235" name="직사각형 234">
            <a:extLst>
              <a:ext uri="{FF2B5EF4-FFF2-40B4-BE49-F238E27FC236}">
                <a16:creationId xmlns:a16="http://schemas.microsoft.com/office/drawing/2014/main" id="{4C429182-FFC7-0974-C40F-3BB66B87131B}"/>
              </a:ext>
            </a:extLst>
          </p:cNvPr>
          <p:cNvSpPr/>
          <p:nvPr/>
        </p:nvSpPr>
        <p:spPr>
          <a:xfrm>
            <a:off x="3871569" y="3043956"/>
            <a:ext cx="3426314" cy="3412157"/>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236" name="그룹 235">
            <a:extLst>
              <a:ext uri="{FF2B5EF4-FFF2-40B4-BE49-F238E27FC236}">
                <a16:creationId xmlns:a16="http://schemas.microsoft.com/office/drawing/2014/main" id="{6604021D-D9E2-294F-B03D-7B94940CDFD2}"/>
              </a:ext>
            </a:extLst>
          </p:cNvPr>
          <p:cNvGrpSpPr/>
          <p:nvPr/>
        </p:nvGrpSpPr>
        <p:grpSpPr>
          <a:xfrm>
            <a:off x="4048626" y="6079910"/>
            <a:ext cx="3069471" cy="222103"/>
            <a:chOff x="345382" y="6079910"/>
            <a:chExt cx="2672376" cy="222103"/>
          </a:xfrm>
        </p:grpSpPr>
        <p:sp>
          <p:nvSpPr>
            <p:cNvPr id="258" name="Rounded Rectangle 35">
              <a:extLst>
                <a:ext uri="{FF2B5EF4-FFF2-40B4-BE49-F238E27FC236}">
                  <a16:creationId xmlns:a16="http://schemas.microsoft.com/office/drawing/2014/main" id="{630799F6-5BBD-EE33-7CB9-F9FC239CEF96}"/>
                </a:ext>
              </a:extLst>
            </p:cNvPr>
            <p:cNvSpPr/>
            <p:nvPr/>
          </p:nvSpPr>
          <p:spPr>
            <a:xfrm>
              <a:off x="1714214" y="6079910"/>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확인</a:t>
              </a:r>
            </a:p>
          </p:txBody>
        </p:sp>
        <p:sp>
          <p:nvSpPr>
            <p:cNvPr id="259" name="Rounded Rectangle 35">
              <a:extLst>
                <a:ext uri="{FF2B5EF4-FFF2-40B4-BE49-F238E27FC236}">
                  <a16:creationId xmlns:a16="http://schemas.microsoft.com/office/drawing/2014/main" id="{6DE1A0F1-D3DC-80C9-7D25-DFCD7FA7B58A}"/>
                </a:ext>
              </a:extLst>
            </p:cNvPr>
            <p:cNvSpPr/>
            <p:nvPr/>
          </p:nvSpPr>
          <p:spPr>
            <a:xfrm>
              <a:off x="345382" y="6082557"/>
              <a:ext cx="1303544"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취소</a:t>
              </a:r>
            </a:p>
          </p:txBody>
        </p:sp>
      </p:grpSp>
      <p:sp>
        <p:nvSpPr>
          <p:cNvPr id="237" name="TextBox 236">
            <a:extLst>
              <a:ext uri="{FF2B5EF4-FFF2-40B4-BE49-F238E27FC236}">
                <a16:creationId xmlns:a16="http://schemas.microsoft.com/office/drawing/2014/main" id="{A6D39EC7-C332-0D6F-7DE7-6177BE0D4649}"/>
              </a:ext>
            </a:extLst>
          </p:cNvPr>
          <p:cNvSpPr txBox="1"/>
          <p:nvPr/>
        </p:nvSpPr>
        <p:spPr>
          <a:xfrm>
            <a:off x="4052759" y="3168476"/>
            <a:ext cx="914400" cy="182880"/>
          </a:xfrm>
          <a:prstGeom prst="rect">
            <a:avLst/>
          </a:prstGeom>
          <a:noFill/>
        </p:spPr>
        <p:txBody>
          <a:bodyPr wrap="square" lIns="0" tIns="0" rIns="0" bIns="0" anchor="ctr">
            <a:noAutofit/>
          </a:bodyPr>
          <a:lstStyle/>
          <a:p>
            <a:r>
              <a:rPr lang="ko-KR" altLang="en-US" sz="900" b="1" dirty="0">
                <a:solidFill>
                  <a:srgbClr val="404040"/>
                </a:solidFill>
                <a:latin typeface="맑은 고딕"/>
                <a:ea typeface="맑은 고딕"/>
              </a:rPr>
              <a:t>옵션변경</a:t>
            </a:r>
            <a:endParaRPr sz="900" b="1" dirty="0">
              <a:solidFill>
                <a:srgbClr val="404040"/>
              </a:solidFill>
              <a:latin typeface="맑은 고딕"/>
              <a:ea typeface="맑은 고딕"/>
            </a:endParaRPr>
          </a:p>
        </p:txBody>
      </p:sp>
      <p:grpSp>
        <p:nvGrpSpPr>
          <p:cNvPr id="239" name="그룹 238">
            <a:extLst>
              <a:ext uri="{FF2B5EF4-FFF2-40B4-BE49-F238E27FC236}">
                <a16:creationId xmlns:a16="http://schemas.microsoft.com/office/drawing/2014/main" id="{5F359942-6CDE-8E6F-1D5B-4461EAACFDC6}"/>
              </a:ext>
            </a:extLst>
          </p:cNvPr>
          <p:cNvGrpSpPr/>
          <p:nvPr/>
        </p:nvGrpSpPr>
        <p:grpSpPr>
          <a:xfrm>
            <a:off x="4050292" y="5510561"/>
            <a:ext cx="3045134" cy="426937"/>
            <a:chOff x="5114729" y="5253147"/>
            <a:chExt cx="3045134" cy="426937"/>
          </a:xfrm>
        </p:grpSpPr>
        <p:sp>
          <p:nvSpPr>
            <p:cNvPr id="248" name="Rounded Rectangle 27">
              <a:extLst>
                <a:ext uri="{FF2B5EF4-FFF2-40B4-BE49-F238E27FC236}">
                  <a16:creationId xmlns:a16="http://schemas.microsoft.com/office/drawing/2014/main" id="{AB8B3526-7C5E-FED5-23F8-353CD3AE9D33}"/>
                </a:ext>
              </a:extLst>
            </p:cNvPr>
            <p:cNvSpPr/>
            <p:nvPr/>
          </p:nvSpPr>
          <p:spPr>
            <a:xfrm>
              <a:off x="5114729" y="5253147"/>
              <a:ext cx="656873"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900" b="1" dirty="0">
                  <a:solidFill>
                    <a:schemeClr val="tx1"/>
                  </a:solidFill>
                  <a:ea typeface="맑은 고딕"/>
                </a:rPr>
                <a:t>상품금액</a:t>
              </a:r>
            </a:p>
          </p:txBody>
        </p:sp>
        <p:sp>
          <p:nvSpPr>
            <p:cNvPr id="249" name="Rounded Rectangle 27">
              <a:extLst>
                <a:ext uri="{FF2B5EF4-FFF2-40B4-BE49-F238E27FC236}">
                  <a16:creationId xmlns:a16="http://schemas.microsoft.com/office/drawing/2014/main" id="{6B6AC006-D872-E5B5-A0C2-A37705998171}"/>
                </a:ext>
              </a:extLst>
            </p:cNvPr>
            <p:cNvSpPr/>
            <p:nvPr/>
          </p:nvSpPr>
          <p:spPr>
            <a:xfrm>
              <a:off x="7382652" y="5269279"/>
              <a:ext cx="777211"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900" b="1" dirty="0">
                  <a:solidFill>
                    <a:schemeClr val="tx1"/>
                  </a:solidFill>
                  <a:ea typeface="맑은 고딕"/>
                </a:rPr>
                <a:t>152,400</a:t>
              </a:r>
              <a:r>
                <a:rPr lang="ko-KR" altLang="en-US" sz="900" b="1" dirty="0">
                  <a:solidFill>
                    <a:schemeClr val="tx1"/>
                  </a:solidFill>
                  <a:ea typeface="맑은 고딕"/>
                </a:rPr>
                <a:t>원</a:t>
              </a:r>
            </a:p>
          </p:txBody>
        </p:sp>
        <p:sp>
          <p:nvSpPr>
            <p:cNvPr id="250" name="Rounded Rectangle 27">
              <a:extLst>
                <a:ext uri="{FF2B5EF4-FFF2-40B4-BE49-F238E27FC236}">
                  <a16:creationId xmlns:a16="http://schemas.microsoft.com/office/drawing/2014/main" id="{F293E81E-CB8F-EB4B-18EE-9DB1306B063F}"/>
                </a:ext>
              </a:extLst>
            </p:cNvPr>
            <p:cNvSpPr/>
            <p:nvPr/>
          </p:nvSpPr>
          <p:spPr>
            <a:xfrm>
              <a:off x="5114729" y="5474801"/>
              <a:ext cx="1344496"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800" dirty="0">
                  <a:solidFill>
                    <a:schemeClr val="tx1"/>
                  </a:solidFill>
                  <a:ea typeface="맑은 고딕"/>
                </a:rPr>
                <a:t>배송비</a:t>
              </a:r>
            </a:p>
          </p:txBody>
        </p:sp>
        <p:sp>
          <p:nvSpPr>
            <p:cNvPr id="251" name="Rounded Rectangle 27">
              <a:extLst>
                <a:ext uri="{FF2B5EF4-FFF2-40B4-BE49-F238E27FC236}">
                  <a16:creationId xmlns:a16="http://schemas.microsoft.com/office/drawing/2014/main" id="{74F2CC5C-6BB1-5511-A983-82D70F7B40A5}"/>
                </a:ext>
              </a:extLst>
            </p:cNvPr>
            <p:cNvSpPr/>
            <p:nvPr/>
          </p:nvSpPr>
          <p:spPr>
            <a:xfrm>
              <a:off x="7382652" y="5482866"/>
              <a:ext cx="777211"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0</a:t>
              </a:r>
              <a:r>
                <a:rPr lang="ko-KR" altLang="en-US" sz="700" dirty="0">
                  <a:solidFill>
                    <a:schemeClr val="tx1"/>
                  </a:solidFill>
                  <a:ea typeface="맑은 고딕"/>
                </a:rPr>
                <a:t>원</a:t>
              </a:r>
            </a:p>
          </p:txBody>
        </p:sp>
      </p:grpSp>
      <p:grpSp>
        <p:nvGrpSpPr>
          <p:cNvPr id="240" name="그룹 239">
            <a:extLst>
              <a:ext uri="{FF2B5EF4-FFF2-40B4-BE49-F238E27FC236}">
                <a16:creationId xmlns:a16="http://schemas.microsoft.com/office/drawing/2014/main" id="{67214129-58D5-4A8B-A906-611A5BD1BA2B}"/>
              </a:ext>
            </a:extLst>
          </p:cNvPr>
          <p:cNvGrpSpPr/>
          <p:nvPr/>
        </p:nvGrpSpPr>
        <p:grpSpPr>
          <a:xfrm>
            <a:off x="4035819" y="4245689"/>
            <a:ext cx="3085578" cy="541093"/>
            <a:chOff x="332574" y="4846817"/>
            <a:chExt cx="3085578" cy="541093"/>
          </a:xfrm>
        </p:grpSpPr>
        <p:sp>
          <p:nvSpPr>
            <p:cNvPr id="244" name="직사각형 243">
              <a:extLst>
                <a:ext uri="{FF2B5EF4-FFF2-40B4-BE49-F238E27FC236}">
                  <a16:creationId xmlns:a16="http://schemas.microsoft.com/office/drawing/2014/main" id="{F259581C-5459-2746-A2EE-5118F162C5F0}"/>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45" name="TextBox 244">
              <a:extLst>
                <a:ext uri="{FF2B5EF4-FFF2-40B4-BE49-F238E27FC236}">
                  <a16:creationId xmlns:a16="http://schemas.microsoft.com/office/drawing/2014/main" id="{C4911953-14AF-6240-F175-C12DD4B6CA04}"/>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38,600</a:t>
              </a:r>
              <a:r>
                <a:rPr lang="ko-KR" altLang="en-US" sz="900" b="1" dirty="0">
                  <a:solidFill>
                    <a:srgbClr val="404040"/>
                  </a:solidFill>
                  <a:ea typeface="맑은 고딕"/>
                </a:rPr>
                <a:t>원</a:t>
              </a:r>
            </a:p>
          </p:txBody>
        </p:sp>
        <p:sp>
          <p:nvSpPr>
            <p:cNvPr id="246" name="Rounded Rectangle 33">
              <a:extLst>
                <a:ext uri="{FF2B5EF4-FFF2-40B4-BE49-F238E27FC236}">
                  <a16:creationId xmlns:a16="http://schemas.microsoft.com/office/drawing/2014/main" id="{C00923CE-F273-376A-091D-9E3D534E98E1}"/>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47" name="Rounded Rectangle 27">
              <a:extLst>
                <a:ext uri="{FF2B5EF4-FFF2-40B4-BE49-F238E27FC236}">
                  <a16:creationId xmlns:a16="http://schemas.microsoft.com/office/drawing/2014/main" id="{503F77F7-E23B-1B65-A7F4-B12969D1BFE4}"/>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a:t>
              </a:r>
              <a:r>
                <a:rPr lang="ko-KR" altLang="ko-KR" sz="700" dirty="0">
                  <a:solidFill>
                    <a:schemeClr val="tx1"/>
                  </a:solidFill>
                  <a:ea typeface="맑은 고딕"/>
                </a:rPr>
                <a:t>)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a:t>
              </a:r>
              <a:r>
                <a:rPr lang="en-US" altLang="ko-KR" sz="700" dirty="0">
                  <a:solidFill>
                    <a:schemeClr val="tx1"/>
                  </a:solidFill>
                  <a:ea typeface="맑은 고딕"/>
                </a:rPr>
                <a:t>3</a:t>
              </a:r>
              <a:r>
                <a:rPr lang="ko-KR" altLang="ko-KR" sz="700" dirty="0">
                  <a:solidFill>
                    <a:schemeClr val="tx1"/>
                  </a:solidFill>
                  <a:ea typeface="맑은 고딕"/>
                </a:rPr>
                <a:t>팩 NS6</a:t>
              </a:r>
              <a:r>
                <a:rPr lang="en-US" altLang="ko-KR" sz="700" dirty="0">
                  <a:solidFill>
                    <a:schemeClr val="tx1"/>
                  </a:solidFill>
                  <a:ea typeface="맑은 고딕"/>
                </a:rPr>
                <a:t>0</a:t>
              </a:r>
              <a:endParaRPr lang="ko-KR" altLang="en-US" sz="700" dirty="0">
                <a:solidFill>
                  <a:schemeClr val="tx1"/>
                </a:solidFill>
                <a:ea typeface="맑은 고딕"/>
              </a:endParaRPr>
            </a:p>
          </p:txBody>
        </p:sp>
        <p:sp>
          <p:nvSpPr>
            <p:cNvPr id="273" name="Rounded Rectangle 27">
              <a:extLst>
                <a:ext uri="{FF2B5EF4-FFF2-40B4-BE49-F238E27FC236}">
                  <a16:creationId xmlns:a16="http://schemas.microsoft.com/office/drawing/2014/main" id="{CF78ECF7-CACC-7157-4EE9-73505C839DB1}"/>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242" name="Rounded Rectangle 35">
            <a:extLst>
              <a:ext uri="{FF2B5EF4-FFF2-40B4-BE49-F238E27FC236}">
                <a16:creationId xmlns:a16="http://schemas.microsoft.com/office/drawing/2014/main" id="{E5182F39-EDF6-98BB-86E3-43F756362319}"/>
              </a:ext>
            </a:extLst>
          </p:cNvPr>
          <p:cNvSpPr/>
          <p:nvPr/>
        </p:nvSpPr>
        <p:spPr>
          <a:xfrm>
            <a:off x="4043376" y="3865750"/>
            <a:ext cx="3059608"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옵션을</a:t>
            </a:r>
            <a:r>
              <a:rPr lang="en-US" altLang="ko-KR" sz="800" dirty="0">
                <a:solidFill>
                  <a:sysClr val="windowText" lastClr="000000"/>
                </a:solidFill>
                <a:ea typeface="맑은 고딕"/>
              </a:rPr>
              <a:t> </a:t>
            </a:r>
            <a:r>
              <a:rPr lang="ko-KR" altLang="en-US" sz="800" dirty="0">
                <a:solidFill>
                  <a:sysClr val="windowText" lastClr="000000"/>
                </a:solidFill>
                <a:ea typeface="맑은 고딕"/>
              </a:rPr>
              <a:t>선택해 주세요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grpSp>
        <p:nvGrpSpPr>
          <p:cNvPr id="274" name="그룹 273">
            <a:extLst>
              <a:ext uri="{FF2B5EF4-FFF2-40B4-BE49-F238E27FC236}">
                <a16:creationId xmlns:a16="http://schemas.microsoft.com/office/drawing/2014/main" id="{B801A52D-5480-FCBE-1D86-2D8150702001}"/>
              </a:ext>
            </a:extLst>
          </p:cNvPr>
          <p:cNvGrpSpPr/>
          <p:nvPr/>
        </p:nvGrpSpPr>
        <p:grpSpPr>
          <a:xfrm>
            <a:off x="4035819" y="4860429"/>
            <a:ext cx="3085578" cy="541093"/>
            <a:chOff x="332574" y="4846817"/>
            <a:chExt cx="3085578" cy="541093"/>
          </a:xfrm>
        </p:grpSpPr>
        <p:sp>
          <p:nvSpPr>
            <p:cNvPr id="275" name="직사각형 274">
              <a:extLst>
                <a:ext uri="{FF2B5EF4-FFF2-40B4-BE49-F238E27FC236}">
                  <a16:creationId xmlns:a16="http://schemas.microsoft.com/office/drawing/2014/main" id="{31DCECBF-D43E-F96D-A90D-FDDCE23BEECE}"/>
                </a:ext>
              </a:extLst>
            </p:cNvPr>
            <p:cNvSpPr/>
            <p:nvPr/>
          </p:nvSpPr>
          <p:spPr>
            <a:xfrm>
              <a:off x="332574" y="4846817"/>
              <a:ext cx="3085578" cy="54109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76" name="TextBox 275">
              <a:extLst>
                <a:ext uri="{FF2B5EF4-FFF2-40B4-BE49-F238E27FC236}">
                  <a16:creationId xmlns:a16="http://schemas.microsoft.com/office/drawing/2014/main" id="{4B9F1F45-742D-3D30-0552-A8B303F5A350}"/>
                </a:ext>
              </a:extLst>
            </p:cNvPr>
            <p:cNvSpPr txBox="1"/>
            <p:nvPr/>
          </p:nvSpPr>
          <p:spPr>
            <a:xfrm>
              <a:off x="2425850" y="5133651"/>
              <a:ext cx="914400" cy="182880"/>
            </a:xfrm>
            <a:prstGeom prst="rect">
              <a:avLst/>
            </a:prstGeom>
            <a:noFill/>
          </p:spPr>
          <p:txBody>
            <a:bodyPr wrap="square" lIns="0" tIns="0" rIns="0" bIns="0" anchor="ctr">
              <a:no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p>
          </p:txBody>
        </p:sp>
        <p:sp>
          <p:nvSpPr>
            <p:cNvPr id="277" name="Rounded Rectangle 33">
              <a:extLst>
                <a:ext uri="{FF2B5EF4-FFF2-40B4-BE49-F238E27FC236}">
                  <a16:creationId xmlns:a16="http://schemas.microsoft.com/office/drawing/2014/main" id="{978D179F-F7A1-73D5-DFDE-F2AB192EC2DC}"/>
                </a:ext>
              </a:extLst>
            </p:cNvPr>
            <p:cNvSpPr/>
            <p:nvPr/>
          </p:nvSpPr>
          <p:spPr>
            <a:xfrm>
              <a:off x="448440" y="5118777"/>
              <a:ext cx="7772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a:solidFill>
                    <a:srgbClr val="595959"/>
                  </a:solidFill>
                  <a:ea typeface="맑은 고딕"/>
                </a:rPr>
                <a:t>−    </a:t>
              </a:r>
              <a:r>
                <a:rPr lang="en-US" altLang="ko-KR" sz="800">
                  <a:solidFill>
                    <a:srgbClr val="595959"/>
                  </a:solidFill>
                  <a:ea typeface="맑은 고딕"/>
                </a:rPr>
                <a:t>1    +</a:t>
              </a:r>
              <a:endParaRPr lang="en-US" altLang="ko-KR" sz="800" dirty="0">
                <a:solidFill>
                  <a:srgbClr val="595959"/>
                </a:solidFill>
                <a:ea typeface="맑은 고딕"/>
              </a:endParaRPr>
            </a:p>
          </p:txBody>
        </p:sp>
        <p:sp>
          <p:nvSpPr>
            <p:cNvPr id="278" name="Rounded Rectangle 27">
              <a:extLst>
                <a:ext uri="{FF2B5EF4-FFF2-40B4-BE49-F238E27FC236}">
                  <a16:creationId xmlns:a16="http://schemas.microsoft.com/office/drawing/2014/main" id="{78D40563-B727-81A6-2F24-246B60DDE639}"/>
                </a:ext>
              </a:extLst>
            </p:cNvPr>
            <p:cNvSpPr/>
            <p:nvPr/>
          </p:nvSpPr>
          <p:spPr>
            <a:xfrm>
              <a:off x="385216" y="4886439"/>
              <a:ext cx="204063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279" name="Rounded Rectangle 27">
              <a:extLst>
                <a:ext uri="{FF2B5EF4-FFF2-40B4-BE49-F238E27FC236}">
                  <a16:creationId xmlns:a16="http://schemas.microsoft.com/office/drawing/2014/main" id="{0B69D345-8E87-1AA2-DF6D-F626849E0CF3}"/>
                </a:ext>
              </a:extLst>
            </p:cNvPr>
            <p:cNvSpPr/>
            <p:nvPr/>
          </p:nvSpPr>
          <p:spPr>
            <a:xfrm>
              <a:off x="3148136" y="4886439"/>
              <a:ext cx="19582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X</a:t>
              </a:r>
              <a:endParaRPr lang="ko-KR" altLang="en-US" sz="700" dirty="0">
                <a:solidFill>
                  <a:schemeClr val="tx1"/>
                </a:solidFill>
                <a:ea typeface="맑은 고딕"/>
              </a:endParaRPr>
            </a:p>
          </p:txBody>
        </p:sp>
      </p:grpSp>
      <p:sp>
        <p:nvSpPr>
          <p:cNvPr id="135" name="모서리가 둥근 직사각형 114">
            <a:extLst>
              <a:ext uri="{FF2B5EF4-FFF2-40B4-BE49-F238E27FC236}">
                <a16:creationId xmlns:a16="http://schemas.microsoft.com/office/drawing/2014/main" id="{96DF94C2-16C2-5CB6-61C6-BC93BAE7199D}"/>
              </a:ext>
            </a:extLst>
          </p:cNvPr>
          <p:cNvSpPr/>
          <p:nvPr/>
        </p:nvSpPr>
        <p:spPr>
          <a:xfrm>
            <a:off x="102003" y="70393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1</a:t>
            </a:r>
            <a:endParaRPr lang="ko-KR" altLang="en-US" sz="900" dirty="0">
              <a:solidFill>
                <a:schemeClr val="bg1"/>
              </a:solidFill>
            </a:endParaRPr>
          </a:p>
        </p:txBody>
      </p:sp>
      <p:sp>
        <p:nvSpPr>
          <p:cNvPr id="138" name="모서리가 둥근 직사각형 114">
            <a:extLst>
              <a:ext uri="{FF2B5EF4-FFF2-40B4-BE49-F238E27FC236}">
                <a16:creationId xmlns:a16="http://schemas.microsoft.com/office/drawing/2014/main" id="{13AB80FF-9054-F239-6E9D-FC596FBF4258}"/>
              </a:ext>
            </a:extLst>
          </p:cNvPr>
          <p:cNvSpPr/>
          <p:nvPr/>
        </p:nvSpPr>
        <p:spPr>
          <a:xfrm>
            <a:off x="75833" y="3831462"/>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2-1</a:t>
            </a:r>
            <a:endParaRPr lang="ko-KR" altLang="en-US" sz="900" dirty="0">
              <a:solidFill>
                <a:schemeClr val="bg1"/>
              </a:solidFill>
            </a:endParaRPr>
          </a:p>
        </p:txBody>
      </p:sp>
      <p:sp>
        <p:nvSpPr>
          <p:cNvPr id="280" name="모서리가 둥근 직사각형 114">
            <a:extLst>
              <a:ext uri="{FF2B5EF4-FFF2-40B4-BE49-F238E27FC236}">
                <a16:creationId xmlns:a16="http://schemas.microsoft.com/office/drawing/2014/main" id="{689E5C29-EF1E-260A-14D8-76D0E8E74945}"/>
              </a:ext>
            </a:extLst>
          </p:cNvPr>
          <p:cNvSpPr/>
          <p:nvPr/>
        </p:nvSpPr>
        <p:spPr>
          <a:xfrm>
            <a:off x="75833" y="4395748"/>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2-2</a:t>
            </a:r>
            <a:endParaRPr lang="ko-KR" altLang="en-US" sz="900" dirty="0">
              <a:solidFill>
                <a:schemeClr val="bg1"/>
              </a:solidFill>
            </a:endParaRPr>
          </a:p>
        </p:txBody>
      </p:sp>
      <p:sp>
        <p:nvSpPr>
          <p:cNvPr id="281" name="모서리가 둥근 직사각형 114">
            <a:extLst>
              <a:ext uri="{FF2B5EF4-FFF2-40B4-BE49-F238E27FC236}">
                <a16:creationId xmlns:a16="http://schemas.microsoft.com/office/drawing/2014/main" id="{92B16429-4517-FF42-BBDF-6C078907E82A}"/>
              </a:ext>
            </a:extLst>
          </p:cNvPr>
          <p:cNvSpPr/>
          <p:nvPr/>
        </p:nvSpPr>
        <p:spPr>
          <a:xfrm>
            <a:off x="3694997" y="4201107"/>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2-4</a:t>
            </a:r>
            <a:endParaRPr lang="ko-KR" altLang="en-US" sz="900" dirty="0">
              <a:solidFill>
                <a:schemeClr val="bg1"/>
              </a:solidFill>
            </a:endParaRPr>
          </a:p>
        </p:txBody>
      </p:sp>
      <p:sp>
        <p:nvSpPr>
          <p:cNvPr id="282" name="모서리가 둥근 직사각형 114">
            <a:extLst>
              <a:ext uri="{FF2B5EF4-FFF2-40B4-BE49-F238E27FC236}">
                <a16:creationId xmlns:a16="http://schemas.microsoft.com/office/drawing/2014/main" id="{7B9ED36C-7463-E608-5D1A-8C91F0EC957F}"/>
              </a:ext>
            </a:extLst>
          </p:cNvPr>
          <p:cNvSpPr/>
          <p:nvPr/>
        </p:nvSpPr>
        <p:spPr>
          <a:xfrm>
            <a:off x="3694997" y="6108390"/>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4</a:t>
            </a:r>
            <a:endParaRPr lang="ko-KR" altLang="en-US" sz="900" dirty="0">
              <a:solidFill>
                <a:schemeClr val="bg1"/>
              </a:solidFill>
            </a:endParaRPr>
          </a:p>
        </p:txBody>
      </p:sp>
      <p:sp>
        <p:nvSpPr>
          <p:cNvPr id="283" name="모서리가 둥근 직사각형 114">
            <a:extLst>
              <a:ext uri="{FF2B5EF4-FFF2-40B4-BE49-F238E27FC236}">
                <a16:creationId xmlns:a16="http://schemas.microsoft.com/office/drawing/2014/main" id="{1C388365-F6F9-4274-EEAC-F964632F6440}"/>
              </a:ext>
            </a:extLst>
          </p:cNvPr>
          <p:cNvSpPr/>
          <p:nvPr/>
        </p:nvSpPr>
        <p:spPr>
          <a:xfrm>
            <a:off x="3694997" y="5540036"/>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3</a:t>
            </a:r>
            <a:endParaRPr lang="ko-KR" altLang="en-US" sz="900" dirty="0">
              <a:solidFill>
                <a:schemeClr val="bg1"/>
              </a:solidFill>
            </a:endParaRPr>
          </a:p>
        </p:txBody>
      </p:sp>
      <p:sp>
        <p:nvSpPr>
          <p:cNvPr id="14" name="모서리가 둥근 직사각형 114">
            <a:extLst>
              <a:ext uri="{FF2B5EF4-FFF2-40B4-BE49-F238E27FC236}">
                <a16:creationId xmlns:a16="http://schemas.microsoft.com/office/drawing/2014/main" id="{E3281C60-1ED4-F293-AE03-3F938025DDBF}"/>
              </a:ext>
            </a:extLst>
          </p:cNvPr>
          <p:cNvSpPr/>
          <p:nvPr/>
        </p:nvSpPr>
        <p:spPr>
          <a:xfrm>
            <a:off x="84260" y="4792221"/>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2-3</a:t>
            </a:r>
            <a:endParaRPr lang="ko-KR" altLang="en-US" sz="900" dirty="0">
              <a:solidFill>
                <a:schemeClr val="bg1"/>
              </a:solidFill>
            </a:endParaRPr>
          </a:p>
        </p:txBody>
      </p:sp>
      <p:sp>
        <p:nvSpPr>
          <p:cNvPr id="30" name="Rounded Rectangle 35">
            <a:extLst>
              <a:ext uri="{FF2B5EF4-FFF2-40B4-BE49-F238E27FC236}">
                <a16:creationId xmlns:a16="http://schemas.microsoft.com/office/drawing/2014/main" id="{7406D9D0-6985-8249-4548-2D27AE8F7CE3}"/>
              </a:ext>
            </a:extLst>
          </p:cNvPr>
          <p:cNvSpPr/>
          <p:nvPr/>
        </p:nvSpPr>
        <p:spPr>
          <a:xfrm>
            <a:off x="7343065" y="3865750"/>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옵션 추가                                                   </a:t>
            </a:r>
            <a:r>
              <a:rPr lang="ko-KR" altLang="en-US" sz="800" dirty="0">
                <a:solidFill>
                  <a:srgbClr val="595959"/>
                </a:solidFill>
                <a:ea typeface="맑은 고딕"/>
              </a:rPr>
              <a:t>▼</a:t>
            </a:r>
            <a:endParaRPr lang="ko-KR" altLang="en-US" sz="800" dirty="0">
              <a:solidFill>
                <a:sysClr val="windowText" lastClr="000000"/>
              </a:solidFill>
              <a:ea typeface="맑은 고딕"/>
            </a:endParaRPr>
          </a:p>
        </p:txBody>
      </p:sp>
      <p:sp>
        <p:nvSpPr>
          <p:cNvPr id="31" name="Rounded Rectangle 35">
            <a:extLst>
              <a:ext uri="{FF2B5EF4-FFF2-40B4-BE49-F238E27FC236}">
                <a16:creationId xmlns:a16="http://schemas.microsoft.com/office/drawing/2014/main" id="{9F88998D-08DA-2459-DC4B-0E9CF7A6D8B6}"/>
              </a:ext>
            </a:extLst>
          </p:cNvPr>
          <p:cNvSpPr/>
          <p:nvPr/>
        </p:nvSpPr>
        <p:spPr>
          <a:xfrm>
            <a:off x="7343065" y="4085206"/>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ko-KR" sz="800" dirty="0">
                <a:solidFill>
                  <a:schemeClr val="tx1"/>
                </a:solidFill>
                <a:ea typeface="맑은 고딕"/>
              </a:rPr>
              <a:t>1)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9팩 NS61</a:t>
            </a:r>
            <a:endParaRPr lang="ko-KR" altLang="en-US" sz="800" dirty="0">
              <a:solidFill>
                <a:schemeClr val="tx1"/>
              </a:solidFill>
              <a:ea typeface="맑은 고딕"/>
            </a:endParaRPr>
          </a:p>
        </p:txBody>
      </p:sp>
      <p:sp>
        <p:nvSpPr>
          <p:cNvPr id="32" name="Rounded Rectangle 35">
            <a:extLst>
              <a:ext uri="{FF2B5EF4-FFF2-40B4-BE49-F238E27FC236}">
                <a16:creationId xmlns:a16="http://schemas.microsoft.com/office/drawing/2014/main" id="{D02C943F-08FE-1C9D-AC84-43CDCBCA54A6}"/>
              </a:ext>
            </a:extLst>
          </p:cNvPr>
          <p:cNvSpPr/>
          <p:nvPr/>
        </p:nvSpPr>
        <p:spPr>
          <a:xfrm>
            <a:off x="7343065" y="4299679"/>
            <a:ext cx="2590435" cy="34472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043 </a:t>
            </a:r>
            <a:r>
              <a:rPr lang="ko-KR" altLang="en-US" sz="800" dirty="0">
                <a:solidFill>
                  <a:schemeClr val="tx1"/>
                </a:solidFill>
                <a:ea typeface="맑은 고딕"/>
              </a:rPr>
              <a:t>옵션은 두줄까지 허용하고 </a:t>
            </a:r>
            <a:r>
              <a:rPr lang="ko-KR" altLang="en-US" sz="800" dirty="0" err="1">
                <a:solidFill>
                  <a:schemeClr val="tx1"/>
                </a:solidFill>
                <a:ea typeface="맑은 고딕"/>
              </a:rPr>
              <a:t>말줄임표</a:t>
            </a:r>
            <a:r>
              <a:rPr lang="ko-KR" altLang="en-US" sz="800" dirty="0">
                <a:solidFill>
                  <a:schemeClr val="tx1"/>
                </a:solidFill>
                <a:ea typeface="맑은 고딕"/>
              </a:rPr>
              <a:t> 처리합니다</a:t>
            </a:r>
            <a:r>
              <a:rPr lang="en-US" altLang="ko-KR" sz="800" dirty="0">
                <a:solidFill>
                  <a:schemeClr val="tx1"/>
                </a:solidFill>
                <a:ea typeface="맑은 고딕"/>
              </a:rPr>
              <a:t>…</a:t>
            </a:r>
            <a:endParaRPr lang="ko-KR" altLang="en-US" sz="800" dirty="0">
              <a:solidFill>
                <a:schemeClr val="tx1"/>
              </a:solidFill>
              <a:ea typeface="맑은 고딕"/>
            </a:endParaRPr>
          </a:p>
        </p:txBody>
      </p:sp>
      <p:sp>
        <p:nvSpPr>
          <p:cNvPr id="33" name="Rounded Rectangle 35">
            <a:extLst>
              <a:ext uri="{FF2B5EF4-FFF2-40B4-BE49-F238E27FC236}">
                <a16:creationId xmlns:a16="http://schemas.microsoft.com/office/drawing/2014/main" id="{ACA03A96-FC4C-5589-4D35-C071BD7D871B}"/>
              </a:ext>
            </a:extLst>
          </p:cNvPr>
          <p:cNvSpPr/>
          <p:nvPr/>
        </p:nvSpPr>
        <p:spPr>
          <a:xfrm>
            <a:off x="7343065" y="4644405"/>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bg1">
                    <a:lumMod val="65000"/>
                  </a:schemeClr>
                </a:solidFill>
                <a:ea typeface="맑은 고딕"/>
              </a:rPr>
              <a:t>3</a:t>
            </a:r>
            <a:r>
              <a:rPr lang="ko-KR" altLang="ko-KR" sz="800" dirty="0">
                <a:solidFill>
                  <a:schemeClr val="bg1">
                    <a:lumMod val="65000"/>
                  </a:schemeClr>
                </a:solidFill>
                <a:ea typeface="맑은 고딕"/>
              </a:rPr>
              <a:t>) (26년형) 1단계 밴드형 공용 60매 </a:t>
            </a:r>
            <a:r>
              <a:rPr lang="ko-KR" altLang="ko-KR" sz="800" dirty="0" err="1">
                <a:solidFill>
                  <a:schemeClr val="bg1">
                    <a:lumMod val="65000"/>
                  </a:schemeClr>
                </a:solidFill>
                <a:ea typeface="맑은 고딕"/>
              </a:rPr>
              <a:t>x</a:t>
            </a:r>
            <a:r>
              <a:rPr lang="ko-KR" altLang="ko-KR" sz="800" dirty="0">
                <a:solidFill>
                  <a:schemeClr val="bg1">
                    <a:lumMod val="65000"/>
                  </a:schemeClr>
                </a:solidFill>
                <a:ea typeface="맑은 고딕"/>
              </a:rPr>
              <a:t> </a:t>
            </a:r>
            <a:r>
              <a:rPr lang="en-US" altLang="ko-KR" sz="800" dirty="0">
                <a:solidFill>
                  <a:schemeClr val="bg1">
                    <a:lumMod val="65000"/>
                  </a:schemeClr>
                </a:solidFill>
                <a:ea typeface="맑은 고딕"/>
              </a:rPr>
              <a:t>5</a:t>
            </a:r>
            <a:r>
              <a:rPr lang="ko-KR" altLang="ko-KR" sz="800" dirty="0">
                <a:solidFill>
                  <a:schemeClr val="bg1">
                    <a:lumMod val="65000"/>
                  </a:schemeClr>
                </a:solidFill>
                <a:ea typeface="맑은 고딕"/>
              </a:rPr>
              <a:t>팩 NS</a:t>
            </a:r>
            <a:r>
              <a:rPr lang="en-US" altLang="ko-KR" sz="800" dirty="0">
                <a:solidFill>
                  <a:schemeClr val="bg1">
                    <a:lumMod val="65000"/>
                  </a:schemeClr>
                </a:solidFill>
                <a:ea typeface="맑은 고딕"/>
              </a:rPr>
              <a:t>…[</a:t>
            </a:r>
            <a:r>
              <a:rPr lang="ko-KR" altLang="en-US" sz="800" dirty="0">
                <a:solidFill>
                  <a:schemeClr val="bg1">
                    <a:lumMod val="65000"/>
                  </a:schemeClr>
                </a:solidFill>
                <a:ea typeface="맑은 고딕"/>
              </a:rPr>
              <a:t>품절</a:t>
            </a:r>
            <a:r>
              <a:rPr lang="en-US" altLang="ko-KR" sz="800" dirty="0">
                <a:solidFill>
                  <a:schemeClr val="bg1">
                    <a:lumMod val="65000"/>
                  </a:schemeClr>
                </a:solidFill>
                <a:ea typeface="맑은 고딕"/>
              </a:rPr>
              <a:t>]</a:t>
            </a:r>
            <a:endParaRPr lang="ko-KR" altLang="en-US" sz="800" dirty="0">
              <a:solidFill>
                <a:schemeClr val="bg1">
                  <a:lumMod val="65000"/>
                </a:schemeClr>
              </a:solidFill>
              <a:ea typeface="맑은 고딕"/>
            </a:endParaRPr>
          </a:p>
        </p:txBody>
      </p:sp>
      <p:sp>
        <p:nvSpPr>
          <p:cNvPr id="34" name="Rounded Rectangle 35">
            <a:extLst>
              <a:ext uri="{FF2B5EF4-FFF2-40B4-BE49-F238E27FC236}">
                <a16:creationId xmlns:a16="http://schemas.microsoft.com/office/drawing/2014/main" id="{511B2785-D453-18D9-9550-9F6195951768}"/>
              </a:ext>
            </a:extLst>
          </p:cNvPr>
          <p:cNvSpPr/>
          <p:nvPr/>
        </p:nvSpPr>
        <p:spPr>
          <a:xfrm>
            <a:off x="7343065" y="4858878"/>
            <a:ext cx="2590435"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chemeClr val="tx1"/>
                </a:solidFill>
                <a:ea typeface="맑은 고딕"/>
              </a:rPr>
              <a:t>2</a:t>
            </a:r>
            <a:r>
              <a:rPr lang="ko-KR" altLang="ko-KR" sz="800" dirty="0">
                <a:solidFill>
                  <a:schemeClr val="tx1"/>
                </a:solidFill>
                <a:ea typeface="맑은 고딕"/>
              </a:rPr>
              <a:t>) (26년형) 1단계 밴드형 공용 60매 </a:t>
            </a:r>
            <a:r>
              <a:rPr lang="ko-KR" altLang="ko-KR" sz="800" dirty="0" err="1">
                <a:solidFill>
                  <a:schemeClr val="tx1"/>
                </a:solidFill>
                <a:ea typeface="맑은 고딕"/>
              </a:rPr>
              <a:t>x</a:t>
            </a:r>
            <a:r>
              <a:rPr lang="ko-KR" altLang="ko-KR" sz="800" dirty="0">
                <a:solidFill>
                  <a:schemeClr val="tx1"/>
                </a:solidFill>
                <a:ea typeface="맑은 고딕"/>
              </a:rPr>
              <a:t> </a:t>
            </a:r>
            <a:r>
              <a:rPr lang="en-US" altLang="ko-KR" sz="800" dirty="0">
                <a:solidFill>
                  <a:schemeClr val="tx1"/>
                </a:solidFill>
                <a:ea typeface="맑은 고딕"/>
              </a:rPr>
              <a:t>3</a:t>
            </a:r>
            <a:r>
              <a:rPr lang="ko-KR" altLang="ko-KR" sz="800" dirty="0">
                <a:solidFill>
                  <a:schemeClr val="tx1"/>
                </a:solidFill>
                <a:ea typeface="맑은 고딕"/>
              </a:rPr>
              <a:t>팩 NS6</a:t>
            </a:r>
            <a:r>
              <a:rPr lang="en-US" altLang="ko-KR" sz="800" dirty="0">
                <a:solidFill>
                  <a:schemeClr val="tx1"/>
                </a:solidFill>
                <a:ea typeface="맑은 고딕"/>
              </a:rPr>
              <a:t>0</a:t>
            </a:r>
            <a:endParaRPr lang="ko-KR" altLang="en-US" sz="800" dirty="0">
              <a:solidFill>
                <a:schemeClr val="tx1"/>
              </a:solidFill>
              <a:ea typeface="맑은 고딕"/>
            </a:endParaRPr>
          </a:p>
        </p:txBody>
      </p:sp>
      <p:sp>
        <p:nvSpPr>
          <p:cNvPr id="35" name="모서리가 둥근 직사각형 114">
            <a:extLst>
              <a:ext uri="{FF2B5EF4-FFF2-40B4-BE49-F238E27FC236}">
                <a16:creationId xmlns:a16="http://schemas.microsoft.com/office/drawing/2014/main" id="{C0EB8894-FA6C-A8F7-C190-222AC2263783}"/>
              </a:ext>
            </a:extLst>
          </p:cNvPr>
          <p:cNvSpPr/>
          <p:nvPr/>
        </p:nvSpPr>
        <p:spPr>
          <a:xfrm>
            <a:off x="7207025" y="3739115"/>
            <a:ext cx="357762" cy="144016"/>
          </a:xfrm>
          <a:prstGeom prst="roundRect">
            <a:avLst/>
          </a:prstGeom>
          <a:solidFill>
            <a:srgbClr val="C00000"/>
          </a:solidFill>
          <a:ln w="31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900" dirty="0">
                <a:solidFill>
                  <a:schemeClr val="bg1"/>
                </a:solidFill>
              </a:rPr>
              <a:t>2-5</a:t>
            </a:r>
            <a:endParaRPr lang="ko-KR" altLang="en-US" sz="900" dirty="0">
              <a:solidFill>
                <a:schemeClr val="bg1"/>
              </a:solidFill>
            </a:endParaRPr>
          </a:p>
        </p:txBody>
      </p:sp>
      <p:sp>
        <p:nvSpPr>
          <p:cNvPr id="36" name="TextBox 35">
            <a:extLst>
              <a:ext uri="{FF2B5EF4-FFF2-40B4-BE49-F238E27FC236}">
                <a16:creationId xmlns:a16="http://schemas.microsoft.com/office/drawing/2014/main" id="{E4621BA2-2A35-747B-6E91-63E2A05DF2C1}"/>
              </a:ext>
            </a:extLst>
          </p:cNvPr>
          <p:cNvSpPr txBox="1"/>
          <p:nvPr/>
        </p:nvSpPr>
        <p:spPr>
          <a:xfrm>
            <a:off x="4477781" y="3517721"/>
            <a:ext cx="2557776" cy="215444"/>
          </a:xfrm>
          <a:prstGeom prst="rect">
            <a:avLst/>
          </a:prstGeom>
          <a:noFill/>
        </p:spPr>
        <p:txBody>
          <a:bodyPr wrap="square" lIns="0" tIns="0" rIns="0" bIns="0" anchor="t">
            <a:spAutoFit/>
          </a:bodyPr>
          <a:lstStyle/>
          <a:p>
            <a:r>
              <a:rPr lang="en-US" altLang="ko-KR" sz="700" b="1" dirty="0">
                <a:solidFill>
                  <a:srgbClr val="404040"/>
                </a:solidFill>
                <a:ea typeface="맑은 고딕"/>
              </a:rPr>
              <a:t>[</a:t>
            </a:r>
            <a:r>
              <a:rPr lang="ko-KR" altLang="en-US" sz="700" b="1" dirty="0" err="1">
                <a:solidFill>
                  <a:srgbClr val="404040"/>
                </a:solidFill>
                <a:ea typeface="맑은 고딕"/>
              </a:rPr>
              <a:t>썸머러버</a:t>
            </a:r>
            <a:r>
              <a:rPr lang="en-US" altLang="ko-KR" sz="700" b="1" dirty="0">
                <a:solidFill>
                  <a:srgbClr val="404040"/>
                </a:solidFill>
                <a:ea typeface="맑은 고딕"/>
              </a:rPr>
              <a:t>]</a:t>
            </a:r>
            <a:r>
              <a:rPr lang="ko-KR" altLang="en-US" sz="700" b="1" dirty="0" err="1">
                <a:solidFill>
                  <a:srgbClr val="404040"/>
                </a:solidFill>
                <a:ea typeface="맑은 고딕"/>
              </a:rPr>
              <a:t>하기스</a:t>
            </a:r>
            <a:r>
              <a:rPr lang="ko-KR" altLang="en-US" sz="700" b="1" dirty="0">
                <a:solidFill>
                  <a:srgbClr val="404040"/>
                </a:solidFill>
                <a:ea typeface="맑은 고딕"/>
              </a:rPr>
              <a:t> </a:t>
            </a:r>
            <a:r>
              <a:rPr lang="ko-KR" altLang="en-US" sz="700" b="1" dirty="0" err="1">
                <a:solidFill>
                  <a:srgbClr val="404040"/>
                </a:solidFill>
                <a:ea typeface="맑은 고딕"/>
              </a:rPr>
              <a:t>맥스드라이</a:t>
            </a:r>
            <a:r>
              <a:rPr lang="ko-KR" altLang="en-US" sz="700" b="1" dirty="0">
                <a:solidFill>
                  <a:srgbClr val="404040"/>
                </a:solidFill>
                <a:ea typeface="맑은 고딕"/>
              </a:rPr>
              <a:t> 에어 밴드</a:t>
            </a:r>
            <a:r>
              <a:rPr lang="en-US" altLang="ko-KR" sz="700" b="1" dirty="0">
                <a:solidFill>
                  <a:srgbClr val="404040"/>
                </a:solidFill>
                <a:ea typeface="맑은 고딕"/>
              </a:rPr>
              <a:t>/</a:t>
            </a:r>
            <a:r>
              <a:rPr lang="ko-KR" altLang="en-US" sz="700" b="1" dirty="0">
                <a:solidFill>
                  <a:srgbClr val="404040"/>
                </a:solidFill>
                <a:ea typeface="맑은 고딕"/>
              </a:rPr>
              <a:t>팬티형 통기성 기저귀 </a:t>
            </a:r>
            <a:r>
              <a:rPr lang="en-US" altLang="ko-KR" sz="700" b="1" dirty="0">
                <a:solidFill>
                  <a:srgbClr val="404040"/>
                </a:solidFill>
                <a:ea typeface="맑은 고딕"/>
              </a:rPr>
              <a:t>[3</a:t>
            </a:r>
            <a:r>
              <a:rPr lang="ko-KR" altLang="en-US" sz="700" b="1" dirty="0">
                <a:solidFill>
                  <a:srgbClr val="404040"/>
                </a:solidFill>
                <a:ea typeface="맑은 고딕"/>
              </a:rPr>
              <a:t>박스 구성</a:t>
            </a:r>
            <a:r>
              <a:rPr lang="en-US" altLang="ko-KR" sz="700" b="1" dirty="0">
                <a:solidFill>
                  <a:srgbClr val="404040"/>
                </a:solidFill>
                <a:ea typeface="맑은 고딕"/>
              </a:rPr>
              <a:t>]</a:t>
            </a:r>
            <a:endParaRPr lang="en-US" altLang="ko-KR" sz="700" b="1" dirty="0">
              <a:solidFill>
                <a:srgbClr val="404040"/>
              </a:solidFill>
              <a:latin typeface="맑은 고딕"/>
              <a:ea typeface="맑은 고딕"/>
            </a:endParaRPr>
          </a:p>
        </p:txBody>
      </p:sp>
      <p:sp>
        <p:nvSpPr>
          <p:cNvPr id="37" name="직사각형 36">
            <a:extLst>
              <a:ext uri="{FF2B5EF4-FFF2-40B4-BE49-F238E27FC236}">
                <a16:creationId xmlns:a16="http://schemas.microsoft.com/office/drawing/2014/main" id="{DD8F33D7-0350-8759-0FDD-B2ADD4CD683C}"/>
              </a:ext>
            </a:extLst>
          </p:cNvPr>
          <p:cNvSpPr/>
          <p:nvPr/>
        </p:nvSpPr>
        <p:spPr>
          <a:xfrm>
            <a:off x="4052759" y="3461556"/>
            <a:ext cx="357762" cy="31123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Tree>
    <p:extLst>
      <p:ext uri="{BB962C8B-B14F-4D97-AF65-F5344CB8AC3E}">
        <p14:creationId xmlns:p14="http://schemas.microsoft.com/office/powerpoint/2010/main" val="3024983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0F17-CA6F-09EE-15E6-121BE3A5C4F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D6198A2-EF6B-4038-0CBC-AC1D6670FC07}"/>
              </a:ext>
            </a:extLst>
          </p:cNvPr>
          <p:cNvSpPr txBox="1"/>
          <p:nvPr/>
        </p:nvSpPr>
        <p:spPr>
          <a:xfrm>
            <a:off x="1302717" y="330494"/>
            <a:ext cx="1255472"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 name="직사각형 3">
            <a:extLst>
              <a:ext uri="{FF2B5EF4-FFF2-40B4-BE49-F238E27FC236}">
                <a16:creationId xmlns:a16="http://schemas.microsoft.com/office/drawing/2014/main" id="{7A54843F-69B7-F3D6-ED52-5BC2C9D60F8C}"/>
              </a:ext>
            </a:extLst>
          </p:cNvPr>
          <p:cNvSpPr/>
          <p:nvPr/>
        </p:nvSpPr>
        <p:spPr>
          <a:xfrm>
            <a:off x="7921129" y="58428"/>
            <a:ext cx="1109599" cy="246221"/>
          </a:xfrm>
          <a:prstGeom prst="rect">
            <a:avLst/>
          </a:prstGeom>
        </p:spPr>
        <p:txBody>
          <a:bodyPr wrap="none">
            <a:spAutoFit/>
          </a:bodyPr>
          <a:lstStyle/>
          <a:p>
            <a:pPr fontAlgn="ctr"/>
            <a:r>
              <a:rPr lang="en-US" altLang="ko-KR" sz="1000" dirty="0"/>
              <a:t>CH-U-CA-02-01</a:t>
            </a:r>
            <a:endParaRPr lang="ko-KR" altLang="ko-KR" sz="1000" dirty="0"/>
          </a:p>
        </p:txBody>
      </p:sp>
      <p:sp>
        <p:nvSpPr>
          <p:cNvPr id="5" name="TextBox 4">
            <a:extLst>
              <a:ext uri="{FF2B5EF4-FFF2-40B4-BE49-F238E27FC236}">
                <a16:creationId xmlns:a16="http://schemas.microsoft.com/office/drawing/2014/main" id="{72398C41-BCC1-8654-4774-9A461FAC2B89}"/>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6" name="TextBox 5">
            <a:extLst>
              <a:ext uri="{FF2B5EF4-FFF2-40B4-BE49-F238E27FC236}">
                <a16:creationId xmlns:a16="http://schemas.microsoft.com/office/drawing/2014/main" id="{58B3C3B7-DECE-9A31-DC9D-237A137524BA}"/>
              </a:ext>
            </a:extLst>
          </p:cNvPr>
          <p:cNvSpPr txBox="1"/>
          <p:nvPr/>
        </p:nvSpPr>
        <p:spPr>
          <a:xfrm>
            <a:off x="10801449" y="309117"/>
            <a:ext cx="530915" cy="230832"/>
          </a:xfrm>
          <a:prstGeom prst="rect">
            <a:avLst/>
          </a:prstGeom>
          <a:noFill/>
        </p:spPr>
        <p:txBody>
          <a:bodyPr wrap="none" rtlCol="0">
            <a:spAutoFit/>
          </a:bodyPr>
          <a:lstStyle/>
          <a:p>
            <a:r>
              <a:rPr lang="ko-KR" altLang="en-US" sz="900" dirty="0">
                <a:solidFill>
                  <a:schemeClr val="tx1">
                    <a:lumMod val="75000"/>
                    <a:lumOff val="25000"/>
                  </a:schemeClr>
                </a:solidFill>
                <a:latin typeface="맑은 고딕" panose="020B0503020000020004" pitchFamily="50" charset="-127"/>
                <a:ea typeface="맑은 고딕" panose="020B0503020000020004" pitchFamily="50" charset="-127"/>
              </a:rPr>
              <a:t>조한나</a:t>
            </a:r>
          </a:p>
        </p:txBody>
      </p:sp>
      <p:sp>
        <p:nvSpPr>
          <p:cNvPr id="18" name="TextBox 17">
            <a:extLst>
              <a:ext uri="{FF2B5EF4-FFF2-40B4-BE49-F238E27FC236}">
                <a16:creationId xmlns:a16="http://schemas.microsoft.com/office/drawing/2014/main" id="{EFA72351-11DF-2606-C65A-D95F138468CC}"/>
              </a:ext>
            </a:extLst>
          </p:cNvPr>
          <p:cNvSpPr txBox="1"/>
          <p:nvPr/>
        </p:nvSpPr>
        <p:spPr>
          <a:xfrm>
            <a:off x="760449" y="1985928"/>
            <a:ext cx="1293575" cy="192620"/>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grpSp>
        <p:nvGrpSpPr>
          <p:cNvPr id="34" name="그룹 33">
            <a:extLst>
              <a:ext uri="{FF2B5EF4-FFF2-40B4-BE49-F238E27FC236}">
                <a16:creationId xmlns:a16="http://schemas.microsoft.com/office/drawing/2014/main" id="{025005F9-3F7D-780B-27EF-5417A8F0C000}"/>
              </a:ext>
            </a:extLst>
          </p:cNvPr>
          <p:cNvGrpSpPr/>
          <p:nvPr/>
        </p:nvGrpSpPr>
        <p:grpSpPr>
          <a:xfrm>
            <a:off x="1435284" y="1990938"/>
            <a:ext cx="4766260" cy="831083"/>
            <a:chOff x="711895" y="2078801"/>
            <a:chExt cx="4766260" cy="831083"/>
          </a:xfrm>
        </p:grpSpPr>
        <p:sp>
          <p:nvSpPr>
            <p:cNvPr id="46" name="직사각형 45">
              <a:extLst>
                <a:ext uri="{FF2B5EF4-FFF2-40B4-BE49-F238E27FC236}">
                  <a16:creationId xmlns:a16="http://schemas.microsoft.com/office/drawing/2014/main" id="{BD145935-ADE8-1E6A-9469-5B9358911E30}"/>
                </a:ext>
              </a:extLst>
            </p:cNvPr>
            <p:cNvSpPr/>
            <p:nvPr/>
          </p:nvSpPr>
          <p:spPr>
            <a:xfrm>
              <a:off x="711895" y="2078801"/>
              <a:ext cx="4766260" cy="831083"/>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3" name="Rounded Rectangle 27">
              <a:extLst>
                <a:ext uri="{FF2B5EF4-FFF2-40B4-BE49-F238E27FC236}">
                  <a16:creationId xmlns:a16="http://schemas.microsoft.com/office/drawing/2014/main" id="{C2FC004D-7657-0A08-2064-5235FE86831B}"/>
                </a:ext>
              </a:extLst>
            </p:cNvPr>
            <p:cNvSpPr/>
            <p:nvPr/>
          </p:nvSpPr>
          <p:spPr>
            <a:xfrm>
              <a:off x="793867" y="2141169"/>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44" name="Rounded Rectangle 27">
              <a:extLst>
                <a:ext uri="{FF2B5EF4-FFF2-40B4-BE49-F238E27FC236}">
                  <a16:creationId xmlns:a16="http://schemas.microsoft.com/office/drawing/2014/main" id="{55050969-89FF-9013-338E-0E7F71B3C8EB}"/>
                </a:ext>
              </a:extLst>
            </p:cNvPr>
            <p:cNvSpPr/>
            <p:nvPr/>
          </p:nvSpPr>
          <p:spPr>
            <a:xfrm>
              <a:off x="1325038" y="2142963"/>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45" name="Rounded Rectangle 27">
              <a:extLst>
                <a:ext uri="{FF2B5EF4-FFF2-40B4-BE49-F238E27FC236}">
                  <a16:creationId xmlns:a16="http://schemas.microsoft.com/office/drawing/2014/main" id="{5E69447D-B6A8-DA8E-7C17-AB5873283714}"/>
                </a:ext>
              </a:extLst>
            </p:cNvPr>
            <p:cNvSpPr/>
            <p:nvPr/>
          </p:nvSpPr>
          <p:spPr>
            <a:xfrm>
              <a:off x="793866" y="2318495"/>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50" name="Rounded Rectangle 33">
              <a:extLst>
                <a:ext uri="{FF2B5EF4-FFF2-40B4-BE49-F238E27FC236}">
                  <a16:creationId xmlns:a16="http://schemas.microsoft.com/office/drawing/2014/main" id="{EE5578F8-1E1D-9977-1874-3C74E17DA673}"/>
                </a:ext>
              </a:extLst>
            </p:cNvPr>
            <p:cNvSpPr/>
            <p:nvPr/>
          </p:nvSpPr>
          <p:spPr>
            <a:xfrm>
              <a:off x="822552" y="2562117"/>
              <a:ext cx="37108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ko-KR" altLang="en-US" sz="800" dirty="0">
                  <a:solidFill>
                    <a:srgbClr val="595959"/>
                  </a:solidFill>
                  <a:ea typeface="맑은 고딕"/>
                </a:rPr>
                <a:t>배송요청사항 입력 </a:t>
              </a:r>
              <a:r>
                <a:rPr lang="en-US" altLang="ko-KR" sz="800" dirty="0">
                  <a:solidFill>
                    <a:srgbClr val="595959"/>
                  </a:solidFill>
                  <a:ea typeface="맑은 고딕"/>
                </a:rPr>
                <a:t>(</a:t>
              </a:r>
              <a:r>
                <a:rPr lang="ko-KR" altLang="en-US" sz="800" dirty="0">
                  <a:solidFill>
                    <a:srgbClr val="595959"/>
                  </a:solidFill>
                  <a:ea typeface="맑은 고딕"/>
                </a:rPr>
                <a:t>최대 </a:t>
              </a:r>
              <a:r>
                <a:rPr lang="en-US" altLang="ko-KR" sz="800" dirty="0">
                  <a:solidFill>
                    <a:srgbClr val="595959"/>
                  </a:solidFill>
                  <a:ea typeface="맑은 고딕"/>
                </a:rPr>
                <a:t>25</a:t>
              </a:r>
              <a:r>
                <a:rPr lang="ko-KR" altLang="en-US" sz="800" dirty="0">
                  <a:solidFill>
                    <a:srgbClr val="595959"/>
                  </a:solidFill>
                  <a:ea typeface="맑은 고딕"/>
                </a:rPr>
                <a:t>자</a:t>
              </a:r>
              <a:r>
                <a:rPr lang="en-US" altLang="ko-KR" sz="800" dirty="0">
                  <a:solidFill>
                    <a:srgbClr val="595959"/>
                  </a:solidFill>
                  <a:ea typeface="맑은 고딕"/>
                </a:rPr>
                <a:t>)</a:t>
              </a:r>
            </a:p>
          </p:txBody>
        </p:sp>
      </p:grpSp>
      <p:sp>
        <p:nvSpPr>
          <p:cNvPr id="52" name="TextBox 51">
            <a:extLst>
              <a:ext uri="{FF2B5EF4-FFF2-40B4-BE49-F238E27FC236}">
                <a16:creationId xmlns:a16="http://schemas.microsoft.com/office/drawing/2014/main" id="{FF491E70-8751-1373-E33D-7A87A36AC543}"/>
              </a:ext>
            </a:extLst>
          </p:cNvPr>
          <p:cNvSpPr txBox="1"/>
          <p:nvPr/>
        </p:nvSpPr>
        <p:spPr>
          <a:xfrm>
            <a:off x="760449" y="3036033"/>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주문상품 </a:t>
            </a:r>
            <a:endParaRPr lang="en-US" altLang="ko-KR" sz="1000" b="1" spc="-150" dirty="0">
              <a:solidFill>
                <a:srgbClr val="333333"/>
              </a:solidFill>
              <a:latin typeface="+mn-ea"/>
            </a:endParaRPr>
          </a:p>
          <a:p>
            <a:pPr algn="l"/>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sp>
        <p:nvSpPr>
          <p:cNvPr id="175" name="TextBox 174">
            <a:extLst>
              <a:ext uri="{FF2B5EF4-FFF2-40B4-BE49-F238E27FC236}">
                <a16:creationId xmlns:a16="http://schemas.microsoft.com/office/drawing/2014/main" id="{D81B711E-A242-74D7-0949-5A1205E4CB4C}"/>
              </a:ext>
            </a:extLst>
          </p:cNvPr>
          <p:cNvSpPr txBox="1"/>
          <p:nvPr/>
        </p:nvSpPr>
        <p:spPr>
          <a:xfrm>
            <a:off x="1307907" y="78285"/>
            <a:ext cx="89800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graphicFrame>
        <p:nvGraphicFramePr>
          <p:cNvPr id="176" name="Group 59">
            <a:extLst>
              <a:ext uri="{FF2B5EF4-FFF2-40B4-BE49-F238E27FC236}">
                <a16:creationId xmlns:a16="http://schemas.microsoft.com/office/drawing/2014/main" id="{4CD2EDFA-448D-94D4-0B45-6C652E057021}"/>
              </a:ext>
            </a:extLst>
          </p:cNvPr>
          <p:cNvGraphicFramePr>
            <a:graphicFrameLocks noGrp="1"/>
          </p:cNvGraphicFramePr>
          <p:nvPr>
            <p:extLst>
              <p:ext uri="{D42A27DB-BD31-4B8C-83A1-F6EECF244321}">
                <p14:modId xmlns:p14="http://schemas.microsoft.com/office/powerpoint/2010/main" val="1540862259"/>
              </p:ext>
            </p:extLst>
          </p:nvPr>
        </p:nvGraphicFramePr>
        <p:xfrm>
          <a:off x="10128399" y="623854"/>
          <a:ext cx="2850436" cy="2382267"/>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(10p).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입력 영역</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배송정보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바우처 적용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결제수단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약관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요약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바우처적용금액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결제예정금액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본인부담금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결제하기</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버튼</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스크롤시 상단에 따라옴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(sticky)</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sp>
        <p:nvSpPr>
          <p:cNvPr id="2" name="TextBox 1">
            <a:extLst>
              <a:ext uri="{FF2B5EF4-FFF2-40B4-BE49-F238E27FC236}">
                <a16:creationId xmlns:a16="http://schemas.microsoft.com/office/drawing/2014/main" id="{05C50FC6-D47A-EE91-2BD9-7B89CD0C89C7}"/>
              </a:ext>
            </a:extLst>
          </p:cNvPr>
          <p:cNvSpPr txBox="1"/>
          <p:nvPr/>
        </p:nvSpPr>
        <p:spPr>
          <a:xfrm>
            <a:off x="4536754" y="1332037"/>
            <a:ext cx="1031051"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결제하기</a:t>
            </a:r>
          </a:p>
        </p:txBody>
      </p:sp>
      <p:sp>
        <p:nvSpPr>
          <p:cNvPr id="41" name="Rounded Rectangle 35">
            <a:extLst>
              <a:ext uri="{FF2B5EF4-FFF2-40B4-BE49-F238E27FC236}">
                <a16:creationId xmlns:a16="http://schemas.microsoft.com/office/drawing/2014/main" id="{C3BDCCC7-8F9F-F79F-652F-89068AD63095}"/>
              </a:ext>
            </a:extLst>
          </p:cNvPr>
          <p:cNvSpPr/>
          <p:nvPr/>
        </p:nvSpPr>
        <p:spPr>
          <a:xfrm>
            <a:off x="5300011" y="2069605"/>
            <a:ext cx="787306"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700" dirty="0">
                <a:solidFill>
                  <a:sysClr val="windowText" lastClr="000000"/>
                </a:solidFill>
                <a:ea typeface="맑은 고딕"/>
              </a:rPr>
              <a:t>배송지 목록</a:t>
            </a:r>
          </a:p>
        </p:txBody>
      </p:sp>
      <p:sp>
        <p:nvSpPr>
          <p:cNvPr id="139" name="직사각형 138">
            <a:extLst>
              <a:ext uri="{FF2B5EF4-FFF2-40B4-BE49-F238E27FC236}">
                <a16:creationId xmlns:a16="http://schemas.microsoft.com/office/drawing/2014/main" id="{4A2E118B-5DC4-E5F1-143F-B433BDA0CC18}"/>
              </a:ext>
            </a:extLst>
          </p:cNvPr>
          <p:cNvSpPr/>
          <p:nvPr/>
        </p:nvSpPr>
        <p:spPr>
          <a:xfrm>
            <a:off x="72257" y="6222380"/>
            <a:ext cx="10009112" cy="34944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grpSp>
        <p:nvGrpSpPr>
          <p:cNvPr id="142" name="그룹 141">
            <a:extLst>
              <a:ext uri="{FF2B5EF4-FFF2-40B4-BE49-F238E27FC236}">
                <a16:creationId xmlns:a16="http://schemas.microsoft.com/office/drawing/2014/main" id="{8371D0E7-2AB4-BB01-1945-7C0159F56C4C}"/>
              </a:ext>
            </a:extLst>
          </p:cNvPr>
          <p:cNvGrpSpPr/>
          <p:nvPr/>
        </p:nvGrpSpPr>
        <p:grpSpPr>
          <a:xfrm>
            <a:off x="6480969" y="1960605"/>
            <a:ext cx="3026663" cy="2868346"/>
            <a:chOff x="6760395" y="407907"/>
            <a:chExt cx="3026663" cy="2868346"/>
          </a:xfrm>
        </p:grpSpPr>
        <p:sp>
          <p:nvSpPr>
            <p:cNvPr id="165" name="Rounded Rectangle 67">
              <a:extLst>
                <a:ext uri="{FF2B5EF4-FFF2-40B4-BE49-F238E27FC236}">
                  <a16:creationId xmlns:a16="http://schemas.microsoft.com/office/drawing/2014/main" id="{6855BEA2-58A1-8FBE-1EB3-D01C801B4A4D}"/>
                </a:ext>
              </a:extLst>
            </p:cNvPr>
            <p:cNvSpPr/>
            <p:nvPr/>
          </p:nvSpPr>
          <p:spPr>
            <a:xfrm>
              <a:off x="6760395" y="407907"/>
              <a:ext cx="3026663" cy="2868346"/>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TextBox 166">
              <a:extLst>
                <a:ext uri="{FF2B5EF4-FFF2-40B4-BE49-F238E27FC236}">
                  <a16:creationId xmlns:a16="http://schemas.microsoft.com/office/drawing/2014/main" id="{4DE9288B-4554-15C0-D630-F678139EEA9A}"/>
                </a:ext>
              </a:extLst>
            </p:cNvPr>
            <p:cNvSpPr txBox="1"/>
            <p:nvPr/>
          </p:nvSpPr>
          <p:spPr>
            <a:xfrm>
              <a:off x="6911732" y="597107"/>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73" name="TextBox 172">
              <a:extLst>
                <a:ext uri="{FF2B5EF4-FFF2-40B4-BE49-F238E27FC236}">
                  <a16:creationId xmlns:a16="http://schemas.microsoft.com/office/drawing/2014/main" id="{E012F35F-9BBA-B119-E7B2-29D8F26A92A4}"/>
                </a:ext>
              </a:extLst>
            </p:cNvPr>
            <p:cNvSpPr txBox="1"/>
            <p:nvPr/>
          </p:nvSpPr>
          <p:spPr>
            <a:xfrm>
              <a:off x="6911732" y="903795"/>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74" name="TextBox 173">
              <a:extLst>
                <a:ext uri="{FF2B5EF4-FFF2-40B4-BE49-F238E27FC236}">
                  <a16:creationId xmlns:a16="http://schemas.microsoft.com/office/drawing/2014/main" id="{233C93E4-BD38-CAAC-1D4E-A381646934F8}"/>
                </a:ext>
              </a:extLst>
            </p:cNvPr>
            <p:cNvSpPr txBox="1"/>
            <p:nvPr/>
          </p:nvSpPr>
          <p:spPr>
            <a:xfrm>
              <a:off x="8082164" y="903795"/>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77" name="TextBox 176">
              <a:extLst>
                <a:ext uri="{FF2B5EF4-FFF2-40B4-BE49-F238E27FC236}">
                  <a16:creationId xmlns:a16="http://schemas.microsoft.com/office/drawing/2014/main" id="{3898BD29-78BD-386B-8BDE-55D4D7CC877D}"/>
                </a:ext>
              </a:extLst>
            </p:cNvPr>
            <p:cNvSpPr txBox="1"/>
            <p:nvPr/>
          </p:nvSpPr>
          <p:spPr>
            <a:xfrm>
              <a:off x="6911732" y="109707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179" name="TextBox 178">
              <a:extLst>
                <a:ext uri="{FF2B5EF4-FFF2-40B4-BE49-F238E27FC236}">
                  <a16:creationId xmlns:a16="http://schemas.microsoft.com/office/drawing/2014/main" id="{0D7844BC-0D1B-2DB1-B6BB-3A6E1E931F58}"/>
                </a:ext>
              </a:extLst>
            </p:cNvPr>
            <p:cNvSpPr txBox="1"/>
            <p:nvPr/>
          </p:nvSpPr>
          <p:spPr>
            <a:xfrm>
              <a:off x="8082164" y="109707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185" name="Connector 76">
              <a:extLst>
                <a:ext uri="{FF2B5EF4-FFF2-40B4-BE49-F238E27FC236}">
                  <a16:creationId xmlns:a16="http://schemas.microsoft.com/office/drawing/2014/main" id="{1B136EFB-DC12-DB1C-5E69-F890FBE4DED8}"/>
                </a:ext>
              </a:extLst>
            </p:cNvPr>
            <p:cNvCxnSpPr/>
            <p:nvPr/>
          </p:nvCxnSpPr>
          <p:spPr>
            <a:xfrm>
              <a:off x="6893444" y="1815216"/>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89" name="TextBox 188">
              <a:extLst>
                <a:ext uri="{FF2B5EF4-FFF2-40B4-BE49-F238E27FC236}">
                  <a16:creationId xmlns:a16="http://schemas.microsoft.com/office/drawing/2014/main" id="{F8D671D9-FACE-8960-F2D2-99A785F5EC66}"/>
                </a:ext>
              </a:extLst>
            </p:cNvPr>
            <p:cNvSpPr txBox="1"/>
            <p:nvPr/>
          </p:nvSpPr>
          <p:spPr>
            <a:xfrm>
              <a:off x="6911732" y="1375309"/>
              <a:ext cx="1564564" cy="274320"/>
            </a:xfrm>
            <a:prstGeom prst="rect">
              <a:avLst/>
            </a:prstGeom>
            <a:noFill/>
          </p:spPr>
          <p:txBody>
            <a:bodyPr wrap="square" lIns="0" tIns="0" rIns="0" bIns="0" anchor="ctr">
              <a:noAutofit/>
            </a:bodyPr>
            <a:lstStyle/>
            <a:p>
              <a:r>
                <a:rPr sz="1050" b="1" spc="-50" dirty="0" err="1">
                  <a:solidFill>
                    <a:srgbClr val="404040"/>
                  </a:solidFill>
                  <a:latin typeface="맑은 고딕"/>
                  <a:ea typeface="맑은 고딕"/>
                </a:rPr>
                <a:t>결제예정</a:t>
              </a:r>
              <a:r>
                <a:rPr lang="ko-KR" altLang="en-US" sz="1050" b="1" spc="-50" dirty="0">
                  <a:solidFill>
                    <a:srgbClr val="404040"/>
                  </a:solidFill>
                  <a:latin typeface="맑은 고딕"/>
                  <a:ea typeface="맑은 고딕"/>
                </a:rPr>
                <a:t>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194" name="TextBox 193">
              <a:extLst>
                <a:ext uri="{FF2B5EF4-FFF2-40B4-BE49-F238E27FC236}">
                  <a16:creationId xmlns:a16="http://schemas.microsoft.com/office/drawing/2014/main" id="{E49CC165-9EA0-EBD0-B6CD-3BF05915D13C}"/>
                </a:ext>
              </a:extLst>
            </p:cNvPr>
            <p:cNvSpPr txBox="1"/>
            <p:nvPr/>
          </p:nvSpPr>
          <p:spPr>
            <a:xfrm>
              <a:off x="8082164" y="133873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95" name="Rounded Rectangle 50">
              <a:extLst>
                <a:ext uri="{FF2B5EF4-FFF2-40B4-BE49-F238E27FC236}">
                  <a16:creationId xmlns:a16="http://schemas.microsoft.com/office/drawing/2014/main" id="{C55B0724-1988-3580-67D4-817F325827D6}"/>
                </a:ext>
              </a:extLst>
            </p:cNvPr>
            <p:cNvSpPr/>
            <p:nvPr/>
          </p:nvSpPr>
          <p:spPr>
            <a:xfrm>
              <a:off x="6911732" y="2853525"/>
              <a:ext cx="2705782"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96" name="Rounded Rectangle 27">
              <a:extLst>
                <a:ext uri="{FF2B5EF4-FFF2-40B4-BE49-F238E27FC236}">
                  <a16:creationId xmlns:a16="http://schemas.microsoft.com/office/drawing/2014/main" id="{0F9F8BBA-1A42-45F6-3066-9B2C12C433F3}"/>
                </a:ext>
              </a:extLst>
            </p:cNvPr>
            <p:cNvSpPr/>
            <p:nvPr/>
          </p:nvSpPr>
          <p:spPr>
            <a:xfrm>
              <a:off x="6882389" y="2427468"/>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97" name="TextBox 196">
              <a:extLst>
                <a:ext uri="{FF2B5EF4-FFF2-40B4-BE49-F238E27FC236}">
                  <a16:creationId xmlns:a16="http://schemas.microsoft.com/office/drawing/2014/main" id="{2682284D-E285-EB40-F2A4-CE793345A362}"/>
                </a:ext>
              </a:extLst>
            </p:cNvPr>
            <p:cNvSpPr txBox="1"/>
            <p:nvPr/>
          </p:nvSpPr>
          <p:spPr>
            <a:xfrm>
              <a:off x="6911732" y="1921155"/>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198" name="TextBox 197">
              <a:extLst>
                <a:ext uri="{FF2B5EF4-FFF2-40B4-BE49-F238E27FC236}">
                  <a16:creationId xmlns:a16="http://schemas.microsoft.com/office/drawing/2014/main" id="{AB5C6CE2-1FD2-CEB2-7F60-00FD26BB63FA}"/>
                </a:ext>
              </a:extLst>
            </p:cNvPr>
            <p:cNvSpPr txBox="1"/>
            <p:nvPr/>
          </p:nvSpPr>
          <p:spPr>
            <a:xfrm>
              <a:off x="6911732" y="222784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199" name="TextBox 198">
              <a:extLst>
                <a:ext uri="{FF2B5EF4-FFF2-40B4-BE49-F238E27FC236}">
                  <a16:creationId xmlns:a16="http://schemas.microsoft.com/office/drawing/2014/main" id="{0A5E0644-489A-80E8-0873-D43459CB68E6}"/>
                </a:ext>
              </a:extLst>
            </p:cNvPr>
            <p:cNvSpPr txBox="1"/>
            <p:nvPr/>
          </p:nvSpPr>
          <p:spPr>
            <a:xfrm>
              <a:off x="8082164" y="222784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grpSp>
      <p:grpSp>
        <p:nvGrpSpPr>
          <p:cNvPr id="119" name="그룹 118">
            <a:extLst>
              <a:ext uri="{FF2B5EF4-FFF2-40B4-BE49-F238E27FC236}">
                <a16:creationId xmlns:a16="http://schemas.microsoft.com/office/drawing/2014/main" id="{28AFACDA-BE6C-C6F7-7714-F53E54E23567}"/>
              </a:ext>
            </a:extLst>
          </p:cNvPr>
          <p:cNvGrpSpPr/>
          <p:nvPr/>
        </p:nvGrpSpPr>
        <p:grpSpPr>
          <a:xfrm>
            <a:off x="1451711" y="3197035"/>
            <a:ext cx="4766261" cy="1721261"/>
            <a:chOff x="1266705" y="2833161"/>
            <a:chExt cx="4766261" cy="1721261"/>
          </a:xfrm>
        </p:grpSpPr>
        <p:sp>
          <p:nvSpPr>
            <p:cNvPr id="35" name="Rounded Rectangle 17">
              <a:extLst>
                <a:ext uri="{FF2B5EF4-FFF2-40B4-BE49-F238E27FC236}">
                  <a16:creationId xmlns:a16="http://schemas.microsoft.com/office/drawing/2014/main" id="{02136D66-A5ED-3E04-EB86-C089941E0A49}"/>
                </a:ext>
              </a:extLst>
            </p:cNvPr>
            <p:cNvSpPr/>
            <p:nvPr/>
          </p:nvSpPr>
          <p:spPr>
            <a:xfrm>
              <a:off x="1266705" y="2833161"/>
              <a:ext cx="4766261" cy="1721261"/>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a:extLst>
                <a:ext uri="{FF2B5EF4-FFF2-40B4-BE49-F238E27FC236}">
                  <a16:creationId xmlns:a16="http://schemas.microsoft.com/office/drawing/2014/main" id="{71AF9A90-3C54-D06E-B1D0-05A586B3A7CA}"/>
                </a:ext>
              </a:extLst>
            </p:cNvPr>
            <p:cNvSpPr txBox="1"/>
            <p:nvPr/>
          </p:nvSpPr>
          <p:spPr>
            <a:xfrm>
              <a:off x="2376522" y="3029548"/>
              <a:ext cx="3456375"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58" name="직사각형 57">
              <a:extLst>
                <a:ext uri="{FF2B5EF4-FFF2-40B4-BE49-F238E27FC236}">
                  <a16:creationId xmlns:a16="http://schemas.microsoft.com/office/drawing/2014/main" id="{03C7C72E-74CF-065F-D429-2657357A8F6D}"/>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9" name="Rounded Rectangle 27">
              <a:extLst>
                <a:ext uri="{FF2B5EF4-FFF2-40B4-BE49-F238E27FC236}">
                  <a16:creationId xmlns:a16="http://schemas.microsoft.com/office/drawing/2014/main" id="{A8D0332C-A49A-D212-DE9E-081248FB3043}"/>
                </a:ext>
              </a:extLst>
            </p:cNvPr>
            <p:cNvSpPr/>
            <p:nvPr/>
          </p:nvSpPr>
          <p:spPr>
            <a:xfrm>
              <a:off x="2368864" y="3396614"/>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118" name="Rounded Rectangle 27">
              <a:extLst>
                <a:ext uri="{FF2B5EF4-FFF2-40B4-BE49-F238E27FC236}">
                  <a16:creationId xmlns:a16="http://schemas.microsoft.com/office/drawing/2014/main" id="{49387EF9-CDE9-F943-4285-36584D3E092C}"/>
                </a:ext>
              </a:extLst>
            </p:cNvPr>
            <p:cNvSpPr/>
            <p:nvPr/>
          </p:nvSpPr>
          <p:spPr>
            <a:xfrm>
              <a:off x="3755061" y="3359067"/>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113,800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120" name="그룹 119">
            <a:extLst>
              <a:ext uri="{FF2B5EF4-FFF2-40B4-BE49-F238E27FC236}">
                <a16:creationId xmlns:a16="http://schemas.microsoft.com/office/drawing/2014/main" id="{FDB75514-8C4F-BA6B-F197-0CBEAC17D6B2}"/>
              </a:ext>
            </a:extLst>
          </p:cNvPr>
          <p:cNvGrpSpPr/>
          <p:nvPr/>
        </p:nvGrpSpPr>
        <p:grpSpPr>
          <a:xfrm>
            <a:off x="1451711" y="5016529"/>
            <a:ext cx="4766261" cy="1720800"/>
            <a:chOff x="1266705" y="2833161"/>
            <a:chExt cx="4766261" cy="1720800"/>
          </a:xfrm>
        </p:grpSpPr>
        <p:sp>
          <p:nvSpPr>
            <p:cNvPr id="121" name="Rounded Rectangle 17">
              <a:extLst>
                <a:ext uri="{FF2B5EF4-FFF2-40B4-BE49-F238E27FC236}">
                  <a16:creationId xmlns:a16="http://schemas.microsoft.com/office/drawing/2014/main" id="{43C69531-D7D9-0A1C-25BB-26D9BC3555AF}"/>
                </a:ext>
              </a:extLst>
            </p:cNvPr>
            <p:cNvSpPr/>
            <p:nvPr/>
          </p:nvSpPr>
          <p:spPr>
            <a:xfrm>
              <a:off x="1266705" y="2833161"/>
              <a:ext cx="4766261" cy="1720800"/>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TextBox 122">
              <a:extLst>
                <a:ext uri="{FF2B5EF4-FFF2-40B4-BE49-F238E27FC236}">
                  <a16:creationId xmlns:a16="http://schemas.microsoft.com/office/drawing/2014/main" id="{B6B7F010-3691-924D-6EE2-8AF267408DCF}"/>
                </a:ext>
              </a:extLst>
            </p:cNvPr>
            <p:cNvSpPr txBox="1"/>
            <p:nvPr/>
          </p:nvSpPr>
          <p:spPr>
            <a:xfrm>
              <a:off x="2376522" y="3052735"/>
              <a:ext cx="3456375" cy="1384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125" name="직사각형 124">
              <a:extLst>
                <a:ext uri="{FF2B5EF4-FFF2-40B4-BE49-F238E27FC236}">
                  <a16:creationId xmlns:a16="http://schemas.microsoft.com/office/drawing/2014/main" id="{EB1334BE-8834-58B3-F284-404A2D879FAB}"/>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126" name="Rounded Rectangle 27">
              <a:extLst>
                <a:ext uri="{FF2B5EF4-FFF2-40B4-BE49-F238E27FC236}">
                  <a16:creationId xmlns:a16="http://schemas.microsoft.com/office/drawing/2014/main" id="{D46F70C1-C6A5-B838-12AA-57EA99DEB3B7}"/>
                </a:ext>
              </a:extLst>
            </p:cNvPr>
            <p:cNvSpPr/>
            <p:nvPr/>
          </p:nvSpPr>
          <p:spPr>
            <a:xfrm>
              <a:off x="2368864" y="3347548"/>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129" name="Rounded Rectangle 27">
              <a:extLst>
                <a:ext uri="{FF2B5EF4-FFF2-40B4-BE49-F238E27FC236}">
                  <a16:creationId xmlns:a16="http://schemas.microsoft.com/office/drawing/2014/main" id="{27378136-96F5-349F-7484-6D1999AB91F2}"/>
                </a:ext>
              </a:extLst>
            </p:cNvPr>
            <p:cNvSpPr/>
            <p:nvPr/>
          </p:nvSpPr>
          <p:spPr>
            <a:xfrm>
              <a:off x="3755061" y="3310001"/>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17" name="Rounded Rectangle 27">
            <a:extLst>
              <a:ext uri="{FF2B5EF4-FFF2-40B4-BE49-F238E27FC236}">
                <a16:creationId xmlns:a16="http://schemas.microsoft.com/office/drawing/2014/main" id="{FB1E74DA-A5F8-E1F7-2291-0317BC3EA4F6}"/>
              </a:ext>
            </a:extLst>
          </p:cNvPr>
          <p:cNvSpPr/>
          <p:nvPr/>
        </p:nvSpPr>
        <p:spPr>
          <a:xfrm>
            <a:off x="4441903" y="2988221"/>
            <a:ext cx="1776069"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en-US" altLang="ko-KR" sz="700" dirty="0">
                <a:solidFill>
                  <a:schemeClr val="tx1"/>
                </a:solidFill>
                <a:ea typeface="맑은 고딕"/>
              </a:rPr>
              <a:t>(</a:t>
            </a:r>
            <a:r>
              <a:rPr lang="ko-KR" altLang="en-US" sz="700" dirty="0">
                <a:solidFill>
                  <a:schemeClr val="tx1"/>
                </a:solidFill>
                <a:ea typeface="맑은 고딕"/>
              </a:rPr>
              <a:t>바우처 잔액</a:t>
            </a:r>
            <a:r>
              <a:rPr lang="en-US" altLang="ko-KR" sz="700" dirty="0">
                <a:solidFill>
                  <a:schemeClr val="tx1"/>
                </a:solidFill>
                <a:ea typeface="맑은 고딕"/>
              </a:rPr>
              <a:t>: 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30" name="직사각형 29">
            <a:extLst>
              <a:ext uri="{FF2B5EF4-FFF2-40B4-BE49-F238E27FC236}">
                <a16:creationId xmlns:a16="http://schemas.microsoft.com/office/drawing/2014/main" id="{7ECD6885-292F-A1D1-CB00-B23648FC4099}"/>
              </a:ext>
            </a:extLst>
          </p:cNvPr>
          <p:cNvSpPr/>
          <p:nvPr/>
        </p:nvSpPr>
        <p:spPr>
          <a:xfrm>
            <a:off x="2553869" y="4418812"/>
            <a:ext cx="3456375"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1" name="TextBox 30">
            <a:extLst>
              <a:ext uri="{FF2B5EF4-FFF2-40B4-BE49-F238E27FC236}">
                <a16:creationId xmlns:a16="http://schemas.microsoft.com/office/drawing/2014/main" id="{7BC5D464-C956-DC33-4B1F-4F3BC7E1788D}"/>
              </a:ext>
            </a:extLst>
          </p:cNvPr>
          <p:cNvSpPr txBox="1"/>
          <p:nvPr/>
        </p:nvSpPr>
        <p:spPr>
          <a:xfrm>
            <a:off x="3060275" y="4474617"/>
            <a:ext cx="914400"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0</a:t>
            </a:r>
            <a:r>
              <a:rPr sz="900" b="1" dirty="0">
                <a:solidFill>
                  <a:srgbClr val="404040"/>
                </a:solidFill>
                <a:latin typeface="맑은 고딕"/>
                <a:ea typeface="맑은 고딕"/>
              </a:rPr>
              <a:t>원</a:t>
            </a:r>
          </a:p>
        </p:txBody>
      </p:sp>
      <p:sp>
        <p:nvSpPr>
          <p:cNvPr id="32" name="Rounded Rectangle 33">
            <a:extLst>
              <a:ext uri="{FF2B5EF4-FFF2-40B4-BE49-F238E27FC236}">
                <a16:creationId xmlns:a16="http://schemas.microsoft.com/office/drawing/2014/main" id="{D9583D05-9D32-FED3-5E81-82F09F38FACB}"/>
              </a:ext>
            </a:extLst>
          </p:cNvPr>
          <p:cNvSpPr/>
          <p:nvPr/>
        </p:nvSpPr>
        <p:spPr>
          <a:xfrm>
            <a:off x="2628871" y="4489501"/>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33" name="TextBox 32">
            <a:extLst>
              <a:ext uri="{FF2B5EF4-FFF2-40B4-BE49-F238E27FC236}">
                <a16:creationId xmlns:a16="http://schemas.microsoft.com/office/drawing/2014/main" id="{59638006-70AE-0B6C-2AF3-9836C480BE03}"/>
              </a:ext>
            </a:extLst>
          </p:cNvPr>
          <p:cNvSpPr txBox="1"/>
          <p:nvPr/>
        </p:nvSpPr>
        <p:spPr>
          <a:xfrm>
            <a:off x="4436610" y="4479380"/>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113,800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grpSp>
        <p:nvGrpSpPr>
          <p:cNvPr id="66" name="그룹 65">
            <a:extLst>
              <a:ext uri="{FF2B5EF4-FFF2-40B4-BE49-F238E27FC236}">
                <a16:creationId xmlns:a16="http://schemas.microsoft.com/office/drawing/2014/main" id="{A1ADF71D-431B-1557-DE1F-5002D7948450}"/>
              </a:ext>
            </a:extLst>
          </p:cNvPr>
          <p:cNvGrpSpPr/>
          <p:nvPr/>
        </p:nvGrpSpPr>
        <p:grpSpPr>
          <a:xfrm>
            <a:off x="2561527" y="4059327"/>
            <a:ext cx="3456375" cy="318788"/>
            <a:chOff x="7575145" y="6248993"/>
            <a:chExt cx="3456375" cy="318788"/>
          </a:xfrm>
        </p:grpSpPr>
        <p:sp>
          <p:nvSpPr>
            <p:cNvPr id="64" name="직사각형 63">
              <a:extLst>
                <a:ext uri="{FF2B5EF4-FFF2-40B4-BE49-F238E27FC236}">
                  <a16:creationId xmlns:a16="http://schemas.microsoft.com/office/drawing/2014/main" id="{75E9C6C3-626C-036C-33E6-411B7D38C632}"/>
                </a:ext>
              </a:extLst>
            </p:cNvPr>
            <p:cNvSpPr/>
            <p:nvPr/>
          </p:nvSpPr>
          <p:spPr>
            <a:xfrm>
              <a:off x="7575145" y="6248993"/>
              <a:ext cx="3456375"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5" name="Rounded Rectangle 27">
              <a:extLst>
                <a:ext uri="{FF2B5EF4-FFF2-40B4-BE49-F238E27FC236}">
                  <a16:creationId xmlns:a16="http://schemas.microsoft.com/office/drawing/2014/main" id="{8B8C2642-3895-BFE2-64B6-55D535BE1FC6}"/>
                </a:ext>
              </a:extLst>
            </p:cNvPr>
            <p:cNvSpPr/>
            <p:nvPr/>
          </p:nvSpPr>
          <p:spPr>
            <a:xfrm>
              <a:off x="7654718" y="6311253"/>
              <a:ext cx="3251557"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sp>
        <p:nvSpPr>
          <p:cNvPr id="67" name="직사각형 66">
            <a:extLst>
              <a:ext uri="{FF2B5EF4-FFF2-40B4-BE49-F238E27FC236}">
                <a16:creationId xmlns:a16="http://schemas.microsoft.com/office/drawing/2014/main" id="{4744679C-FD9D-E67E-ADAF-E4903E0A8580}"/>
              </a:ext>
            </a:extLst>
          </p:cNvPr>
          <p:cNvSpPr/>
          <p:nvPr/>
        </p:nvSpPr>
        <p:spPr>
          <a:xfrm>
            <a:off x="2553869" y="6310806"/>
            <a:ext cx="3456375"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68" name="TextBox 67">
            <a:extLst>
              <a:ext uri="{FF2B5EF4-FFF2-40B4-BE49-F238E27FC236}">
                <a16:creationId xmlns:a16="http://schemas.microsoft.com/office/drawing/2014/main" id="{257FC16F-C2E4-4D44-D3AB-1FB2AB7AA86F}"/>
              </a:ext>
            </a:extLst>
          </p:cNvPr>
          <p:cNvSpPr txBox="1"/>
          <p:nvPr/>
        </p:nvSpPr>
        <p:spPr>
          <a:xfrm>
            <a:off x="3060275" y="6366611"/>
            <a:ext cx="914400" cy="182880"/>
          </a:xfrm>
          <a:prstGeom prst="rect">
            <a:avLst/>
          </a:prstGeom>
          <a:noFill/>
        </p:spPr>
        <p:txBody>
          <a:bodyPr wrap="square" lIns="0" tIns="0" rIns="0" bIns="0" anchor="ctr">
            <a:noAutofit/>
          </a:bodyPr>
          <a:lstStyle/>
          <a:p>
            <a:r>
              <a:rPr lang="en-US" sz="900" b="1" dirty="0">
                <a:solidFill>
                  <a:srgbClr val="404040"/>
                </a:solidFill>
                <a:latin typeface="맑은 고딕"/>
                <a:ea typeface="맑은 고딕"/>
              </a:rPr>
              <a:t>0</a:t>
            </a:r>
            <a:r>
              <a:rPr sz="900" b="1" dirty="0">
                <a:solidFill>
                  <a:srgbClr val="404040"/>
                </a:solidFill>
                <a:latin typeface="맑은 고딕"/>
                <a:ea typeface="맑은 고딕"/>
              </a:rPr>
              <a:t>원</a:t>
            </a:r>
          </a:p>
        </p:txBody>
      </p:sp>
      <p:sp>
        <p:nvSpPr>
          <p:cNvPr id="70" name="Rounded Rectangle 33">
            <a:extLst>
              <a:ext uri="{FF2B5EF4-FFF2-40B4-BE49-F238E27FC236}">
                <a16:creationId xmlns:a16="http://schemas.microsoft.com/office/drawing/2014/main" id="{C8B83A22-01FC-A2D3-0AE8-6259EEF93231}"/>
              </a:ext>
            </a:extLst>
          </p:cNvPr>
          <p:cNvSpPr/>
          <p:nvPr/>
        </p:nvSpPr>
        <p:spPr>
          <a:xfrm>
            <a:off x="2628871" y="6381495"/>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sp>
        <p:nvSpPr>
          <p:cNvPr id="71" name="TextBox 70">
            <a:extLst>
              <a:ext uri="{FF2B5EF4-FFF2-40B4-BE49-F238E27FC236}">
                <a16:creationId xmlns:a16="http://schemas.microsoft.com/office/drawing/2014/main" id="{AC7EC195-C9F9-318D-B02A-CD0F7B577409}"/>
              </a:ext>
            </a:extLst>
          </p:cNvPr>
          <p:cNvSpPr txBox="1"/>
          <p:nvPr/>
        </p:nvSpPr>
        <p:spPr>
          <a:xfrm>
            <a:off x="4436610" y="6371374"/>
            <a:ext cx="1413352"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본인부담금 </a:t>
            </a:r>
            <a:r>
              <a:rPr lang="en-US" altLang="ko-KR" sz="900" b="1" dirty="0">
                <a:solidFill>
                  <a:srgbClr val="E8623F"/>
                </a:solidFill>
                <a:latin typeface="맑은 고딕"/>
                <a:ea typeface="맑은 고딕"/>
              </a:rPr>
              <a:t>113,800</a:t>
            </a:r>
            <a:r>
              <a:rPr lang="ko-KR" altLang="en-US" sz="900" b="1" dirty="0">
                <a:solidFill>
                  <a:srgbClr val="E8623F"/>
                </a:solidFill>
                <a:latin typeface="맑은 고딕"/>
                <a:ea typeface="맑은 고딕"/>
              </a:rPr>
              <a:t>원</a:t>
            </a:r>
            <a:endParaRPr sz="900" b="1" dirty="0">
              <a:solidFill>
                <a:srgbClr val="E8623F"/>
              </a:solidFill>
              <a:latin typeface="맑은 고딕"/>
              <a:ea typeface="맑은 고딕"/>
            </a:endParaRPr>
          </a:p>
        </p:txBody>
      </p:sp>
      <p:grpSp>
        <p:nvGrpSpPr>
          <p:cNvPr id="72" name="그룹 71">
            <a:extLst>
              <a:ext uri="{FF2B5EF4-FFF2-40B4-BE49-F238E27FC236}">
                <a16:creationId xmlns:a16="http://schemas.microsoft.com/office/drawing/2014/main" id="{BAB7F92E-CBC6-83BC-B24C-882DB4D4E533}"/>
              </a:ext>
            </a:extLst>
          </p:cNvPr>
          <p:cNvGrpSpPr/>
          <p:nvPr/>
        </p:nvGrpSpPr>
        <p:grpSpPr>
          <a:xfrm>
            <a:off x="2561527" y="5951321"/>
            <a:ext cx="3456375" cy="318788"/>
            <a:chOff x="7575145" y="6248993"/>
            <a:chExt cx="3456375" cy="318788"/>
          </a:xfrm>
        </p:grpSpPr>
        <p:sp>
          <p:nvSpPr>
            <p:cNvPr id="73" name="직사각형 72">
              <a:extLst>
                <a:ext uri="{FF2B5EF4-FFF2-40B4-BE49-F238E27FC236}">
                  <a16:creationId xmlns:a16="http://schemas.microsoft.com/office/drawing/2014/main" id="{97533B87-16EA-35A4-84A1-0C328C2C5923}"/>
                </a:ext>
              </a:extLst>
            </p:cNvPr>
            <p:cNvSpPr/>
            <p:nvPr/>
          </p:nvSpPr>
          <p:spPr>
            <a:xfrm>
              <a:off x="7575145" y="6248993"/>
              <a:ext cx="3456375" cy="318788"/>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9" name="Rounded Rectangle 27">
              <a:extLst>
                <a:ext uri="{FF2B5EF4-FFF2-40B4-BE49-F238E27FC236}">
                  <a16:creationId xmlns:a16="http://schemas.microsoft.com/office/drawing/2014/main" id="{978A5798-1700-4876-A0D9-88EDDF9D05EB}"/>
                </a:ext>
              </a:extLst>
            </p:cNvPr>
            <p:cNvSpPr/>
            <p:nvPr/>
          </p:nvSpPr>
          <p:spPr>
            <a:xfrm>
              <a:off x="7654718" y="6311253"/>
              <a:ext cx="3251557"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700" dirty="0">
                  <a:solidFill>
                    <a:schemeClr val="tx1"/>
                  </a:solidFill>
                  <a:ea typeface="맑은 고딕"/>
                </a:rPr>
                <a:t>바우처를 선택해주세요                                                                </a:t>
              </a:r>
              <a:r>
                <a:rPr lang="ko-KR" altLang="en-US" sz="700" dirty="0">
                  <a:solidFill>
                    <a:srgbClr val="595959"/>
                  </a:solidFill>
                  <a:ea typeface="맑은 고딕"/>
                </a:rPr>
                <a:t>▼</a:t>
              </a:r>
              <a:endParaRPr lang="ko-KR" altLang="en-US" sz="700" dirty="0">
                <a:solidFill>
                  <a:schemeClr val="tx1"/>
                </a:solidFill>
                <a:ea typeface="맑은 고딕"/>
              </a:endParaRPr>
            </a:p>
          </p:txBody>
        </p:sp>
      </p:grpSp>
    </p:spTree>
    <p:extLst>
      <p:ext uri="{BB962C8B-B14F-4D97-AF65-F5344CB8AC3E}">
        <p14:creationId xmlns:p14="http://schemas.microsoft.com/office/powerpoint/2010/main" val="3995780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8615A-B8D8-2B87-FE8B-5657D317FFC3}"/>
            </a:ext>
          </a:extLst>
        </p:cNvPr>
        <p:cNvGrpSpPr/>
        <p:nvPr/>
      </p:nvGrpSpPr>
      <p:grpSpPr>
        <a:xfrm>
          <a:off x="0" y="0"/>
          <a:ext cx="0" cy="0"/>
          <a:chOff x="0" y="0"/>
          <a:chExt cx="0" cy="0"/>
        </a:xfrm>
      </p:grpSpPr>
      <p:sp>
        <p:nvSpPr>
          <p:cNvPr id="152" name="직사각형 151">
            <a:extLst>
              <a:ext uri="{FF2B5EF4-FFF2-40B4-BE49-F238E27FC236}">
                <a16:creationId xmlns:a16="http://schemas.microsoft.com/office/drawing/2014/main" id="{10BCA4D7-703F-F53D-7FFB-072DE6A2F58C}"/>
              </a:ext>
            </a:extLst>
          </p:cNvPr>
          <p:cNvSpPr/>
          <p:nvPr/>
        </p:nvSpPr>
        <p:spPr>
          <a:xfrm>
            <a:off x="1435284" y="1188021"/>
            <a:ext cx="4766260"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6" name="Rounded Rectangle 33">
            <a:extLst>
              <a:ext uri="{FF2B5EF4-FFF2-40B4-BE49-F238E27FC236}">
                <a16:creationId xmlns:a16="http://schemas.microsoft.com/office/drawing/2014/main" id="{64BAA025-C706-B05A-19AF-05A737762D75}"/>
              </a:ext>
            </a:extLst>
          </p:cNvPr>
          <p:cNvSpPr/>
          <p:nvPr/>
        </p:nvSpPr>
        <p:spPr>
          <a:xfrm>
            <a:off x="1431355" y="85845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145" name="Rounded Rectangle 33">
            <a:extLst>
              <a:ext uri="{FF2B5EF4-FFF2-40B4-BE49-F238E27FC236}">
                <a16:creationId xmlns:a16="http://schemas.microsoft.com/office/drawing/2014/main" id="{728E5361-8CBB-8991-B86C-885CD3252A3A}"/>
              </a:ext>
            </a:extLst>
          </p:cNvPr>
          <p:cNvSpPr/>
          <p:nvPr/>
        </p:nvSpPr>
        <p:spPr>
          <a:xfrm>
            <a:off x="4548523" y="858457"/>
            <a:ext cx="165302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212" name="그룹 211">
            <a:extLst>
              <a:ext uri="{FF2B5EF4-FFF2-40B4-BE49-F238E27FC236}">
                <a16:creationId xmlns:a16="http://schemas.microsoft.com/office/drawing/2014/main" id="{44BCC99E-AC16-0190-5754-E292FE7B72CD}"/>
              </a:ext>
            </a:extLst>
          </p:cNvPr>
          <p:cNvGrpSpPr/>
          <p:nvPr/>
        </p:nvGrpSpPr>
        <p:grpSpPr>
          <a:xfrm>
            <a:off x="1518446" y="1337534"/>
            <a:ext cx="2833329" cy="219456"/>
            <a:chOff x="4219585" y="2872685"/>
            <a:chExt cx="2833329" cy="219456"/>
          </a:xfrm>
        </p:grpSpPr>
        <p:sp>
          <p:nvSpPr>
            <p:cNvPr id="146" name="Rounded Rectangle 33">
              <a:extLst>
                <a:ext uri="{FF2B5EF4-FFF2-40B4-BE49-F238E27FC236}">
                  <a16:creationId xmlns:a16="http://schemas.microsoft.com/office/drawing/2014/main" id="{ACDE3E8A-FD76-BE08-41EB-68B858532873}"/>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147" name="Rounded Rectangle 27">
              <a:extLst>
                <a:ext uri="{FF2B5EF4-FFF2-40B4-BE49-F238E27FC236}">
                  <a16:creationId xmlns:a16="http://schemas.microsoft.com/office/drawing/2014/main" id="{E8574FD1-C660-7EBB-081F-F27CD6C64740}"/>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3" name="그룹 212">
            <a:extLst>
              <a:ext uri="{FF2B5EF4-FFF2-40B4-BE49-F238E27FC236}">
                <a16:creationId xmlns:a16="http://schemas.microsoft.com/office/drawing/2014/main" id="{303F8BA3-C638-EEA6-B3B5-F1EDCFA5DFDA}"/>
              </a:ext>
            </a:extLst>
          </p:cNvPr>
          <p:cNvGrpSpPr/>
          <p:nvPr/>
        </p:nvGrpSpPr>
        <p:grpSpPr>
          <a:xfrm>
            <a:off x="1518446" y="1622267"/>
            <a:ext cx="2934840" cy="219456"/>
            <a:chOff x="4219585" y="3157418"/>
            <a:chExt cx="2934840" cy="219456"/>
          </a:xfrm>
        </p:grpSpPr>
        <p:sp>
          <p:nvSpPr>
            <p:cNvPr id="148" name="Rounded Rectangle 33">
              <a:extLst>
                <a:ext uri="{FF2B5EF4-FFF2-40B4-BE49-F238E27FC236}">
                  <a16:creationId xmlns:a16="http://schemas.microsoft.com/office/drawing/2014/main" id="{D0C1BBE8-6BE2-E983-7392-1020AD601908}"/>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149" name="Rounded Rectangle 27">
              <a:extLst>
                <a:ext uri="{FF2B5EF4-FFF2-40B4-BE49-F238E27FC236}">
                  <a16:creationId xmlns:a16="http://schemas.microsoft.com/office/drawing/2014/main" id="{3883F2D8-13DE-4D11-8FB6-97735B00C28F}"/>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150" name="Rounded Rectangle 27">
              <a:extLst>
                <a:ext uri="{FF2B5EF4-FFF2-40B4-BE49-F238E27FC236}">
                  <a16:creationId xmlns:a16="http://schemas.microsoft.com/office/drawing/2014/main" id="{F55C7CCA-386C-42FD-B022-D98709B57DF8}"/>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51" name="Rounded Rectangle 27">
              <a:extLst>
                <a:ext uri="{FF2B5EF4-FFF2-40B4-BE49-F238E27FC236}">
                  <a16:creationId xmlns:a16="http://schemas.microsoft.com/office/drawing/2014/main" id="{84535FC2-B008-C1FD-15E4-51A400633E2C}"/>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55" name="그룹 54">
            <a:extLst>
              <a:ext uri="{FF2B5EF4-FFF2-40B4-BE49-F238E27FC236}">
                <a16:creationId xmlns:a16="http://schemas.microsoft.com/office/drawing/2014/main" id="{BF4992AA-17DB-D79F-5191-1F75E4B42958}"/>
              </a:ext>
            </a:extLst>
          </p:cNvPr>
          <p:cNvGrpSpPr/>
          <p:nvPr/>
        </p:nvGrpSpPr>
        <p:grpSpPr>
          <a:xfrm>
            <a:off x="6480969" y="407907"/>
            <a:ext cx="3026663" cy="2868346"/>
            <a:chOff x="6760395" y="407907"/>
            <a:chExt cx="3026663" cy="2868346"/>
          </a:xfrm>
        </p:grpSpPr>
        <p:sp>
          <p:nvSpPr>
            <p:cNvPr id="14" name="Rounded Rectangle 67">
              <a:extLst>
                <a:ext uri="{FF2B5EF4-FFF2-40B4-BE49-F238E27FC236}">
                  <a16:creationId xmlns:a16="http://schemas.microsoft.com/office/drawing/2014/main" id="{223C5BA9-3342-06E3-0D0E-1E05515213DA}"/>
                </a:ext>
              </a:extLst>
            </p:cNvPr>
            <p:cNvSpPr/>
            <p:nvPr/>
          </p:nvSpPr>
          <p:spPr>
            <a:xfrm>
              <a:off x="6760395" y="407907"/>
              <a:ext cx="3026663" cy="2868346"/>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DDFDFCDE-E05E-485C-E77B-3B6AF0A96EC7}"/>
                </a:ext>
              </a:extLst>
            </p:cNvPr>
            <p:cNvSpPr txBox="1"/>
            <p:nvPr/>
          </p:nvSpPr>
          <p:spPr>
            <a:xfrm>
              <a:off x="6911732" y="597107"/>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6" name="TextBox 15">
              <a:extLst>
                <a:ext uri="{FF2B5EF4-FFF2-40B4-BE49-F238E27FC236}">
                  <a16:creationId xmlns:a16="http://schemas.microsoft.com/office/drawing/2014/main" id="{0138C6B6-3698-6DCC-39BC-D5EF31DF3FAD}"/>
                </a:ext>
              </a:extLst>
            </p:cNvPr>
            <p:cNvSpPr txBox="1"/>
            <p:nvPr/>
          </p:nvSpPr>
          <p:spPr>
            <a:xfrm>
              <a:off x="6911732" y="903795"/>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7" name="TextBox 16">
              <a:extLst>
                <a:ext uri="{FF2B5EF4-FFF2-40B4-BE49-F238E27FC236}">
                  <a16:creationId xmlns:a16="http://schemas.microsoft.com/office/drawing/2014/main" id="{F74F1246-925E-5A7C-F550-37C22A88CAB8}"/>
                </a:ext>
              </a:extLst>
            </p:cNvPr>
            <p:cNvSpPr txBox="1"/>
            <p:nvPr/>
          </p:nvSpPr>
          <p:spPr>
            <a:xfrm>
              <a:off x="8082164" y="903795"/>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9" name="TextBox 18">
              <a:extLst>
                <a:ext uri="{FF2B5EF4-FFF2-40B4-BE49-F238E27FC236}">
                  <a16:creationId xmlns:a16="http://schemas.microsoft.com/office/drawing/2014/main" id="{896EF10D-B27C-7650-C80B-0CB7B9CA668B}"/>
                </a:ext>
              </a:extLst>
            </p:cNvPr>
            <p:cNvSpPr txBox="1"/>
            <p:nvPr/>
          </p:nvSpPr>
          <p:spPr>
            <a:xfrm>
              <a:off x="6911732" y="109707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20" name="TextBox 19">
              <a:extLst>
                <a:ext uri="{FF2B5EF4-FFF2-40B4-BE49-F238E27FC236}">
                  <a16:creationId xmlns:a16="http://schemas.microsoft.com/office/drawing/2014/main" id="{BD7AA620-45B3-19BA-8696-8A76EB125F84}"/>
                </a:ext>
              </a:extLst>
            </p:cNvPr>
            <p:cNvSpPr txBox="1"/>
            <p:nvPr/>
          </p:nvSpPr>
          <p:spPr>
            <a:xfrm>
              <a:off x="8082164" y="109707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21" name="Connector 76">
              <a:extLst>
                <a:ext uri="{FF2B5EF4-FFF2-40B4-BE49-F238E27FC236}">
                  <a16:creationId xmlns:a16="http://schemas.microsoft.com/office/drawing/2014/main" id="{2ACBD35F-8464-3936-C9AF-7DF0186E6B45}"/>
                </a:ext>
              </a:extLst>
            </p:cNvPr>
            <p:cNvCxnSpPr/>
            <p:nvPr/>
          </p:nvCxnSpPr>
          <p:spPr>
            <a:xfrm>
              <a:off x="6893444" y="1815216"/>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2AA7F5DC-FA87-E3CF-958C-05B36F9A84CE}"/>
                </a:ext>
              </a:extLst>
            </p:cNvPr>
            <p:cNvSpPr txBox="1"/>
            <p:nvPr/>
          </p:nvSpPr>
          <p:spPr>
            <a:xfrm>
              <a:off x="6911732" y="1375309"/>
              <a:ext cx="1564564" cy="274320"/>
            </a:xfrm>
            <a:prstGeom prst="rect">
              <a:avLst/>
            </a:prstGeom>
            <a:noFill/>
          </p:spPr>
          <p:txBody>
            <a:bodyPr wrap="square" lIns="0" tIns="0" rIns="0" bIns="0" anchor="ctr">
              <a:noAutofit/>
            </a:bodyPr>
            <a:lstStyle/>
            <a:p>
              <a:r>
                <a:rPr sz="1050" b="1" spc="-50" dirty="0" err="1">
                  <a:solidFill>
                    <a:srgbClr val="404040"/>
                  </a:solidFill>
                  <a:latin typeface="맑은 고딕"/>
                  <a:ea typeface="맑은 고딕"/>
                </a:rPr>
                <a:t>결제예정</a:t>
              </a:r>
              <a:r>
                <a:rPr lang="ko-KR" altLang="en-US" sz="1050" b="1" spc="-50" dirty="0">
                  <a:solidFill>
                    <a:srgbClr val="404040"/>
                  </a:solidFill>
                  <a:latin typeface="맑은 고딕"/>
                  <a:ea typeface="맑은 고딕"/>
                </a:rPr>
                <a:t>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23" name="TextBox 22">
              <a:extLst>
                <a:ext uri="{FF2B5EF4-FFF2-40B4-BE49-F238E27FC236}">
                  <a16:creationId xmlns:a16="http://schemas.microsoft.com/office/drawing/2014/main" id="{DBF13E6E-C5E0-9EAB-9A1B-EA85CE801ABD}"/>
                </a:ext>
              </a:extLst>
            </p:cNvPr>
            <p:cNvSpPr txBox="1"/>
            <p:nvPr/>
          </p:nvSpPr>
          <p:spPr>
            <a:xfrm>
              <a:off x="8082164" y="133873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59" name="Rounded Rectangle 50">
              <a:extLst>
                <a:ext uri="{FF2B5EF4-FFF2-40B4-BE49-F238E27FC236}">
                  <a16:creationId xmlns:a16="http://schemas.microsoft.com/office/drawing/2014/main" id="{D43AC6AC-4727-054A-27F3-A16EA32DCC5C}"/>
                </a:ext>
              </a:extLst>
            </p:cNvPr>
            <p:cNvSpPr/>
            <p:nvPr/>
          </p:nvSpPr>
          <p:spPr>
            <a:xfrm>
              <a:off x="6911732" y="2853525"/>
              <a:ext cx="2705782"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63" name="Rounded Rectangle 27">
              <a:extLst>
                <a:ext uri="{FF2B5EF4-FFF2-40B4-BE49-F238E27FC236}">
                  <a16:creationId xmlns:a16="http://schemas.microsoft.com/office/drawing/2014/main" id="{C7DE1452-38C4-7972-2200-64C7F8EA395D}"/>
                </a:ext>
              </a:extLst>
            </p:cNvPr>
            <p:cNvSpPr/>
            <p:nvPr/>
          </p:nvSpPr>
          <p:spPr>
            <a:xfrm>
              <a:off x="6882389" y="2427468"/>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1" name="TextBox 30">
              <a:extLst>
                <a:ext uri="{FF2B5EF4-FFF2-40B4-BE49-F238E27FC236}">
                  <a16:creationId xmlns:a16="http://schemas.microsoft.com/office/drawing/2014/main" id="{BB61888F-C9BA-5342-DE18-D5D8F0CC8EE6}"/>
                </a:ext>
              </a:extLst>
            </p:cNvPr>
            <p:cNvSpPr txBox="1"/>
            <p:nvPr/>
          </p:nvSpPr>
          <p:spPr>
            <a:xfrm>
              <a:off x="6911732" y="1921155"/>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32" name="TextBox 31">
              <a:extLst>
                <a:ext uri="{FF2B5EF4-FFF2-40B4-BE49-F238E27FC236}">
                  <a16:creationId xmlns:a16="http://schemas.microsoft.com/office/drawing/2014/main" id="{24139234-A4A0-1675-5CCE-B7033CAFCE84}"/>
                </a:ext>
              </a:extLst>
            </p:cNvPr>
            <p:cNvSpPr txBox="1"/>
            <p:nvPr/>
          </p:nvSpPr>
          <p:spPr>
            <a:xfrm>
              <a:off x="6911732" y="222784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33" name="TextBox 32">
              <a:extLst>
                <a:ext uri="{FF2B5EF4-FFF2-40B4-BE49-F238E27FC236}">
                  <a16:creationId xmlns:a16="http://schemas.microsoft.com/office/drawing/2014/main" id="{2B10B439-0C3F-E9B4-BB0B-B2CA03CCB580}"/>
                </a:ext>
              </a:extLst>
            </p:cNvPr>
            <p:cNvSpPr txBox="1"/>
            <p:nvPr/>
          </p:nvSpPr>
          <p:spPr>
            <a:xfrm>
              <a:off x="8082164" y="222784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grpSp>
      <p:sp>
        <p:nvSpPr>
          <p:cNvPr id="9" name="Rounded Rectangle 27">
            <a:extLst>
              <a:ext uri="{FF2B5EF4-FFF2-40B4-BE49-F238E27FC236}">
                <a16:creationId xmlns:a16="http://schemas.microsoft.com/office/drawing/2014/main" id="{E0F9B25A-5CCB-4682-8B61-3B8887A3A7F9}"/>
              </a:ext>
            </a:extLst>
          </p:cNvPr>
          <p:cNvSpPr/>
          <p:nvPr/>
        </p:nvSpPr>
        <p:spPr>
          <a:xfrm>
            <a:off x="1407236" y="306816"/>
            <a:ext cx="3021419" cy="269814"/>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실제 결제 시점의 바우처 잔액은 달라질 수 있습니다</a:t>
            </a:r>
            <a:r>
              <a:rPr lang="en-US" altLang="ko-KR" sz="600" dirty="0">
                <a:solidFill>
                  <a:schemeClr val="tx1"/>
                </a:solidFill>
                <a:ea typeface="맑은 고딕"/>
              </a:rPr>
              <a:t>.</a:t>
            </a:r>
          </a:p>
          <a:p>
            <a:r>
              <a:rPr lang="en-US" altLang="ko-KR" sz="600" dirty="0">
                <a:solidFill>
                  <a:schemeClr val="tx1"/>
                </a:solidFill>
                <a:ea typeface="맑은 고딕"/>
              </a:rPr>
              <a:t>※ </a:t>
            </a:r>
            <a:r>
              <a:rPr lang="ko-KR" altLang="en-US" sz="600" dirty="0">
                <a:solidFill>
                  <a:schemeClr val="tx1"/>
                </a:solidFill>
                <a:ea typeface="맑은 고딕"/>
              </a:rPr>
              <a:t>실시간 잔액 확인이 불가한 바우처 잔액은 각 카드사를 통해 확인 가능합니다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8" name="TextBox 37">
            <a:extLst>
              <a:ext uri="{FF2B5EF4-FFF2-40B4-BE49-F238E27FC236}">
                <a16:creationId xmlns:a16="http://schemas.microsoft.com/office/drawing/2014/main" id="{88943144-EBB4-0F60-95C8-51F3F81D670B}"/>
              </a:ext>
            </a:extLst>
          </p:cNvPr>
          <p:cNvSpPr txBox="1"/>
          <p:nvPr/>
        </p:nvSpPr>
        <p:spPr>
          <a:xfrm>
            <a:off x="760449" y="905437"/>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grpSp>
        <p:nvGrpSpPr>
          <p:cNvPr id="39" name="그룹 38">
            <a:extLst>
              <a:ext uri="{FF2B5EF4-FFF2-40B4-BE49-F238E27FC236}">
                <a16:creationId xmlns:a16="http://schemas.microsoft.com/office/drawing/2014/main" id="{F1D9266C-EC30-EAD7-1D47-B549278547AF}"/>
              </a:ext>
            </a:extLst>
          </p:cNvPr>
          <p:cNvGrpSpPr/>
          <p:nvPr/>
        </p:nvGrpSpPr>
        <p:grpSpPr>
          <a:xfrm>
            <a:off x="760448" y="2267494"/>
            <a:ext cx="5442378" cy="1549530"/>
            <a:chOff x="4136423" y="4080130"/>
            <a:chExt cx="5442378" cy="1549530"/>
          </a:xfrm>
        </p:grpSpPr>
        <p:sp>
          <p:nvSpPr>
            <p:cNvPr id="40" name="직사각형 39">
              <a:extLst>
                <a:ext uri="{FF2B5EF4-FFF2-40B4-BE49-F238E27FC236}">
                  <a16:creationId xmlns:a16="http://schemas.microsoft.com/office/drawing/2014/main" id="{C4C93B2E-5B80-26A5-5223-0965727D5DEA}"/>
                </a:ext>
              </a:extLst>
            </p:cNvPr>
            <p:cNvSpPr/>
            <p:nvPr/>
          </p:nvSpPr>
          <p:spPr>
            <a:xfrm>
              <a:off x="4136423" y="4080130"/>
              <a:ext cx="5441095"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3DA9FED7-A191-6E9B-7A2B-DD9F3CC67E0A}"/>
                </a:ext>
              </a:extLst>
            </p:cNvPr>
            <p:cNvSpPr/>
            <p:nvPr/>
          </p:nvSpPr>
          <p:spPr>
            <a:xfrm>
              <a:off x="4186876"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47" name="TextBox 46">
              <a:extLst>
                <a:ext uri="{FF2B5EF4-FFF2-40B4-BE49-F238E27FC236}">
                  <a16:creationId xmlns:a16="http://schemas.microsoft.com/office/drawing/2014/main" id="{52857628-409B-D21F-115D-E46B0B167D9A}"/>
                </a:ext>
              </a:extLst>
            </p:cNvPr>
            <p:cNvSpPr txBox="1"/>
            <p:nvPr/>
          </p:nvSpPr>
          <p:spPr>
            <a:xfrm>
              <a:off x="92658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3" name="Rounded Rectangle 27">
              <a:extLst>
                <a:ext uri="{FF2B5EF4-FFF2-40B4-BE49-F238E27FC236}">
                  <a16:creationId xmlns:a16="http://schemas.microsoft.com/office/drawing/2014/main" id="{C370042E-BAF9-3067-A6F8-F0ACBB1F5645}"/>
                </a:ext>
              </a:extLst>
            </p:cNvPr>
            <p:cNvSpPr/>
            <p:nvPr/>
          </p:nvSpPr>
          <p:spPr>
            <a:xfrm>
              <a:off x="4208852"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54" name="Rounded Rectangle 27">
              <a:extLst>
                <a:ext uri="{FF2B5EF4-FFF2-40B4-BE49-F238E27FC236}">
                  <a16:creationId xmlns:a16="http://schemas.microsoft.com/office/drawing/2014/main" id="{20647329-0E51-DDC3-AEC5-EA78DE84913F}"/>
                </a:ext>
              </a:extLst>
            </p:cNvPr>
            <p:cNvSpPr/>
            <p:nvPr/>
          </p:nvSpPr>
          <p:spPr>
            <a:xfrm>
              <a:off x="8945194"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Tree>
    <p:extLst>
      <p:ext uri="{BB962C8B-B14F-4D97-AF65-F5344CB8AC3E}">
        <p14:creationId xmlns:p14="http://schemas.microsoft.com/office/powerpoint/2010/main" val="147305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2B84D-F608-6806-9437-6E1F4167AAFE}"/>
            </a:ext>
          </a:extLst>
        </p:cNvPr>
        <p:cNvGrpSpPr/>
        <p:nvPr/>
      </p:nvGrpSpPr>
      <p:grpSpPr>
        <a:xfrm>
          <a:off x="0" y="0"/>
          <a:ext cx="0" cy="0"/>
          <a:chOff x="0" y="0"/>
          <a:chExt cx="0" cy="0"/>
        </a:xfrm>
      </p:grpSpPr>
      <p:sp>
        <p:nvSpPr>
          <p:cNvPr id="152" name="직사각형 151">
            <a:extLst>
              <a:ext uri="{FF2B5EF4-FFF2-40B4-BE49-F238E27FC236}">
                <a16:creationId xmlns:a16="http://schemas.microsoft.com/office/drawing/2014/main" id="{96799C60-69F2-CABF-3CA1-420FC4BADB7A}"/>
              </a:ext>
            </a:extLst>
          </p:cNvPr>
          <p:cNvSpPr/>
          <p:nvPr/>
        </p:nvSpPr>
        <p:spPr>
          <a:xfrm>
            <a:off x="1435284" y="1188021"/>
            <a:ext cx="4766260" cy="796317"/>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86" name="Rounded Rectangle 33">
            <a:extLst>
              <a:ext uri="{FF2B5EF4-FFF2-40B4-BE49-F238E27FC236}">
                <a16:creationId xmlns:a16="http://schemas.microsoft.com/office/drawing/2014/main" id="{AF7B510F-485F-4B19-0F41-4EBE54CEE036}"/>
              </a:ext>
            </a:extLst>
          </p:cNvPr>
          <p:cNvSpPr/>
          <p:nvPr/>
        </p:nvSpPr>
        <p:spPr>
          <a:xfrm>
            <a:off x="1431355" y="858457"/>
            <a:ext cx="306239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BC</a:t>
            </a:r>
            <a:r>
              <a:rPr lang="ko-KR" altLang="en-US" sz="800" dirty="0">
                <a:solidFill>
                  <a:srgbClr val="595959"/>
                </a:solidFill>
                <a:ea typeface="맑은 고딕"/>
              </a:rPr>
              <a:t>카드 </a:t>
            </a:r>
            <a:r>
              <a:rPr lang="en-US" altLang="ko-KR" sz="800" dirty="0">
                <a:solidFill>
                  <a:srgbClr val="595959"/>
                </a:solidFill>
                <a:ea typeface="맑은 고딕"/>
              </a:rPr>
              <a:t>9300-****-****-5637</a:t>
            </a:r>
            <a:r>
              <a:rPr lang="ko-KR" altLang="en-US" sz="800" dirty="0">
                <a:solidFill>
                  <a:srgbClr val="595959"/>
                </a:solidFill>
                <a:ea typeface="맑은 고딕"/>
              </a:rPr>
              <a:t>                                        ▼</a:t>
            </a:r>
            <a:endParaRPr lang="en-US" altLang="ko-KR" sz="800" dirty="0">
              <a:solidFill>
                <a:srgbClr val="595959"/>
              </a:solidFill>
              <a:ea typeface="맑은 고딕"/>
            </a:endParaRPr>
          </a:p>
        </p:txBody>
      </p:sp>
      <p:sp>
        <p:nvSpPr>
          <p:cNvPr id="145" name="Rounded Rectangle 33">
            <a:extLst>
              <a:ext uri="{FF2B5EF4-FFF2-40B4-BE49-F238E27FC236}">
                <a16:creationId xmlns:a16="http://schemas.microsoft.com/office/drawing/2014/main" id="{F16FCFAF-4476-6313-F296-6EE4F63FF841}"/>
              </a:ext>
            </a:extLst>
          </p:cNvPr>
          <p:cNvSpPr/>
          <p:nvPr/>
        </p:nvSpPr>
        <p:spPr>
          <a:xfrm>
            <a:off x="4548523" y="858457"/>
            <a:ext cx="1653022"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ko-KR" sz="800" dirty="0">
                <a:solidFill>
                  <a:srgbClr val="595959"/>
                </a:solidFill>
                <a:ea typeface="맑은 고딕"/>
              </a:rPr>
              <a:t>+  </a:t>
            </a:r>
            <a:r>
              <a:rPr lang="ko-KR" altLang="en-US" sz="800" dirty="0">
                <a:solidFill>
                  <a:srgbClr val="595959"/>
                </a:solidFill>
                <a:ea typeface="맑은 고딕"/>
              </a:rPr>
              <a:t>카드추가</a:t>
            </a:r>
            <a:endParaRPr lang="en-US" altLang="ko-KR" sz="800" dirty="0">
              <a:solidFill>
                <a:srgbClr val="595959"/>
              </a:solidFill>
              <a:ea typeface="맑은 고딕"/>
            </a:endParaRPr>
          </a:p>
        </p:txBody>
      </p:sp>
      <p:grpSp>
        <p:nvGrpSpPr>
          <p:cNvPr id="212" name="그룹 211">
            <a:extLst>
              <a:ext uri="{FF2B5EF4-FFF2-40B4-BE49-F238E27FC236}">
                <a16:creationId xmlns:a16="http://schemas.microsoft.com/office/drawing/2014/main" id="{97EC1C50-FAA2-E263-A91C-B86ECF1E77EE}"/>
              </a:ext>
            </a:extLst>
          </p:cNvPr>
          <p:cNvGrpSpPr/>
          <p:nvPr/>
        </p:nvGrpSpPr>
        <p:grpSpPr>
          <a:xfrm>
            <a:off x="1518446" y="1337534"/>
            <a:ext cx="2833329" cy="219456"/>
            <a:chOff x="4219585" y="2872685"/>
            <a:chExt cx="2833329" cy="219456"/>
          </a:xfrm>
        </p:grpSpPr>
        <p:sp>
          <p:nvSpPr>
            <p:cNvPr id="146" name="Rounded Rectangle 33">
              <a:extLst>
                <a:ext uri="{FF2B5EF4-FFF2-40B4-BE49-F238E27FC236}">
                  <a16:creationId xmlns:a16="http://schemas.microsoft.com/office/drawing/2014/main" id="{9A0DBF07-3463-DC6D-6137-4FA96360364C}"/>
                </a:ext>
              </a:extLst>
            </p:cNvPr>
            <p:cNvSpPr/>
            <p:nvPr/>
          </p:nvSpPr>
          <p:spPr>
            <a:xfrm>
              <a:off x="4748658" y="2872685"/>
              <a:ext cx="2304256"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US" altLang="ko-KR" sz="800" dirty="0">
                  <a:solidFill>
                    <a:srgbClr val="595959"/>
                  </a:solidFill>
                  <a:ea typeface="맑은 고딕"/>
                </a:rPr>
                <a:t>19900101</a:t>
              </a:r>
            </a:p>
          </p:txBody>
        </p:sp>
        <p:sp>
          <p:nvSpPr>
            <p:cNvPr id="147" name="Rounded Rectangle 27">
              <a:extLst>
                <a:ext uri="{FF2B5EF4-FFF2-40B4-BE49-F238E27FC236}">
                  <a16:creationId xmlns:a16="http://schemas.microsoft.com/office/drawing/2014/main" id="{7C2B238C-8D92-8E99-9309-2314710F27AF}"/>
                </a:ext>
              </a:extLst>
            </p:cNvPr>
            <p:cNvSpPr/>
            <p:nvPr/>
          </p:nvSpPr>
          <p:spPr>
            <a:xfrm>
              <a:off x="4219585" y="2895371"/>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생년월일</a:t>
              </a:r>
              <a:r>
                <a:rPr lang="en-US" altLang="ko-KR" sz="700" dirty="0">
                  <a:solidFill>
                    <a:schemeClr val="tx1"/>
                  </a:solidFill>
                  <a:ea typeface="맑은 고딕"/>
                </a:rPr>
                <a:t> </a:t>
              </a:r>
              <a:endParaRPr lang="ko-KR" altLang="en-US" sz="700" dirty="0">
                <a:solidFill>
                  <a:schemeClr val="tx1"/>
                </a:solidFill>
                <a:ea typeface="맑은 고딕"/>
              </a:endParaRPr>
            </a:p>
          </p:txBody>
        </p:sp>
      </p:grpSp>
      <p:grpSp>
        <p:nvGrpSpPr>
          <p:cNvPr id="213" name="그룹 212">
            <a:extLst>
              <a:ext uri="{FF2B5EF4-FFF2-40B4-BE49-F238E27FC236}">
                <a16:creationId xmlns:a16="http://schemas.microsoft.com/office/drawing/2014/main" id="{DCC74CC7-3C0A-A881-2459-4EA9841F59C5}"/>
              </a:ext>
            </a:extLst>
          </p:cNvPr>
          <p:cNvGrpSpPr/>
          <p:nvPr/>
        </p:nvGrpSpPr>
        <p:grpSpPr>
          <a:xfrm>
            <a:off x="1518446" y="1622267"/>
            <a:ext cx="2934840" cy="219456"/>
            <a:chOff x="4219585" y="3157418"/>
            <a:chExt cx="2934840" cy="219456"/>
          </a:xfrm>
        </p:grpSpPr>
        <p:sp>
          <p:nvSpPr>
            <p:cNvPr id="148" name="Rounded Rectangle 33">
              <a:extLst>
                <a:ext uri="{FF2B5EF4-FFF2-40B4-BE49-F238E27FC236}">
                  <a16:creationId xmlns:a16="http://schemas.microsoft.com/office/drawing/2014/main" id="{8B028853-49A6-CA10-2407-4B984B65C696}"/>
                </a:ext>
              </a:extLst>
            </p:cNvPr>
            <p:cNvSpPr/>
            <p:nvPr/>
          </p:nvSpPr>
          <p:spPr>
            <a:xfrm>
              <a:off x="4748658" y="3157418"/>
              <a:ext cx="360040" cy="219456"/>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n-US" altLang="ko-KR" sz="800" dirty="0">
                <a:solidFill>
                  <a:srgbClr val="595959"/>
                </a:solidFill>
                <a:ea typeface="맑은 고딕"/>
              </a:endParaRPr>
            </a:p>
          </p:txBody>
        </p:sp>
        <p:sp>
          <p:nvSpPr>
            <p:cNvPr id="149" name="Rounded Rectangle 27">
              <a:extLst>
                <a:ext uri="{FF2B5EF4-FFF2-40B4-BE49-F238E27FC236}">
                  <a16:creationId xmlns:a16="http://schemas.microsoft.com/office/drawing/2014/main" id="{ABA50C87-558B-A82A-6802-BC1A44A76AAD}"/>
                </a:ext>
              </a:extLst>
            </p:cNvPr>
            <p:cNvSpPr/>
            <p:nvPr/>
          </p:nvSpPr>
          <p:spPr>
            <a:xfrm>
              <a:off x="4219585" y="3180104"/>
              <a:ext cx="56717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비밀번호</a:t>
              </a:r>
            </a:p>
          </p:txBody>
        </p:sp>
        <p:sp>
          <p:nvSpPr>
            <p:cNvPr id="150" name="Rounded Rectangle 27">
              <a:extLst>
                <a:ext uri="{FF2B5EF4-FFF2-40B4-BE49-F238E27FC236}">
                  <a16:creationId xmlns:a16="http://schemas.microsoft.com/office/drawing/2014/main" id="{A4FFB43B-A7A9-1E20-DBE1-58285BFA1B92}"/>
                </a:ext>
              </a:extLst>
            </p:cNvPr>
            <p:cNvSpPr/>
            <p:nvPr/>
          </p:nvSpPr>
          <p:spPr>
            <a:xfrm>
              <a:off x="5137779" y="3180104"/>
              <a:ext cx="269852"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51" name="Rounded Rectangle 27">
              <a:extLst>
                <a:ext uri="{FF2B5EF4-FFF2-40B4-BE49-F238E27FC236}">
                  <a16:creationId xmlns:a16="http://schemas.microsoft.com/office/drawing/2014/main" id="{90211F0E-E1FF-248D-5ED0-4F77038A2C9B}"/>
                </a:ext>
              </a:extLst>
            </p:cNvPr>
            <p:cNvSpPr/>
            <p:nvPr/>
          </p:nvSpPr>
          <p:spPr>
            <a:xfrm>
              <a:off x="5377150" y="3180104"/>
              <a:ext cx="177727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a:t>
              </a:r>
              <a:r>
                <a:rPr lang="ko-KR" altLang="en-US" sz="700" dirty="0">
                  <a:solidFill>
                    <a:schemeClr val="tx1"/>
                  </a:solidFill>
                  <a:ea typeface="맑은 고딕"/>
                </a:rPr>
                <a:t>카드 비밀번호 앞 두자리를 입력하세요</a:t>
              </a:r>
              <a:r>
                <a:rPr lang="en-US" altLang="ko-KR" sz="700" dirty="0">
                  <a:solidFill>
                    <a:schemeClr val="tx1"/>
                  </a:solidFill>
                  <a:ea typeface="맑은 고딕"/>
                </a:rPr>
                <a:t>.</a:t>
              </a:r>
              <a:endParaRPr lang="ko-KR" altLang="en-US" sz="700" dirty="0">
                <a:solidFill>
                  <a:schemeClr val="tx1"/>
                </a:solidFill>
                <a:ea typeface="맑은 고딕"/>
              </a:endParaRPr>
            </a:p>
          </p:txBody>
        </p:sp>
      </p:grpSp>
      <p:grpSp>
        <p:nvGrpSpPr>
          <p:cNvPr id="55" name="그룹 54">
            <a:extLst>
              <a:ext uri="{FF2B5EF4-FFF2-40B4-BE49-F238E27FC236}">
                <a16:creationId xmlns:a16="http://schemas.microsoft.com/office/drawing/2014/main" id="{D881ADBC-79A9-A3E7-31F4-8AFB26EA89F8}"/>
              </a:ext>
            </a:extLst>
          </p:cNvPr>
          <p:cNvGrpSpPr/>
          <p:nvPr/>
        </p:nvGrpSpPr>
        <p:grpSpPr>
          <a:xfrm>
            <a:off x="6480969" y="911963"/>
            <a:ext cx="3026663" cy="2868346"/>
            <a:chOff x="6760395" y="407907"/>
            <a:chExt cx="3026663" cy="2868346"/>
          </a:xfrm>
        </p:grpSpPr>
        <p:sp>
          <p:nvSpPr>
            <p:cNvPr id="14" name="Rounded Rectangle 67">
              <a:extLst>
                <a:ext uri="{FF2B5EF4-FFF2-40B4-BE49-F238E27FC236}">
                  <a16:creationId xmlns:a16="http://schemas.microsoft.com/office/drawing/2014/main" id="{388789D7-FEAA-A702-32A2-CA0535DBD330}"/>
                </a:ext>
              </a:extLst>
            </p:cNvPr>
            <p:cNvSpPr/>
            <p:nvPr/>
          </p:nvSpPr>
          <p:spPr>
            <a:xfrm>
              <a:off x="6760395" y="407907"/>
              <a:ext cx="3026663" cy="2868346"/>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a:extLst>
                <a:ext uri="{FF2B5EF4-FFF2-40B4-BE49-F238E27FC236}">
                  <a16:creationId xmlns:a16="http://schemas.microsoft.com/office/drawing/2014/main" id="{F9CB39A5-8CFC-7E6F-3D76-DCB896AAE5E2}"/>
                </a:ext>
              </a:extLst>
            </p:cNvPr>
            <p:cNvSpPr txBox="1"/>
            <p:nvPr/>
          </p:nvSpPr>
          <p:spPr>
            <a:xfrm>
              <a:off x="6911732" y="597107"/>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6" name="TextBox 15">
              <a:extLst>
                <a:ext uri="{FF2B5EF4-FFF2-40B4-BE49-F238E27FC236}">
                  <a16:creationId xmlns:a16="http://schemas.microsoft.com/office/drawing/2014/main" id="{31F6392D-9091-A553-2DA9-D55F2931C442}"/>
                </a:ext>
              </a:extLst>
            </p:cNvPr>
            <p:cNvSpPr txBox="1"/>
            <p:nvPr/>
          </p:nvSpPr>
          <p:spPr>
            <a:xfrm>
              <a:off x="6911732" y="903795"/>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7" name="TextBox 16">
              <a:extLst>
                <a:ext uri="{FF2B5EF4-FFF2-40B4-BE49-F238E27FC236}">
                  <a16:creationId xmlns:a16="http://schemas.microsoft.com/office/drawing/2014/main" id="{18D61B65-8700-A184-49CC-B1C33403FADE}"/>
                </a:ext>
              </a:extLst>
            </p:cNvPr>
            <p:cNvSpPr txBox="1"/>
            <p:nvPr/>
          </p:nvSpPr>
          <p:spPr>
            <a:xfrm>
              <a:off x="8082164" y="903795"/>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9" name="TextBox 18">
              <a:extLst>
                <a:ext uri="{FF2B5EF4-FFF2-40B4-BE49-F238E27FC236}">
                  <a16:creationId xmlns:a16="http://schemas.microsoft.com/office/drawing/2014/main" id="{61D0E5E3-9D24-B97F-9535-2E6A5911A8F2}"/>
                </a:ext>
              </a:extLst>
            </p:cNvPr>
            <p:cNvSpPr txBox="1"/>
            <p:nvPr/>
          </p:nvSpPr>
          <p:spPr>
            <a:xfrm>
              <a:off x="6911732" y="109707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20" name="TextBox 19">
              <a:extLst>
                <a:ext uri="{FF2B5EF4-FFF2-40B4-BE49-F238E27FC236}">
                  <a16:creationId xmlns:a16="http://schemas.microsoft.com/office/drawing/2014/main" id="{0015288B-E257-C917-31F2-AF680C03B079}"/>
                </a:ext>
              </a:extLst>
            </p:cNvPr>
            <p:cNvSpPr txBox="1"/>
            <p:nvPr/>
          </p:nvSpPr>
          <p:spPr>
            <a:xfrm>
              <a:off x="8082164" y="109707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21" name="Connector 76">
              <a:extLst>
                <a:ext uri="{FF2B5EF4-FFF2-40B4-BE49-F238E27FC236}">
                  <a16:creationId xmlns:a16="http://schemas.microsoft.com/office/drawing/2014/main" id="{3406761A-67A2-A3F8-6A3D-2868F6854631}"/>
                </a:ext>
              </a:extLst>
            </p:cNvPr>
            <p:cNvCxnSpPr/>
            <p:nvPr/>
          </p:nvCxnSpPr>
          <p:spPr>
            <a:xfrm>
              <a:off x="6893444" y="1815216"/>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73C992A-31A0-07E6-E9CC-B97138F6D305}"/>
                </a:ext>
              </a:extLst>
            </p:cNvPr>
            <p:cNvSpPr txBox="1"/>
            <p:nvPr/>
          </p:nvSpPr>
          <p:spPr>
            <a:xfrm>
              <a:off x="6911732" y="1375309"/>
              <a:ext cx="1564564" cy="274320"/>
            </a:xfrm>
            <a:prstGeom prst="rect">
              <a:avLst/>
            </a:prstGeom>
            <a:noFill/>
          </p:spPr>
          <p:txBody>
            <a:bodyPr wrap="square" lIns="0" tIns="0" rIns="0" bIns="0" anchor="ctr">
              <a:noAutofit/>
            </a:bodyPr>
            <a:lstStyle/>
            <a:p>
              <a:r>
                <a:rPr sz="1050" b="1" spc="-50" dirty="0" err="1">
                  <a:solidFill>
                    <a:srgbClr val="404040"/>
                  </a:solidFill>
                  <a:latin typeface="맑은 고딕"/>
                  <a:ea typeface="맑은 고딕"/>
                </a:rPr>
                <a:t>결제예정</a:t>
              </a:r>
              <a:r>
                <a:rPr lang="ko-KR" altLang="en-US" sz="1050" b="1" spc="-50" dirty="0">
                  <a:solidFill>
                    <a:srgbClr val="404040"/>
                  </a:solidFill>
                  <a:latin typeface="맑은 고딕"/>
                  <a:ea typeface="맑은 고딕"/>
                </a:rPr>
                <a:t>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23" name="TextBox 22">
              <a:extLst>
                <a:ext uri="{FF2B5EF4-FFF2-40B4-BE49-F238E27FC236}">
                  <a16:creationId xmlns:a16="http://schemas.microsoft.com/office/drawing/2014/main" id="{35DBE087-F40B-ABCA-8247-9543B0F8D7A7}"/>
                </a:ext>
              </a:extLst>
            </p:cNvPr>
            <p:cNvSpPr txBox="1"/>
            <p:nvPr/>
          </p:nvSpPr>
          <p:spPr>
            <a:xfrm>
              <a:off x="8082164" y="1338733"/>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59" name="Rounded Rectangle 50">
              <a:extLst>
                <a:ext uri="{FF2B5EF4-FFF2-40B4-BE49-F238E27FC236}">
                  <a16:creationId xmlns:a16="http://schemas.microsoft.com/office/drawing/2014/main" id="{564CD35F-5E22-E9E0-A4CC-75371A2F7823}"/>
                </a:ext>
              </a:extLst>
            </p:cNvPr>
            <p:cNvSpPr/>
            <p:nvPr/>
          </p:nvSpPr>
          <p:spPr>
            <a:xfrm>
              <a:off x="6911732" y="2853525"/>
              <a:ext cx="2705782" cy="292608"/>
            </a:xfrm>
            <a:prstGeom prst="roundRect">
              <a:avLst>
                <a:gd name="adj" fmla="val 8000"/>
              </a:avLst>
            </a:prstGeom>
            <a:solidFill>
              <a:srgbClr val="E862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900" b="1" dirty="0">
                  <a:solidFill>
                    <a:srgbClr val="FFFFFF"/>
                  </a:solidFill>
                  <a:ea typeface="맑은 고딕"/>
                </a:rPr>
                <a:t>결제하기</a:t>
              </a:r>
            </a:p>
          </p:txBody>
        </p:sp>
        <p:sp>
          <p:nvSpPr>
            <p:cNvPr id="163" name="Rounded Rectangle 27">
              <a:extLst>
                <a:ext uri="{FF2B5EF4-FFF2-40B4-BE49-F238E27FC236}">
                  <a16:creationId xmlns:a16="http://schemas.microsoft.com/office/drawing/2014/main" id="{4359CBA8-8E37-0E53-BB76-3ECCB93B4999}"/>
                </a:ext>
              </a:extLst>
            </p:cNvPr>
            <p:cNvSpPr/>
            <p:nvPr/>
          </p:nvSpPr>
          <p:spPr>
            <a:xfrm>
              <a:off x="6882389" y="2427468"/>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31" name="TextBox 30">
              <a:extLst>
                <a:ext uri="{FF2B5EF4-FFF2-40B4-BE49-F238E27FC236}">
                  <a16:creationId xmlns:a16="http://schemas.microsoft.com/office/drawing/2014/main" id="{3445F0D0-1D3D-BCF4-F4BB-3B30D67CC4F3}"/>
                </a:ext>
              </a:extLst>
            </p:cNvPr>
            <p:cNvSpPr txBox="1"/>
            <p:nvPr/>
          </p:nvSpPr>
          <p:spPr>
            <a:xfrm>
              <a:off x="6911732" y="1921155"/>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32" name="TextBox 31">
              <a:extLst>
                <a:ext uri="{FF2B5EF4-FFF2-40B4-BE49-F238E27FC236}">
                  <a16:creationId xmlns:a16="http://schemas.microsoft.com/office/drawing/2014/main" id="{FD658680-00FB-B70D-01B0-39046B90354B}"/>
                </a:ext>
              </a:extLst>
            </p:cNvPr>
            <p:cNvSpPr txBox="1"/>
            <p:nvPr/>
          </p:nvSpPr>
          <p:spPr>
            <a:xfrm>
              <a:off x="6911732" y="2227843"/>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33" name="TextBox 32">
              <a:extLst>
                <a:ext uri="{FF2B5EF4-FFF2-40B4-BE49-F238E27FC236}">
                  <a16:creationId xmlns:a16="http://schemas.microsoft.com/office/drawing/2014/main" id="{F85EDBBD-7ED7-CEC0-9AB9-672FA3CE7D85}"/>
                </a:ext>
              </a:extLst>
            </p:cNvPr>
            <p:cNvSpPr txBox="1"/>
            <p:nvPr/>
          </p:nvSpPr>
          <p:spPr>
            <a:xfrm>
              <a:off x="8082164" y="2227843"/>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grpSp>
      <p:sp>
        <p:nvSpPr>
          <p:cNvPr id="38" name="TextBox 37">
            <a:extLst>
              <a:ext uri="{FF2B5EF4-FFF2-40B4-BE49-F238E27FC236}">
                <a16:creationId xmlns:a16="http://schemas.microsoft.com/office/drawing/2014/main" id="{3BE876A2-CF3A-30B1-FC39-C379D8F4C74C}"/>
              </a:ext>
            </a:extLst>
          </p:cNvPr>
          <p:cNvSpPr txBox="1"/>
          <p:nvPr/>
        </p:nvSpPr>
        <p:spPr>
          <a:xfrm>
            <a:off x="760449" y="905437"/>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결제수단</a:t>
            </a:r>
            <a:endParaRPr sz="1000" b="1" spc="-150" dirty="0">
              <a:solidFill>
                <a:srgbClr val="333333"/>
              </a:solidFill>
              <a:latin typeface="+mn-ea"/>
            </a:endParaRPr>
          </a:p>
        </p:txBody>
      </p:sp>
      <p:grpSp>
        <p:nvGrpSpPr>
          <p:cNvPr id="39" name="그룹 38">
            <a:extLst>
              <a:ext uri="{FF2B5EF4-FFF2-40B4-BE49-F238E27FC236}">
                <a16:creationId xmlns:a16="http://schemas.microsoft.com/office/drawing/2014/main" id="{FED9FBE9-0B59-8198-C568-A3A4A01E1854}"/>
              </a:ext>
            </a:extLst>
          </p:cNvPr>
          <p:cNvGrpSpPr/>
          <p:nvPr/>
        </p:nvGrpSpPr>
        <p:grpSpPr>
          <a:xfrm>
            <a:off x="760448" y="2267494"/>
            <a:ext cx="5442378" cy="1549530"/>
            <a:chOff x="4136423" y="4080130"/>
            <a:chExt cx="5442378" cy="1549530"/>
          </a:xfrm>
        </p:grpSpPr>
        <p:sp>
          <p:nvSpPr>
            <p:cNvPr id="40" name="직사각형 39">
              <a:extLst>
                <a:ext uri="{FF2B5EF4-FFF2-40B4-BE49-F238E27FC236}">
                  <a16:creationId xmlns:a16="http://schemas.microsoft.com/office/drawing/2014/main" id="{8B97F3B5-60D1-B54A-2C03-350C9FA4DBEB}"/>
                </a:ext>
              </a:extLst>
            </p:cNvPr>
            <p:cNvSpPr/>
            <p:nvPr/>
          </p:nvSpPr>
          <p:spPr>
            <a:xfrm>
              <a:off x="4136423" y="4080130"/>
              <a:ext cx="5441095" cy="30113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A1246B0D-E31B-1B43-CB01-E3FF0B229B0F}"/>
                </a:ext>
              </a:extLst>
            </p:cNvPr>
            <p:cNvSpPr/>
            <p:nvPr/>
          </p:nvSpPr>
          <p:spPr>
            <a:xfrm>
              <a:off x="4186876" y="4132864"/>
              <a:ext cx="2746523"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lumMod val="85000"/>
                      <a:lumOff val="15000"/>
                    </a:schemeClr>
                  </a:solidFill>
                  <a:latin typeface="+mn-ea"/>
                </a:rPr>
                <a:t>□ </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필수</a:t>
              </a:r>
              <a:r>
                <a:rPr lang="en-US" altLang="ko-KR" sz="700" dirty="0">
                  <a:solidFill>
                    <a:schemeClr val="tx1">
                      <a:lumMod val="85000"/>
                      <a:lumOff val="15000"/>
                    </a:schemeClr>
                  </a:solidFill>
                  <a:latin typeface="+mn-ea"/>
                </a:rPr>
                <a:t>)</a:t>
              </a:r>
              <a:r>
                <a:rPr lang="ko-KR" altLang="en-US" sz="700" dirty="0">
                  <a:solidFill>
                    <a:schemeClr val="tx1">
                      <a:lumMod val="85000"/>
                      <a:lumOff val="15000"/>
                    </a:schemeClr>
                  </a:solidFill>
                  <a:latin typeface="+mn-ea"/>
                </a:rPr>
                <a:t>주문내역 확인 및 결제 서비스 이용약관에 동의합니다</a:t>
              </a:r>
              <a:r>
                <a:rPr lang="en-US" altLang="ko-KR" sz="700" dirty="0">
                  <a:solidFill>
                    <a:schemeClr val="tx1">
                      <a:lumMod val="85000"/>
                      <a:lumOff val="15000"/>
                    </a:schemeClr>
                  </a:solidFill>
                  <a:latin typeface="+mn-ea"/>
                </a:rPr>
                <a:t>.</a:t>
              </a:r>
              <a:endParaRPr lang="ko-KR" altLang="en-US" sz="700" dirty="0">
                <a:solidFill>
                  <a:schemeClr val="tx1"/>
                </a:solidFill>
                <a:ea typeface="맑은 고딕"/>
              </a:endParaRPr>
            </a:p>
          </p:txBody>
        </p:sp>
        <p:sp>
          <p:nvSpPr>
            <p:cNvPr id="47" name="TextBox 46">
              <a:extLst>
                <a:ext uri="{FF2B5EF4-FFF2-40B4-BE49-F238E27FC236}">
                  <a16:creationId xmlns:a16="http://schemas.microsoft.com/office/drawing/2014/main" id="{444671A0-F38F-8AE7-032C-15C2F62AF457}"/>
                </a:ext>
              </a:extLst>
            </p:cNvPr>
            <p:cNvSpPr txBox="1"/>
            <p:nvPr/>
          </p:nvSpPr>
          <p:spPr>
            <a:xfrm>
              <a:off x="9265895" y="4104328"/>
              <a:ext cx="312906" cy="246221"/>
            </a:xfrm>
            <a:prstGeom prst="rect">
              <a:avLst/>
            </a:prstGeom>
            <a:noFill/>
          </p:spPr>
          <p:txBody>
            <a:bodyPr wrap="none" rtlCol="0">
              <a:spAutoFit/>
            </a:bodyPr>
            <a:lstStyle/>
            <a:p>
              <a:pPr algn="r"/>
              <a:r>
                <a:rPr lang="ko-KR" altLang="en-US" sz="1000" dirty="0">
                  <a:solidFill>
                    <a:srgbClr val="595959"/>
                  </a:solidFill>
                  <a:ea typeface="맑은 고딕"/>
                </a:rPr>
                <a:t>▼</a:t>
              </a:r>
              <a:endParaRPr lang="ko-KR" altLang="en-US" sz="10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3" name="Rounded Rectangle 27">
              <a:extLst>
                <a:ext uri="{FF2B5EF4-FFF2-40B4-BE49-F238E27FC236}">
                  <a16:creationId xmlns:a16="http://schemas.microsoft.com/office/drawing/2014/main" id="{4986D16C-E030-CA3F-36AB-1740EFB67952}"/>
                </a:ext>
              </a:extLst>
            </p:cNvPr>
            <p:cNvSpPr/>
            <p:nvPr/>
          </p:nvSpPr>
          <p:spPr>
            <a:xfrm>
              <a:off x="4208852" y="4424133"/>
              <a:ext cx="2095970" cy="120552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700" b="1" dirty="0">
                  <a:solidFill>
                    <a:schemeClr val="tx1">
                      <a:lumMod val="85000"/>
                      <a:lumOff val="15000"/>
                    </a:schemeClr>
                  </a:solidFill>
                  <a:latin typeface="+mn-ea"/>
                </a:rPr>
                <a:t>주문내역 확인 및 상품별 결제 동의</a:t>
              </a:r>
            </a:p>
            <a:p>
              <a:endParaRPr lang="en-US" altLang="ko-KR"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결제 대행 서비스에 대한 약관 동의</a:t>
              </a:r>
            </a:p>
            <a:p>
              <a:r>
                <a:rPr lang="ko-KR" altLang="en-US" sz="700" dirty="0">
                  <a:solidFill>
                    <a:schemeClr val="tx1">
                      <a:lumMod val="85000"/>
                      <a:lumOff val="15000"/>
                    </a:schemeClr>
                  </a:solidFill>
                  <a:latin typeface="+mn-ea"/>
                </a:rPr>
                <a:t>전자금융거래이용약관</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제공 및 위탁 동의</a:t>
              </a:r>
              <a:endParaRPr lang="en-US" altLang="ko-KR" sz="700" dirty="0">
                <a:solidFill>
                  <a:schemeClr val="tx1">
                    <a:lumMod val="85000"/>
                    <a:lumOff val="15000"/>
                  </a:schemeClr>
                </a:solidFill>
                <a:latin typeface="+mn-ea"/>
              </a:endParaRPr>
            </a:p>
            <a:p>
              <a:endParaRPr lang="ko-KR" altLang="en-US" sz="700" dirty="0">
                <a:solidFill>
                  <a:schemeClr val="tx1">
                    <a:lumMod val="85000"/>
                    <a:lumOff val="15000"/>
                  </a:schemeClr>
                </a:solidFill>
                <a:latin typeface="+mn-ea"/>
              </a:endParaRPr>
            </a:p>
            <a:p>
              <a:r>
                <a:rPr lang="ko-KR" altLang="en-US" sz="700" b="1" dirty="0">
                  <a:solidFill>
                    <a:schemeClr val="tx1">
                      <a:lumMod val="85000"/>
                      <a:lumOff val="15000"/>
                    </a:schemeClr>
                  </a:solidFill>
                  <a:latin typeface="+mn-ea"/>
                </a:rPr>
                <a:t>개인정보 이용 및 제공 동의</a:t>
              </a:r>
            </a:p>
            <a:p>
              <a:r>
                <a:rPr lang="ko-KR" altLang="en-US" sz="700" dirty="0">
                  <a:solidFill>
                    <a:schemeClr val="tx1">
                      <a:lumMod val="85000"/>
                      <a:lumOff val="15000"/>
                    </a:schemeClr>
                  </a:solidFill>
                  <a:latin typeface="+mn-ea"/>
                </a:rPr>
                <a:t>개인정보 수집 및 이용 동의</a:t>
              </a:r>
            </a:p>
            <a:p>
              <a:r>
                <a:rPr lang="ko-KR" altLang="en-US" sz="700" dirty="0">
                  <a:solidFill>
                    <a:schemeClr val="tx1">
                      <a:lumMod val="85000"/>
                      <a:lumOff val="15000"/>
                    </a:schemeClr>
                  </a:solidFill>
                  <a:latin typeface="+mn-ea"/>
                </a:rPr>
                <a:t>개인정보 제</a:t>
              </a:r>
              <a:r>
                <a:rPr lang="en-US" altLang="ko-KR" sz="700" dirty="0">
                  <a:solidFill>
                    <a:schemeClr val="tx1">
                      <a:lumMod val="85000"/>
                      <a:lumOff val="15000"/>
                    </a:schemeClr>
                  </a:solidFill>
                  <a:latin typeface="+mn-ea"/>
                </a:rPr>
                <a:t>3</a:t>
              </a:r>
              <a:r>
                <a:rPr lang="ko-KR" altLang="en-US" sz="700" dirty="0">
                  <a:solidFill>
                    <a:schemeClr val="tx1">
                      <a:lumMod val="85000"/>
                      <a:lumOff val="15000"/>
                    </a:schemeClr>
                  </a:solidFill>
                  <a:latin typeface="+mn-ea"/>
                </a:rPr>
                <a:t>자 정보제공 동의</a:t>
              </a:r>
              <a:endParaRPr lang="ko-KR" altLang="en-US" sz="700" dirty="0">
                <a:solidFill>
                  <a:schemeClr val="tx1"/>
                </a:solidFill>
                <a:ea typeface="맑은 고딕"/>
              </a:endParaRPr>
            </a:p>
          </p:txBody>
        </p:sp>
        <p:sp>
          <p:nvSpPr>
            <p:cNvPr id="54" name="Rounded Rectangle 27">
              <a:extLst>
                <a:ext uri="{FF2B5EF4-FFF2-40B4-BE49-F238E27FC236}">
                  <a16:creationId xmlns:a16="http://schemas.microsoft.com/office/drawing/2014/main" id="{2816F930-BA95-927F-DBA0-DC81B3EB06DC}"/>
                </a:ext>
              </a:extLst>
            </p:cNvPr>
            <p:cNvSpPr/>
            <p:nvPr/>
          </p:nvSpPr>
          <p:spPr>
            <a:xfrm>
              <a:off x="8945194" y="4424133"/>
              <a:ext cx="564442" cy="1149921"/>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algn="r"/>
              <a:r>
                <a:rPr lang="ko-KR" altLang="en-US" sz="700" u="sng" dirty="0">
                  <a:solidFill>
                    <a:schemeClr val="tx1">
                      <a:lumMod val="85000"/>
                      <a:lumOff val="15000"/>
                    </a:schemeClr>
                  </a:solidFill>
                  <a:latin typeface="+mn-ea"/>
                </a:rPr>
                <a:t>보기</a:t>
              </a:r>
              <a:endParaRPr lang="en-US" altLang="ko-KR" sz="700" u="sng" dirty="0">
                <a:solidFill>
                  <a:schemeClr val="tx1">
                    <a:lumMod val="85000"/>
                    <a:lumOff val="15000"/>
                  </a:schemeClr>
                </a:solidFill>
                <a:latin typeface="+mn-ea"/>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en-US" altLang="ko-KR" sz="700" u="sng" dirty="0">
                <a:solidFill>
                  <a:schemeClr val="tx1">
                    <a:lumMod val="85000"/>
                    <a:lumOff val="15000"/>
                  </a:schemeClr>
                </a:solidFill>
                <a:latin typeface="+mn-ea"/>
                <a:ea typeface="맑은 고딕"/>
              </a:endParaRPr>
            </a:p>
            <a:p>
              <a:pPr algn="r"/>
              <a:r>
                <a:rPr lang="ko-KR" altLang="en-US" sz="700" u="sng" dirty="0">
                  <a:solidFill>
                    <a:schemeClr val="tx1">
                      <a:lumMod val="85000"/>
                      <a:lumOff val="15000"/>
                    </a:schemeClr>
                  </a:solidFill>
                  <a:latin typeface="+mn-ea"/>
                  <a:ea typeface="맑은 고딕"/>
                </a:rPr>
                <a:t>보기</a:t>
              </a:r>
              <a:endParaRPr lang="ko-KR" altLang="en-US" sz="700" u="sng" dirty="0">
                <a:solidFill>
                  <a:schemeClr val="tx1"/>
                </a:solidFill>
                <a:ea typeface="맑은 고딕"/>
              </a:endParaRPr>
            </a:p>
          </p:txBody>
        </p:sp>
      </p:grpSp>
      <p:sp>
        <p:nvSpPr>
          <p:cNvPr id="2" name="직사각형 1">
            <a:extLst>
              <a:ext uri="{FF2B5EF4-FFF2-40B4-BE49-F238E27FC236}">
                <a16:creationId xmlns:a16="http://schemas.microsoft.com/office/drawing/2014/main" id="{2B12EA8B-424D-4922-9949-16FB0362BD8E}"/>
              </a:ext>
            </a:extLst>
          </p:cNvPr>
          <p:cNvSpPr/>
          <p:nvPr/>
        </p:nvSpPr>
        <p:spPr>
          <a:xfrm>
            <a:off x="58848" y="677660"/>
            <a:ext cx="10016215" cy="5760640"/>
          </a:xfrm>
          <a:prstGeom prst="rect">
            <a:avLst/>
          </a:prstGeom>
          <a:solidFill>
            <a:srgbClr val="000000">
              <a:alpha val="50196"/>
            </a:srgbClr>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직사각형 3">
            <a:extLst>
              <a:ext uri="{FF2B5EF4-FFF2-40B4-BE49-F238E27FC236}">
                <a16:creationId xmlns:a16="http://schemas.microsoft.com/office/drawing/2014/main" id="{54C355C4-DC08-0089-004E-255ECFBA36D0}"/>
              </a:ext>
            </a:extLst>
          </p:cNvPr>
          <p:cNvSpPr/>
          <p:nvPr/>
        </p:nvSpPr>
        <p:spPr>
          <a:xfrm>
            <a:off x="1946606" y="1071635"/>
            <a:ext cx="6148740" cy="4484050"/>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 name="Rounded Rectangle 35">
            <a:extLst>
              <a:ext uri="{FF2B5EF4-FFF2-40B4-BE49-F238E27FC236}">
                <a16:creationId xmlns:a16="http://schemas.microsoft.com/office/drawing/2014/main" id="{72D61B6E-39D0-196C-5A6D-AE882A9364DA}"/>
              </a:ext>
            </a:extLst>
          </p:cNvPr>
          <p:cNvSpPr/>
          <p:nvPr/>
        </p:nvSpPr>
        <p:spPr>
          <a:xfrm>
            <a:off x="4272356" y="5085857"/>
            <a:ext cx="1497241" cy="21945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닫기</a:t>
            </a:r>
          </a:p>
        </p:txBody>
      </p:sp>
      <p:sp>
        <p:nvSpPr>
          <p:cNvPr id="6" name="TextBox 5">
            <a:extLst>
              <a:ext uri="{FF2B5EF4-FFF2-40B4-BE49-F238E27FC236}">
                <a16:creationId xmlns:a16="http://schemas.microsoft.com/office/drawing/2014/main" id="{E88CC8A7-5DF0-4F84-5DD6-9893551E977F}"/>
              </a:ext>
            </a:extLst>
          </p:cNvPr>
          <p:cNvSpPr txBox="1"/>
          <p:nvPr/>
        </p:nvSpPr>
        <p:spPr>
          <a:xfrm>
            <a:off x="3834096" y="1399513"/>
            <a:ext cx="2373760" cy="182880"/>
          </a:xfrm>
          <a:prstGeom prst="rect">
            <a:avLst/>
          </a:prstGeom>
          <a:noFill/>
        </p:spPr>
        <p:txBody>
          <a:bodyPr wrap="square" lIns="0" tIns="0" rIns="0" bIns="0" anchor="ctr">
            <a:noAutofit/>
          </a:bodyPr>
          <a:lstStyle/>
          <a:p>
            <a:pPr algn="ctr"/>
            <a:r>
              <a:rPr lang="en-US" altLang="ko-KR" sz="900" b="1" dirty="0">
                <a:solidFill>
                  <a:srgbClr val="404040"/>
                </a:solidFill>
                <a:ea typeface="맑은 고딕"/>
              </a:rPr>
              <a:t>[KG</a:t>
            </a:r>
            <a:r>
              <a:rPr lang="ko-KR" altLang="en-US" sz="900" b="1" dirty="0" err="1">
                <a:solidFill>
                  <a:srgbClr val="404040"/>
                </a:solidFill>
                <a:ea typeface="맑은 고딕"/>
              </a:rPr>
              <a:t>모빌리언스</a:t>
            </a:r>
            <a:r>
              <a:rPr lang="en-US" altLang="ko-KR" sz="900" b="1" dirty="0">
                <a:solidFill>
                  <a:srgbClr val="404040"/>
                </a:solidFill>
                <a:ea typeface="맑은 고딕"/>
              </a:rPr>
              <a:t>] </a:t>
            </a:r>
            <a:r>
              <a:rPr lang="ko-KR" altLang="en-US" sz="900" b="1" dirty="0">
                <a:solidFill>
                  <a:srgbClr val="404040"/>
                </a:solidFill>
                <a:ea typeface="맑은 고딕"/>
              </a:rPr>
              <a:t>개인정보 수집 및 위탁동의</a:t>
            </a:r>
            <a:endParaRPr sz="900" b="1" dirty="0">
              <a:solidFill>
                <a:srgbClr val="404040"/>
              </a:solidFill>
              <a:latin typeface="맑은 고딕"/>
              <a:ea typeface="맑은 고딕"/>
            </a:endParaRPr>
          </a:p>
        </p:txBody>
      </p:sp>
      <p:sp>
        <p:nvSpPr>
          <p:cNvPr id="7" name="Rounded Rectangle 27">
            <a:extLst>
              <a:ext uri="{FF2B5EF4-FFF2-40B4-BE49-F238E27FC236}">
                <a16:creationId xmlns:a16="http://schemas.microsoft.com/office/drawing/2014/main" id="{072EEF5F-C258-18F4-8E18-0BA774A3BDC5}"/>
              </a:ext>
            </a:extLst>
          </p:cNvPr>
          <p:cNvSpPr/>
          <p:nvPr/>
        </p:nvSpPr>
        <p:spPr>
          <a:xfrm>
            <a:off x="2190969" y="1774334"/>
            <a:ext cx="5412272" cy="719034"/>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t"/>
            <a:r>
              <a:rPr lang="en-US" altLang="ko-KR" sz="700" b="1" dirty="0">
                <a:solidFill>
                  <a:schemeClr val="tx1"/>
                </a:solidFill>
                <a:ea typeface="맑은 고딕"/>
              </a:rPr>
              <a:t>[</a:t>
            </a:r>
            <a:r>
              <a:rPr lang="ko-KR" altLang="en-US" sz="700" b="1" dirty="0">
                <a:solidFill>
                  <a:schemeClr val="tx1"/>
                </a:solidFill>
                <a:ea typeface="맑은 고딕"/>
              </a:rPr>
              <a:t>개인정보 수집 및 위탁동의</a:t>
            </a:r>
            <a:r>
              <a:rPr lang="en-US" altLang="ko-KR" sz="700" b="1" dirty="0">
                <a:solidFill>
                  <a:schemeClr val="tx1"/>
                </a:solidFill>
                <a:ea typeface="맑은 고딕"/>
              </a:rPr>
              <a:t>]</a:t>
            </a:r>
          </a:p>
          <a:p>
            <a:pPr fontAlgn="t"/>
            <a:r>
              <a:rPr lang="ko-KR" altLang="en-US" sz="700" dirty="0">
                <a:solidFill>
                  <a:schemeClr val="tx1"/>
                </a:solidFill>
                <a:ea typeface="맑은 고딕"/>
              </a:rPr>
              <a:t>제</a:t>
            </a:r>
            <a:r>
              <a:rPr lang="en-US" altLang="ko-KR" sz="700" dirty="0">
                <a:solidFill>
                  <a:schemeClr val="tx1"/>
                </a:solidFill>
                <a:ea typeface="맑은 고딕"/>
              </a:rPr>
              <a:t>1</a:t>
            </a:r>
            <a:r>
              <a:rPr lang="ko-KR" altLang="en-US" sz="700" dirty="0">
                <a:solidFill>
                  <a:schemeClr val="tx1"/>
                </a:solidFill>
                <a:ea typeface="맑은 고딕"/>
              </a:rPr>
              <a:t>조</a:t>
            </a:r>
            <a:r>
              <a:rPr lang="en-US" altLang="ko-KR" sz="700" dirty="0">
                <a:solidFill>
                  <a:schemeClr val="tx1"/>
                </a:solidFill>
                <a:ea typeface="맑은 고딕"/>
              </a:rPr>
              <a:t>.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a:t>
            </a:r>
            <a:r>
              <a:rPr lang="en-US" altLang="ko-KR" sz="700" dirty="0">
                <a:solidFill>
                  <a:schemeClr val="tx1"/>
                </a:solidFill>
                <a:ea typeface="맑은 고딕"/>
              </a:rPr>
              <a:t>·</a:t>
            </a:r>
            <a:r>
              <a:rPr lang="ko-KR" altLang="en-US" sz="700" dirty="0">
                <a:solidFill>
                  <a:schemeClr val="tx1"/>
                </a:solidFill>
                <a:ea typeface="맑은 고딕"/>
              </a:rPr>
              <a:t>조회</a:t>
            </a:r>
          </a:p>
          <a:p>
            <a:pPr fontAlgn="t"/>
            <a:r>
              <a:rPr lang="en-US" altLang="ko-KR" sz="700" dirty="0">
                <a:solidFill>
                  <a:schemeClr val="tx1"/>
                </a:solidFill>
                <a:ea typeface="맑은 고딕"/>
              </a:rPr>
              <a:t>(1) </a:t>
            </a:r>
            <a:r>
              <a:rPr lang="ko-KR" altLang="en-US" sz="700" dirty="0">
                <a:solidFill>
                  <a:schemeClr val="tx1"/>
                </a:solidFill>
                <a:ea typeface="맑은 고딕"/>
              </a:rPr>
              <a:t>개인</a:t>
            </a:r>
            <a:r>
              <a:rPr lang="en-US" altLang="ko-KR" sz="700" dirty="0">
                <a:solidFill>
                  <a:schemeClr val="tx1"/>
                </a:solidFill>
                <a:ea typeface="맑은 고딕"/>
              </a:rPr>
              <a:t>(</a:t>
            </a:r>
            <a:r>
              <a:rPr lang="ko-KR" altLang="en-US" sz="700" dirty="0">
                <a:solidFill>
                  <a:schemeClr val="tx1"/>
                </a:solidFill>
                <a:ea typeface="맑은 고딕"/>
              </a:rPr>
              <a:t>신용</a:t>
            </a:r>
            <a:r>
              <a:rPr lang="en-US" altLang="ko-KR" sz="700" dirty="0">
                <a:solidFill>
                  <a:schemeClr val="tx1"/>
                </a:solidFill>
                <a:ea typeface="맑은 고딕"/>
              </a:rPr>
              <a:t>)</a:t>
            </a:r>
            <a:r>
              <a:rPr lang="ko-KR" altLang="en-US" sz="700" dirty="0">
                <a:solidFill>
                  <a:schemeClr val="tx1"/>
                </a:solidFill>
                <a:ea typeface="맑은 고딕"/>
              </a:rPr>
              <a:t>정보 제</a:t>
            </a:r>
            <a:r>
              <a:rPr lang="en-US" altLang="ko-KR" sz="700" dirty="0">
                <a:solidFill>
                  <a:schemeClr val="tx1"/>
                </a:solidFill>
                <a:ea typeface="맑은 고딕"/>
              </a:rPr>
              <a:t>3</a:t>
            </a:r>
            <a:r>
              <a:rPr lang="ko-KR" altLang="en-US" sz="700" dirty="0">
                <a:solidFill>
                  <a:schemeClr val="tx1"/>
                </a:solidFill>
                <a:ea typeface="맑은 고딕"/>
              </a:rPr>
              <a:t>자 제공 회사는 이용자의 개인정보를 본 개인정보처리방침에서 고지한 범위 내에서 사용하며</a:t>
            </a:r>
            <a:r>
              <a:rPr lang="en-US" altLang="ko-KR" sz="700" dirty="0">
                <a:solidFill>
                  <a:schemeClr val="tx1"/>
                </a:solidFill>
                <a:ea typeface="맑은 고딕"/>
              </a:rPr>
              <a:t>, </a:t>
            </a:r>
            <a:r>
              <a:rPr lang="ko-KR" altLang="en-US" sz="700" dirty="0">
                <a:solidFill>
                  <a:schemeClr val="tx1"/>
                </a:solidFill>
                <a:ea typeface="맑은 고딕"/>
              </a:rPr>
              <a:t>이용자의 사전 동의 없이 동 범위를 초과하여 이용하거나 이용자의 개인 정보를 제</a:t>
            </a:r>
            <a:r>
              <a:rPr lang="en-US" altLang="ko-KR" sz="700" dirty="0">
                <a:solidFill>
                  <a:schemeClr val="tx1"/>
                </a:solidFill>
                <a:ea typeface="맑은 고딕"/>
              </a:rPr>
              <a:t>3</a:t>
            </a:r>
            <a:r>
              <a:rPr lang="ko-KR" altLang="en-US" sz="700" dirty="0">
                <a:solidFill>
                  <a:schemeClr val="tx1"/>
                </a:solidFill>
                <a:ea typeface="맑은 고딕"/>
              </a:rPr>
              <a:t>자에게 제공하지 않습니다</a:t>
            </a:r>
            <a:r>
              <a:rPr lang="en-US" altLang="ko-KR" sz="700" dirty="0">
                <a:solidFill>
                  <a:schemeClr val="tx1"/>
                </a:solidFill>
                <a:ea typeface="맑은 고딕"/>
              </a:rPr>
              <a:t>. </a:t>
            </a:r>
            <a:r>
              <a:rPr lang="ko-KR" altLang="en-US" sz="700" dirty="0">
                <a:solidFill>
                  <a:schemeClr val="tx1"/>
                </a:solidFill>
                <a:ea typeface="맑은 고딕"/>
              </a:rPr>
              <a:t>다만</a:t>
            </a:r>
            <a:r>
              <a:rPr lang="en-US" altLang="ko-KR" sz="700" dirty="0">
                <a:solidFill>
                  <a:schemeClr val="tx1"/>
                </a:solidFill>
                <a:ea typeface="맑은 고딕"/>
              </a:rPr>
              <a:t>, </a:t>
            </a:r>
            <a:r>
              <a:rPr lang="ko-KR" altLang="en-US" sz="700" dirty="0">
                <a:solidFill>
                  <a:schemeClr val="tx1"/>
                </a:solidFill>
                <a:ea typeface="맑은 고딕"/>
              </a:rPr>
              <a:t>관련 법령에 의하거나</a:t>
            </a:r>
            <a:r>
              <a:rPr lang="en-US" altLang="ko-KR" sz="700" dirty="0">
                <a:solidFill>
                  <a:schemeClr val="tx1"/>
                </a:solidFill>
                <a:ea typeface="맑은 고딕"/>
              </a:rPr>
              <a:t>, </a:t>
            </a:r>
            <a:r>
              <a:rPr lang="ko-KR" altLang="en-US" sz="700" dirty="0">
                <a:solidFill>
                  <a:schemeClr val="tx1"/>
                </a:solidFill>
                <a:ea typeface="맑은 고딕"/>
              </a:rPr>
              <a:t>수사 목적으로 법령에 정해진 절차와 방법에 따라 수사기관 등에 개인정보를 제공하여야 하는 경우는 예외로 합니다</a:t>
            </a:r>
            <a:r>
              <a:rPr lang="en-US" altLang="ko-KR" sz="700" dirty="0">
                <a:solidFill>
                  <a:schemeClr val="tx1"/>
                </a:solidFill>
                <a:ea typeface="맑은 고딕"/>
              </a:rPr>
              <a:t>. </a:t>
            </a:r>
            <a:r>
              <a:rPr lang="ko-KR" altLang="en-US" sz="700" dirty="0">
                <a:solidFill>
                  <a:schemeClr val="tx1"/>
                </a:solidFill>
                <a:ea typeface="맑은 고딕"/>
              </a:rPr>
              <a:t>회사의 서비스 이행을 위하여 개인정보를 제</a:t>
            </a:r>
            <a:r>
              <a:rPr lang="en-US" altLang="ko-KR" sz="700" dirty="0">
                <a:solidFill>
                  <a:schemeClr val="tx1"/>
                </a:solidFill>
                <a:ea typeface="맑은 고딕"/>
              </a:rPr>
              <a:t>3</a:t>
            </a:r>
            <a:r>
              <a:rPr lang="ko-KR" altLang="en-US" sz="700" dirty="0">
                <a:solidFill>
                  <a:schemeClr val="tx1"/>
                </a:solidFill>
                <a:ea typeface="맑은 고딕"/>
              </a:rPr>
              <a:t>자에게 제공하고 있는 경우는 다음과 같습니다</a:t>
            </a:r>
            <a:r>
              <a:rPr lang="en-US" altLang="ko-KR" sz="700" dirty="0">
                <a:solidFill>
                  <a:schemeClr val="tx1"/>
                </a:solidFill>
                <a:ea typeface="맑은 고딕"/>
              </a:rPr>
              <a:t>.</a:t>
            </a:r>
            <a:endParaRPr lang="ko-KR" altLang="en-US" sz="700" dirty="0">
              <a:solidFill>
                <a:schemeClr val="tx1"/>
              </a:solidFill>
              <a:ea typeface="맑은 고딕"/>
            </a:endParaRPr>
          </a:p>
        </p:txBody>
      </p:sp>
      <p:graphicFrame>
        <p:nvGraphicFramePr>
          <p:cNvPr id="10" name="표 9">
            <a:extLst>
              <a:ext uri="{FF2B5EF4-FFF2-40B4-BE49-F238E27FC236}">
                <a16:creationId xmlns:a16="http://schemas.microsoft.com/office/drawing/2014/main" id="{E75A895E-41F6-750E-28E8-6927C2DD2A4A}"/>
              </a:ext>
            </a:extLst>
          </p:cNvPr>
          <p:cNvGraphicFramePr>
            <a:graphicFrameLocks noGrp="1"/>
          </p:cNvGraphicFramePr>
          <p:nvPr>
            <p:extLst>
              <p:ext uri="{D42A27DB-BD31-4B8C-83A1-F6EECF244321}">
                <p14:modId xmlns:p14="http://schemas.microsoft.com/office/powerpoint/2010/main" val="3587972743"/>
              </p:ext>
            </p:extLst>
          </p:nvPr>
        </p:nvGraphicFramePr>
        <p:xfrm>
          <a:off x="2190969" y="2605114"/>
          <a:ext cx="5580239" cy="1597948"/>
        </p:xfrm>
        <a:graphic>
          <a:graphicData uri="http://schemas.openxmlformats.org/drawingml/2006/table">
            <a:tbl>
              <a:tblPr firstRow="1" bandRow="1">
                <a:tableStyleId>{2D5ABB26-0587-4C30-8999-92F81FD0307C}</a:tableStyleId>
              </a:tblPr>
              <a:tblGrid>
                <a:gridCol w="1240238">
                  <a:extLst>
                    <a:ext uri="{9D8B030D-6E8A-4147-A177-3AD203B41FA5}">
                      <a16:colId xmlns:a16="http://schemas.microsoft.com/office/drawing/2014/main" val="4091608331"/>
                    </a:ext>
                  </a:extLst>
                </a:gridCol>
                <a:gridCol w="1343333">
                  <a:extLst>
                    <a:ext uri="{9D8B030D-6E8A-4147-A177-3AD203B41FA5}">
                      <a16:colId xmlns:a16="http://schemas.microsoft.com/office/drawing/2014/main" val="71737442"/>
                    </a:ext>
                  </a:extLst>
                </a:gridCol>
                <a:gridCol w="1756669">
                  <a:extLst>
                    <a:ext uri="{9D8B030D-6E8A-4147-A177-3AD203B41FA5}">
                      <a16:colId xmlns:a16="http://schemas.microsoft.com/office/drawing/2014/main" val="2230302264"/>
                    </a:ext>
                  </a:extLst>
                </a:gridCol>
                <a:gridCol w="1239999">
                  <a:extLst>
                    <a:ext uri="{9D8B030D-6E8A-4147-A177-3AD203B41FA5}">
                      <a16:colId xmlns:a16="http://schemas.microsoft.com/office/drawing/2014/main" val="1959754742"/>
                    </a:ext>
                  </a:extLst>
                </a:gridCol>
              </a:tblGrid>
              <a:tr h="66813">
                <a:tc>
                  <a:txBody>
                    <a:bodyPr/>
                    <a:lstStyle/>
                    <a:p>
                      <a:pPr algn="ctr" fontAlgn="ctr">
                        <a:buNone/>
                      </a:pPr>
                      <a:r>
                        <a:rPr lang="ko-KR" sz="600" b="1" dirty="0">
                          <a:solidFill>
                            <a:schemeClr val="tx1">
                              <a:lumMod val="50000"/>
                              <a:lumOff val="50000"/>
                            </a:schemeClr>
                          </a:solidFill>
                          <a:effectLst/>
                        </a:rPr>
                        <a:t>제공 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제공받는 자</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제공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sz="600" b="1" dirty="0">
                          <a:solidFill>
                            <a:schemeClr val="tx1">
                              <a:lumMod val="50000"/>
                              <a:lumOff val="50000"/>
                            </a:schemeClr>
                          </a:solidFill>
                          <a:effectLst/>
                        </a:rPr>
                        <a:t>보유 및 이용기간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542853">
                <a:tc>
                  <a:txBody>
                    <a:bodyPr/>
                    <a:lstStyle/>
                    <a:p>
                      <a:pPr marL="0" marR="0" algn="ctr" fontAlgn="ctr" latinLnBrk="1">
                        <a:spcBef>
                          <a:spcPts val="750"/>
                        </a:spcBef>
                        <a:spcAft>
                          <a:spcPts val="1200"/>
                        </a:spcAft>
                        <a:buNone/>
                      </a:pPr>
                      <a:r>
                        <a:rPr lang="ko-KR" altLang="en-US" sz="600" b="0" kern="1200" dirty="0" err="1">
                          <a:solidFill>
                            <a:schemeClr val="tx1">
                              <a:lumMod val="50000"/>
                              <a:lumOff val="50000"/>
                            </a:schemeClr>
                          </a:solidFill>
                          <a:effectLst/>
                          <a:latin typeface="+mn-lt"/>
                          <a:ea typeface="+mn-ea"/>
                          <a:cs typeface="+mn-cs"/>
                        </a:rPr>
                        <a:t>전화</a:t>
                      </a:r>
                      <a:r>
                        <a:rPr lang="en-US" altLang="ko-KR" sz="600" b="0" kern="1200" dirty="0" err="1">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(SMS,LMS,MMS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를</a:t>
                      </a:r>
                      <a:r>
                        <a:rPr lang="ko-KR" altLang="en-US" sz="600" b="0" kern="1200" dirty="0">
                          <a:solidFill>
                            <a:schemeClr val="tx1">
                              <a:lumMod val="50000"/>
                              <a:lumOff val="50000"/>
                            </a:schemeClr>
                          </a:solidFill>
                          <a:effectLst/>
                          <a:latin typeface="+mn-lt"/>
                          <a:ea typeface="+mn-ea"/>
                          <a:cs typeface="+mn-cs"/>
                        </a:rPr>
                        <a:t> 통한 영리목적의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회사</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의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경품 발송 및 안내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고객상담</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에스앤티미디어</a:t>
                      </a:r>
                      <a:r>
                        <a:rPr lang="ko-KR" altLang="en-US" sz="600" b="0" kern="1200" dirty="0">
                          <a:solidFill>
                            <a:schemeClr val="tx1">
                              <a:lumMod val="50000"/>
                              <a:lumOff val="50000"/>
                            </a:schemeClr>
                          </a:solidFill>
                          <a:effectLst/>
                          <a:latin typeface="+mn-lt"/>
                          <a:ea typeface="+mn-ea"/>
                          <a:cs typeface="+mn-cs"/>
                        </a:rPr>
                        <a:t> 및 ㈜</a:t>
                      </a:r>
                      <a:r>
                        <a:rPr lang="ko-KR" altLang="en-US" sz="600" b="0" kern="1200" dirty="0" err="1">
                          <a:solidFill>
                            <a:schemeClr val="tx1">
                              <a:lumMod val="50000"/>
                              <a:lumOff val="50000"/>
                            </a:schemeClr>
                          </a:solidFill>
                          <a:effectLst/>
                          <a:latin typeface="+mn-lt"/>
                          <a:ea typeface="+mn-ea"/>
                          <a:cs typeface="+mn-cs"/>
                        </a:rPr>
                        <a:t>에스앤티미디어와</a:t>
                      </a:r>
                      <a:r>
                        <a:rPr lang="ko-KR" altLang="en-US" sz="600" b="0" kern="1200" dirty="0">
                          <a:solidFill>
                            <a:schemeClr val="tx1">
                              <a:lumMod val="50000"/>
                              <a:lumOff val="50000"/>
                            </a:schemeClr>
                          </a:solidFill>
                          <a:effectLst/>
                          <a:latin typeface="+mn-lt"/>
                          <a:ea typeface="+mn-ea"/>
                          <a:cs typeface="+mn-cs"/>
                        </a:rPr>
                        <a:t> 위탁 제휴를 맺은 콜센터 </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위탁 제휴사에 대한 내역은 </a:t>
                      </a:r>
                      <a:r>
                        <a:rPr lang="en-US" altLang="ko-KR" sz="600" b="0" kern="1200" dirty="0">
                          <a:solidFill>
                            <a:schemeClr val="tx1">
                              <a:lumMod val="50000"/>
                              <a:lumOff val="50000"/>
                            </a:schemeClr>
                          </a:solidFill>
                          <a:effectLst/>
                          <a:latin typeface="+mn-lt"/>
                          <a:ea typeface="+mn-ea"/>
                          <a:cs typeface="+mn-cs"/>
                        </a:rPr>
                        <a:t>https://marketing.sntmedia.co.kr/ </a:t>
                      </a:r>
                      <a:r>
                        <a:rPr lang="ko-KR" altLang="en-US" sz="600" b="0" kern="1200" dirty="0">
                          <a:solidFill>
                            <a:schemeClr val="tx1">
                              <a:lumMod val="50000"/>
                              <a:lumOff val="50000"/>
                            </a:schemeClr>
                          </a:solidFill>
                          <a:effectLst/>
                          <a:latin typeface="+mn-lt"/>
                          <a:ea typeface="+mn-ea"/>
                          <a:cs typeface="+mn-cs"/>
                        </a:rPr>
                        <a:t>에서 확인 가능</a:t>
                      </a:r>
                      <a:r>
                        <a:rPr lang="en-US" altLang="ko-KR" sz="600" b="0" kern="1200" dirty="0">
                          <a:solidFill>
                            <a:schemeClr val="tx1">
                              <a:lumMod val="50000"/>
                              <a:lumOff val="50000"/>
                            </a:schemeClr>
                          </a:solidFill>
                          <a:effectLst/>
                          <a:latin typeface="+mn-lt"/>
                          <a:ea typeface="+mn-ea"/>
                          <a:cs typeface="+mn-cs"/>
                        </a:rPr>
                        <a:t>)</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본 약관 동의 사이트 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사이트명에 한함</a:t>
                      </a:r>
                      <a:r>
                        <a:rPr lang="en-US" altLang="ko-KR" sz="600" b="0" kern="1200">
                          <a:solidFill>
                            <a:schemeClr val="tx1">
                              <a:lumMod val="50000"/>
                              <a:lumOff val="50000"/>
                            </a:schemeClr>
                          </a:solidFill>
                          <a:effectLst/>
                          <a:latin typeface="+mn-lt"/>
                          <a:ea typeface="+mn-ea"/>
                          <a:cs typeface="+mn-cs"/>
                        </a:rPr>
                        <a:t>)</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동의일로부터 </a:t>
                      </a:r>
                      <a:r>
                        <a:rPr lang="en-US" altLang="ko-KR" sz="600" b="0" kern="1200">
                          <a:solidFill>
                            <a:schemeClr val="tx1">
                              <a:lumMod val="50000"/>
                              <a:lumOff val="50000"/>
                            </a:schemeClr>
                          </a:solidFill>
                          <a:effectLst/>
                          <a:latin typeface="+mn-lt"/>
                          <a:ea typeface="+mn-ea"/>
                          <a:cs typeface="+mn-cs"/>
                        </a:rPr>
                        <a:t>1</a:t>
                      </a:r>
                      <a:r>
                        <a:rPr lang="ko-KR" altLang="en-US" sz="600" b="0" kern="1200">
                          <a:solidFill>
                            <a:schemeClr val="tx1">
                              <a:lumMod val="50000"/>
                              <a:lumOff val="50000"/>
                            </a:schemeClr>
                          </a:solidFill>
                          <a:effectLst/>
                          <a:latin typeface="+mn-lt"/>
                          <a:ea typeface="+mn-ea"/>
                          <a:cs typeface="+mn-cs"/>
                        </a:rPr>
                        <a:t>년</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r h="542853">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문자</a:t>
                      </a:r>
                      <a:r>
                        <a:rPr lang="en-US" altLang="ko-KR" sz="600" b="0" kern="1200" dirty="0">
                          <a:solidFill>
                            <a:schemeClr val="tx1">
                              <a:lumMod val="50000"/>
                              <a:lumOff val="50000"/>
                            </a:schemeClr>
                          </a:solidFill>
                          <a:effectLst/>
                          <a:latin typeface="+mn-lt"/>
                          <a:ea typeface="+mn-ea"/>
                          <a:cs typeface="+mn-cs"/>
                        </a:rPr>
                        <a:t>(SMS, LMS, MMS </a:t>
                      </a:r>
                      <a:r>
                        <a:rPr lang="ko-KR" altLang="en-US" sz="600" b="0" kern="1200" dirty="0">
                          <a:solidFill>
                            <a:schemeClr val="tx1">
                              <a:lumMod val="50000"/>
                              <a:lumOff val="50000"/>
                            </a:schemeClr>
                          </a:solidFill>
                          <a:effectLst/>
                          <a:latin typeface="+mn-lt"/>
                          <a:ea typeface="+mn-ea"/>
                          <a:cs typeface="+mn-cs"/>
                        </a:rPr>
                        <a:t>등</a:t>
                      </a:r>
                      <a:r>
                        <a:rPr lang="en-US" altLang="ko-KR" sz="600" b="0" kern="1200" dirty="0">
                          <a:solidFill>
                            <a:schemeClr val="tx1">
                              <a:lumMod val="50000"/>
                              <a:lumOff val="50000"/>
                            </a:schemeClr>
                          </a:solidFill>
                          <a:effectLst/>
                          <a:latin typeface="+mn-lt"/>
                          <a:ea typeface="+mn-ea"/>
                          <a:cs typeface="+mn-cs"/>
                        </a:rPr>
                        <a:t>)</a:t>
                      </a:r>
                      <a:r>
                        <a:rPr lang="ko-KR" altLang="en-US" sz="600" b="0" kern="1200" dirty="0">
                          <a:solidFill>
                            <a:schemeClr val="tx1">
                              <a:lumMod val="50000"/>
                              <a:lumOff val="50000"/>
                            </a:schemeClr>
                          </a:solidFill>
                          <a:effectLst/>
                          <a:latin typeface="+mn-lt"/>
                          <a:ea typeface="+mn-ea"/>
                          <a:cs typeface="+mn-cs"/>
                        </a:rPr>
                        <a:t>를 통한 영리목적의 일회성 마케팅 및 광고</a:t>
                      </a:r>
                      <a:r>
                        <a:rPr lang="en-US" altLang="ko-KR" sz="600" b="0" kern="1200" dirty="0">
                          <a:solidFill>
                            <a:schemeClr val="tx1">
                              <a:lumMod val="50000"/>
                              <a:lumOff val="50000"/>
                            </a:schemeClr>
                          </a:solidFill>
                          <a:effectLst/>
                          <a:latin typeface="+mn-lt"/>
                          <a:ea typeface="+mn-ea"/>
                          <a:cs typeface="+mn-cs"/>
                        </a:rPr>
                        <a:t>, </a:t>
                      </a:r>
                      <a:r>
                        <a:rPr lang="ko-KR" altLang="en-US" sz="600" b="0" kern="1200" dirty="0" err="1">
                          <a:solidFill>
                            <a:schemeClr val="tx1">
                              <a:lumMod val="50000"/>
                              <a:lumOff val="50000"/>
                            </a:schemeClr>
                          </a:solidFill>
                          <a:effectLst/>
                          <a:latin typeface="+mn-lt"/>
                          <a:ea typeface="+mn-ea"/>
                          <a:cs typeface="+mn-cs"/>
                        </a:rPr>
                        <a:t>퍼미션</a:t>
                      </a:r>
                      <a:r>
                        <a:rPr lang="en-US" altLang="ko-KR" sz="600" b="0" kern="1200" dirty="0">
                          <a:solidFill>
                            <a:schemeClr val="tx1">
                              <a:lumMod val="50000"/>
                              <a:lumOff val="50000"/>
                            </a:schemeClr>
                          </a:solidFill>
                          <a:effectLst/>
                          <a:latin typeface="+mn-lt"/>
                          <a:ea typeface="+mn-ea"/>
                          <a:cs typeface="+mn-cs"/>
                        </a:rPr>
                        <a:t>(“</a:t>
                      </a:r>
                      <a:r>
                        <a:rPr lang="ko-KR" altLang="en-US" sz="600" b="0" kern="1200" dirty="0" err="1">
                          <a:solidFill>
                            <a:schemeClr val="tx1">
                              <a:lumMod val="50000"/>
                              <a:lumOff val="50000"/>
                            </a:schemeClr>
                          </a:solidFill>
                          <a:effectLst/>
                          <a:latin typeface="+mn-lt"/>
                          <a:ea typeface="+mn-ea"/>
                          <a:cs typeface="+mn-cs"/>
                        </a:rPr>
                        <a:t>회사”의</a:t>
                      </a:r>
                      <a:r>
                        <a:rPr lang="ko-KR" altLang="en-US" sz="600" b="0" kern="1200" dirty="0">
                          <a:solidFill>
                            <a:schemeClr val="tx1">
                              <a:lumMod val="50000"/>
                              <a:lumOff val="50000"/>
                            </a:schemeClr>
                          </a:solidFill>
                          <a:effectLst/>
                          <a:latin typeface="+mn-lt"/>
                          <a:ea typeface="+mn-ea"/>
                          <a:cs typeface="+mn-cs"/>
                        </a:rPr>
                        <a:t> 서비스와는 별도의 마케팅 동의를 득하는 행위</a:t>
                      </a:r>
                      <a:r>
                        <a:rPr lang="en-US" altLang="ko-KR" sz="600" b="0" kern="1200" dirty="0">
                          <a:solidFill>
                            <a:schemeClr val="tx1">
                              <a:lumMod val="50000"/>
                              <a:lumOff val="50000"/>
                            </a:schemeClr>
                          </a:solidFill>
                          <a:effectLst/>
                          <a:latin typeface="+mn-lt"/>
                          <a:ea typeface="+mn-ea"/>
                          <a:cs typeface="+mn-cs"/>
                        </a:rPr>
                        <a:t>)</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주식회사 인포바인</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휴대폰번호</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통신사 정보</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본 약관 동의 일시</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동의 받아 수집한 고객의 개인정보는 </a:t>
                      </a:r>
                      <a:r>
                        <a:rPr lang="ko-KR" altLang="en-US" sz="600" b="0" kern="1200" dirty="0" err="1">
                          <a:solidFill>
                            <a:schemeClr val="tx1">
                              <a:lumMod val="50000"/>
                              <a:lumOff val="50000"/>
                            </a:schemeClr>
                          </a:solidFill>
                          <a:effectLst/>
                          <a:latin typeface="+mn-lt"/>
                          <a:ea typeface="+mn-ea"/>
                          <a:cs typeface="+mn-cs"/>
                        </a:rPr>
                        <a:t>제공받는자가</a:t>
                      </a:r>
                      <a:r>
                        <a:rPr lang="ko-KR" altLang="en-US" sz="600" b="0" kern="1200" dirty="0">
                          <a:solidFill>
                            <a:schemeClr val="tx1">
                              <a:lumMod val="50000"/>
                              <a:lumOff val="50000"/>
                            </a:schemeClr>
                          </a:solidFill>
                          <a:effectLst/>
                          <a:latin typeface="+mn-lt"/>
                          <a:ea typeface="+mn-ea"/>
                          <a:cs typeface="+mn-cs"/>
                        </a:rPr>
                        <a:t> 마케팅 정보를 발송 후 지체 없이 파기합니다</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단</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관련 법령에서 정하고 있는 경우 그 보존기한까지 입니다</a:t>
                      </a:r>
                      <a:r>
                        <a:rPr lang="en-US" altLang="ko-KR" sz="600" b="0" kern="1200" dirty="0">
                          <a:solidFill>
                            <a:schemeClr val="tx1">
                              <a:lumMod val="50000"/>
                              <a:lumOff val="50000"/>
                            </a:schemeClr>
                          </a:solidFill>
                          <a:effectLst/>
                          <a:latin typeface="+mn-lt"/>
                          <a:ea typeface="+mn-ea"/>
                          <a:cs typeface="+mn-cs"/>
                        </a:rPr>
                        <a:t>.</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047789925"/>
                  </a:ext>
                </a:extLst>
              </a:tr>
              <a:tr h="409228">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신용정보확인</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코리아크레딧뷰로㈜</a:t>
                      </a:r>
                      <a:r>
                        <a:rPr lang="en-US" altLang="ko-KR" sz="600" b="0" kern="1200">
                          <a:solidFill>
                            <a:schemeClr val="tx1">
                              <a:lumMod val="50000"/>
                              <a:lumOff val="50000"/>
                            </a:schemeClr>
                          </a:solidFill>
                          <a:effectLst/>
                          <a:latin typeface="+mn-lt"/>
                          <a:ea typeface="+mn-ea"/>
                          <a:cs typeface="+mn-cs"/>
                        </a:rPr>
                        <a:t>, NICE </a:t>
                      </a:r>
                      <a:r>
                        <a:rPr lang="ko-KR" altLang="en-US" sz="600" b="0" kern="1200">
                          <a:solidFill>
                            <a:schemeClr val="tx1">
                              <a:lumMod val="50000"/>
                              <a:lumOff val="50000"/>
                            </a:schemeClr>
                          </a:solidFill>
                          <a:effectLst/>
                          <a:latin typeface="+mn-lt"/>
                          <a:ea typeface="+mn-ea"/>
                          <a:cs typeface="+mn-cs"/>
                        </a:rPr>
                        <a:t>평가정보㈜</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a:solidFill>
                            <a:schemeClr val="tx1">
                              <a:lumMod val="50000"/>
                              <a:lumOff val="50000"/>
                            </a:schemeClr>
                          </a:solidFill>
                          <a:effectLst/>
                          <a:latin typeface="+mn-lt"/>
                          <a:ea typeface="+mn-ea"/>
                          <a:cs typeface="+mn-cs"/>
                        </a:rPr>
                        <a:t>개인식별정보</a:t>
                      </a:r>
                      <a:r>
                        <a:rPr lang="en-US" altLang="ko-KR" sz="600" b="0" kern="1200">
                          <a:solidFill>
                            <a:schemeClr val="tx1">
                              <a:lumMod val="50000"/>
                              <a:lumOff val="50000"/>
                            </a:schemeClr>
                          </a:solidFill>
                          <a:effectLst/>
                          <a:latin typeface="+mn-lt"/>
                          <a:ea typeface="+mn-ea"/>
                          <a:cs typeface="+mn-cs"/>
                        </a:rPr>
                        <a:t>(</a:t>
                      </a:r>
                      <a:r>
                        <a:rPr lang="ko-KR" altLang="en-US" sz="600" b="0" kern="1200">
                          <a:solidFill>
                            <a:schemeClr val="tx1">
                              <a:lumMod val="50000"/>
                              <a:lumOff val="50000"/>
                            </a:schemeClr>
                          </a:solidFill>
                          <a:effectLst/>
                          <a:latin typeface="+mn-lt"/>
                          <a:ea typeface="+mn-ea"/>
                          <a:cs typeface="+mn-cs"/>
                        </a:rPr>
                        <a:t>생년월일</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성별</a:t>
                      </a:r>
                      <a:r>
                        <a:rPr lang="en-US" altLang="ko-KR" sz="600" b="0" kern="1200">
                          <a:solidFill>
                            <a:schemeClr val="tx1">
                              <a:lumMod val="50000"/>
                              <a:lumOff val="50000"/>
                            </a:schemeClr>
                          </a:solidFill>
                          <a:effectLst/>
                          <a:latin typeface="+mn-lt"/>
                          <a:ea typeface="+mn-ea"/>
                          <a:cs typeface="+mn-cs"/>
                        </a:rPr>
                        <a:t>, </a:t>
                      </a:r>
                      <a:r>
                        <a:rPr lang="ko-KR" altLang="en-US" sz="600" b="0" kern="1200">
                          <a:solidFill>
                            <a:schemeClr val="tx1">
                              <a:lumMod val="50000"/>
                              <a:lumOff val="50000"/>
                            </a:schemeClr>
                          </a:solidFill>
                          <a:effectLst/>
                          <a:latin typeface="+mn-lt"/>
                          <a:ea typeface="+mn-ea"/>
                          <a:cs typeface="+mn-cs"/>
                        </a:rPr>
                        <a:t>휴대전화번호</a:t>
                      </a:r>
                      <a:r>
                        <a:rPr lang="en-US" altLang="ko-KR" sz="600" b="0" kern="1200">
                          <a:solidFill>
                            <a:schemeClr val="tx1">
                              <a:lumMod val="50000"/>
                              <a:lumOff val="50000"/>
                            </a:schemeClr>
                          </a:solidFill>
                          <a:effectLst/>
                          <a:latin typeface="+mn-lt"/>
                          <a:ea typeface="+mn-ea"/>
                          <a:cs typeface="+mn-cs"/>
                        </a:rPr>
                        <a:t>, DI(Duplication Information))</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marL="0" marR="0" algn="ctr" fontAlgn="ctr" latinLnBrk="1">
                        <a:spcBef>
                          <a:spcPts val="750"/>
                        </a:spcBef>
                        <a:spcAft>
                          <a:spcPts val="1200"/>
                        </a:spcAft>
                        <a:buNone/>
                      </a:pPr>
                      <a:r>
                        <a:rPr lang="ko-KR" altLang="en-US" sz="600" b="0" kern="1200" dirty="0">
                          <a:solidFill>
                            <a:schemeClr val="tx1">
                              <a:lumMod val="50000"/>
                              <a:lumOff val="50000"/>
                            </a:schemeClr>
                          </a:solidFill>
                          <a:effectLst/>
                          <a:latin typeface="+mn-lt"/>
                          <a:ea typeface="+mn-ea"/>
                          <a:cs typeface="+mn-cs"/>
                        </a:rPr>
                        <a:t>거래가 거절되거나</a:t>
                      </a:r>
                      <a:r>
                        <a:rPr lang="en-US" altLang="ko-KR" sz="600" b="0" kern="1200" dirty="0">
                          <a:solidFill>
                            <a:schemeClr val="tx1">
                              <a:lumMod val="50000"/>
                              <a:lumOff val="50000"/>
                            </a:schemeClr>
                          </a:solidFill>
                          <a:effectLst/>
                          <a:latin typeface="+mn-lt"/>
                          <a:ea typeface="+mn-ea"/>
                          <a:cs typeface="+mn-cs"/>
                        </a:rPr>
                        <a:t>, </a:t>
                      </a:r>
                      <a:r>
                        <a:rPr lang="ko-KR" altLang="en-US" sz="600" b="0" kern="1200" dirty="0">
                          <a:solidFill>
                            <a:schemeClr val="tx1">
                              <a:lumMod val="50000"/>
                              <a:lumOff val="50000"/>
                            </a:schemeClr>
                          </a:solidFill>
                          <a:effectLst/>
                          <a:latin typeface="+mn-lt"/>
                          <a:ea typeface="+mn-ea"/>
                          <a:cs typeface="+mn-cs"/>
                        </a:rPr>
                        <a:t>제공된 날로부터 동의철회 시 또는 제공된 목적을 달성할 때까지</a:t>
                      </a:r>
                    </a:p>
                  </a:txBody>
                  <a:tcPr marL="45720" marR="4572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62851153"/>
                  </a:ext>
                </a:extLst>
              </a:tr>
            </a:tbl>
          </a:graphicData>
        </a:graphic>
      </p:graphicFrame>
      <p:grpSp>
        <p:nvGrpSpPr>
          <p:cNvPr id="11" name="그룹 10">
            <a:extLst>
              <a:ext uri="{FF2B5EF4-FFF2-40B4-BE49-F238E27FC236}">
                <a16:creationId xmlns:a16="http://schemas.microsoft.com/office/drawing/2014/main" id="{074E6EA6-2ECA-ED29-F72B-4514CFC2417B}"/>
              </a:ext>
            </a:extLst>
          </p:cNvPr>
          <p:cNvGrpSpPr/>
          <p:nvPr/>
        </p:nvGrpSpPr>
        <p:grpSpPr>
          <a:xfrm>
            <a:off x="7851612" y="1637112"/>
            <a:ext cx="164592" cy="3335803"/>
            <a:chOff x="3228904" y="2494898"/>
            <a:chExt cx="164592" cy="3335803"/>
          </a:xfrm>
        </p:grpSpPr>
        <p:sp>
          <p:nvSpPr>
            <p:cNvPr id="12" name="Track">
              <a:extLst>
                <a:ext uri="{FF2B5EF4-FFF2-40B4-BE49-F238E27FC236}">
                  <a16:creationId xmlns:a16="http://schemas.microsoft.com/office/drawing/2014/main" id="{6EBE39FC-65DB-6063-49DB-35F471475087}"/>
                </a:ext>
              </a:extLst>
            </p:cNvPr>
            <p:cNvSpPr>
              <a:spLocks/>
            </p:cNvSpPr>
            <p:nvPr>
              <p:custDataLst>
                <p:tags r:id="rId1"/>
              </p:custDataLst>
            </p:nvPr>
          </p:nvSpPr>
          <p:spPr bwMode="auto">
            <a:xfrm>
              <a:off x="3228905" y="2825699"/>
              <a:ext cx="164591" cy="2674200"/>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3" name="Scroll Thumb">
              <a:extLst>
                <a:ext uri="{FF2B5EF4-FFF2-40B4-BE49-F238E27FC236}">
                  <a16:creationId xmlns:a16="http://schemas.microsoft.com/office/drawing/2014/main" id="{65B1AE73-5F14-5072-2290-76CAF0A609DA}"/>
                </a:ext>
              </a:extLst>
            </p:cNvPr>
            <p:cNvSpPr>
              <a:spLocks/>
            </p:cNvSpPr>
            <p:nvPr>
              <p:custDataLst>
                <p:tags r:id="rId2"/>
              </p:custDataLst>
            </p:nvPr>
          </p:nvSpPr>
          <p:spPr bwMode="auto">
            <a:xfrm>
              <a:off x="3228905" y="2828576"/>
              <a:ext cx="164590" cy="537433"/>
            </a:xfrm>
            <a:prstGeom prst="rect">
              <a:avLst/>
            </a:prstGeom>
            <a:solidFill>
              <a:schemeClr val="tx1">
                <a:lumMod val="50000"/>
                <a:lumOff val="50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18" name="Button Down">
              <a:extLst>
                <a:ext uri="{FF2B5EF4-FFF2-40B4-BE49-F238E27FC236}">
                  <a16:creationId xmlns:a16="http://schemas.microsoft.com/office/drawing/2014/main" id="{5F67D15C-1AF4-EF06-D458-775C5D2C9415}"/>
                </a:ext>
              </a:extLst>
            </p:cNvPr>
            <p:cNvSpPr>
              <a:spLocks/>
            </p:cNvSpPr>
            <p:nvPr>
              <p:custDataLst>
                <p:tags r:id="rId3"/>
              </p:custDataLst>
            </p:nvPr>
          </p:nvSpPr>
          <p:spPr bwMode="auto">
            <a:xfrm>
              <a:off x="3228905" y="5499899"/>
              <a:ext cx="164590"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4" name="Arrow Down">
              <a:extLst>
                <a:ext uri="{FF2B5EF4-FFF2-40B4-BE49-F238E27FC236}">
                  <a16:creationId xmlns:a16="http://schemas.microsoft.com/office/drawing/2014/main" id="{788C341C-68A6-08B4-2C34-497207ECBB38}"/>
                </a:ext>
              </a:extLst>
            </p:cNvPr>
            <p:cNvSpPr>
              <a:spLocks noChangeAspect="1"/>
            </p:cNvSpPr>
            <p:nvPr>
              <p:custDataLst>
                <p:tags r:id="rId4"/>
              </p:custDataLst>
            </p:nvPr>
          </p:nvSpPr>
          <p:spPr bwMode="auto">
            <a:xfrm>
              <a:off x="3252559" y="5567766"/>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sp>
          <p:nvSpPr>
            <p:cNvPr id="25" name="Button Up">
              <a:extLst>
                <a:ext uri="{FF2B5EF4-FFF2-40B4-BE49-F238E27FC236}">
                  <a16:creationId xmlns:a16="http://schemas.microsoft.com/office/drawing/2014/main" id="{36755472-3CCE-329F-E55A-F4B7B15FC51C}"/>
                </a:ext>
              </a:extLst>
            </p:cNvPr>
            <p:cNvSpPr>
              <a:spLocks/>
            </p:cNvSpPr>
            <p:nvPr>
              <p:custDataLst>
                <p:tags r:id="rId5"/>
              </p:custDataLst>
            </p:nvPr>
          </p:nvSpPr>
          <p:spPr bwMode="auto">
            <a:xfrm>
              <a:off x="3228904" y="2494898"/>
              <a:ext cx="164592" cy="330802"/>
            </a:xfrm>
            <a:prstGeom prst="rect">
              <a:avLst/>
            </a:prstGeom>
            <a:solidFill>
              <a:schemeClr val="bg1">
                <a:lumMod val="75000"/>
              </a:schemeClr>
            </a:solidFill>
            <a:ln w="6350" cap="flat"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900">
                <a:solidFill>
                  <a:srgbClr val="262626"/>
                </a:solidFill>
                <a:latin typeface="+mn-ea"/>
                <a:cs typeface="Segoe UI" pitchFamily="34" charset="0"/>
              </a:endParaRPr>
            </a:p>
          </p:txBody>
        </p:sp>
        <p:sp>
          <p:nvSpPr>
            <p:cNvPr id="26" name="Arrow Up">
              <a:extLst>
                <a:ext uri="{FF2B5EF4-FFF2-40B4-BE49-F238E27FC236}">
                  <a16:creationId xmlns:a16="http://schemas.microsoft.com/office/drawing/2014/main" id="{FF02F557-7F41-F96B-7042-3D334BF1CBAC}"/>
                </a:ext>
              </a:extLst>
            </p:cNvPr>
            <p:cNvSpPr>
              <a:spLocks noChangeAspect="1"/>
            </p:cNvSpPr>
            <p:nvPr>
              <p:custDataLst>
                <p:tags r:id="rId6"/>
              </p:custDataLst>
            </p:nvPr>
          </p:nvSpPr>
          <p:spPr bwMode="auto">
            <a:xfrm rot="10800000">
              <a:off x="3252559" y="2660299"/>
              <a:ext cx="117283" cy="97534"/>
            </a:xfrm>
            <a:custGeom>
              <a:avLst/>
              <a:gdLst>
                <a:gd name="T0" fmla="*/ 58 w 116"/>
                <a:gd name="T1" fmla="*/ 61 h 105"/>
                <a:gd name="T2" fmla="*/ 71 w 116"/>
                <a:gd name="T3" fmla="*/ 48 h 105"/>
                <a:gd name="T4" fmla="*/ 116 w 116"/>
                <a:gd name="T5" fmla="*/ 0 h 105"/>
                <a:gd name="T6" fmla="*/ 116 w 116"/>
                <a:gd name="T7" fmla="*/ 43 h 105"/>
                <a:gd name="T8" fmla="*/ 58 w 116"/>
                <a:gd name="T9" fmla="*/ 105 h 105"/>
                <a:gd name="T10" fmla="*/ 0 w 116"/>
                <a:gd name="T11" fmla="*/ 43 h 105"/>
                <a:gd name="T12" fmla="*/ 0 w 116"/>
                <a:gd name="T13" fmla="*/ 0 h 105"/>
                <a:gd name="T14" fmla="*/ 45 w 116"/>
                <a:gd name="T15" fmla="*/ 48 h 105"/>
                <a:gd name="T16" fmla="*/ 58 w 116"/>
                <a:gd name="T17" fmla="*/ 6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6" h="105">
                  <a:moveTo>
                    <a:pt x="58" y="61"/>
                  </a:moveTo>
                  <a:lnTo>
                    <a:pt x="71" y="48"/>
                  </a:lnTo>
                  <a:lnTo>
                    <a:pt x="116" y="0"/>
                  </a:lnTo>
                  <a:lnTo>
                    <a:pt x="116" y="43"/>
                  </a:lnTo>
                  <a:lnTo>
                    <a:pt x="58" y="105"/>
                  </a:lnTo>
                  <a:lnTo>
                    <a:pt x="0" y="43"/>
                  </a:lnTo>
                  <a:lnTo>
                    <a:pt x="0" y="0"/>
                  </a:lnTo>
                  <a:lnTo>
                    <a:pt x="45" y="48"/>
                  </a:lnTo>
                  <a:lnTo>
                    <a:pt x="58" y="61"/>
                  </a:lnTo>
                  <a:close/>
                </a:path>
              </a:pathLst>
            </a:custGeom>
            <a:solidFill>
              <a:srgbClr val="262626"/>
            </a:solidFill>
            <a:ln>
              <a:noFill/>
            </a:ln>
          </p:spPr>
          <p:txBody>
            <a:bodyPr vert="horz" wrap="square" lIns="91440" tIns="45720" rIns="91440" bIns="45720" numCol="1" anchor="t" anchorCtr="0" compatLnSpc="1">
              <a:prstTxWarp prst="textNoShape">
                <a:avLst/>
              </a:prstTxWarp>
            </a:bodyPr>
            <a:lstStyle/>
            <a:p>
              <a:pPr algn="ctr"/>
              <a:endParaRPr lang="en-US" sz="900">
                <a:solidFill>
                  <a:srgbClr val="262626"/>
                </a:solidFill>
                <a:latin typeface="+mn-ea"/>
                <a:cs typeface="Segoe UI" pitchFamily="34" charset="0"/>
              </a:endParaRPr>
            </a:p>
          </p:txBody>
        </p:sp>
      </p:grpSp>
      <p:graphicFrame>
        <p:nvGraphicFramePr>
          <p:cNvPr id="27" name="표 26">
            <a:extLst>
              <a:ext uri="{FF2B5EF4-FFF2-40B4-BE49-F238E27FC236}">
                <a16:creationId xmlns:a16="http://schemas.microsoft.com/office/drawing/2014/main" id="{52B74824-1BE7-266E-64BC-43151EEE5240}"/>
              </a:ext>
            </a:extLst>
          </p:cNvPr>
          <p:cNvGraphicFramePr>
            <a:graphicFrameLocks noGrp="1"/>
          </p:cNvGraphicFramePr>
          <p:nvPr>
            <p:extLst>
              <p:ext uri="{D42A27DB-BD31-4B8C-83A1-F6EECF244321}">
                <p14:modId xmlns:p14="http://schemas.microsoft.com/office/powerpoint/2010/main" val="2089906864"/>
              </p:ext>
            </p:extLst>
          </p:nvPr>
        </p:nvGraphicFramePr>
        <p:xfrm>
          <a:off x="2190969" y="4645402"/>
          <a:ext cx="5580239" cy="319466"/>
        </p:xfrm>
        <a:graphic>
          <a:graphicData uri="http://schemas.openxmlformats.org/drawingml/2006/table">
            <a:tbl>
              <a:tblPr firstRow="1" bandRow="1">
                <a:tableStyleId>{2D5ABB26-0587-4C30-8999-92F81FD0307C}</a:tableStyleId>
              </a:tblPr>
              <a:tblGrid>
                <a:gridCol w="761608">
                  <a:extLst>
                    <a:ext uri="{9D8B030D-6E8A-4147-A177-3AD203B41FA5}">
                      <a16:colId xmlns:a16="http://schemas.microsoft.com/office/drawing/2014/main" val="4091608331"/>
                    </a:ext>
                  </a:extLst>
                </a:gridCol>
                <a:gridCol w="1457003">
                  <a:extLst>
                    <a:ext uri="{9D8B030D-6E8A-4147-A177-3AD203B41FA5}">
                      <a16:colId xmlns:a16="http://schemas.microsoft.com/office/drawing/2014/main" val="71737442"/>
                    </a:ext>
                  </a:extLst>
                </a:gridCol>
                <a:gridCol w="1735918">
                  <a:extLst>
                    <a:ext uri="{9D8B030D-6E8A-4147-A177-3AD203B41FA5}">
                      <a16:colId xmlns:a16="http://schemas.microsoft.com/office/drawing/2014/main" val="2230302264"/>
                    </a:ext>
                  </a:extLst>
                </a:gridCol>
                <a:gridCol w="1625710">
                  <a:extLst>
                    <a:ext uri="{9D8B030D-6E8A-4147-A177-3AD203B41FA5}">
                      <a16:colId xmlns:a16="http://schemas.microsoft.com/office/drawing/2014/main" val="1959754742"/>
                    </a:ext>
                  </a:extLst>
                </a:gridCol>
              </a:tblGrid>
              <a:tr h="60122">
                <a:tc>
                  <a:txBody>
                    <a:bodyPr/>
                    <a:lstStyle/>
                    <a:p>
                      <a:pPr algn="ctr" fontAlgn="ctr">
                        <a:buNone/>
                      </a:pPr>
                      <a:r>
                        <a:rPr lang="ko-KR" altLang="en-US" sz="600" b="1" dirty="0">
                          <a:solidFill>
                            <a:schemeClr val="tx1">
                              <a:lumMod val="50000"/>
                              <a:lumOff val="50000"/>
                            </a:schemeClr>
                          </a:solidFill>
                          <a:effectLst/>
                        </a:rPr>
                        <a:t>조회목적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조회할 대상</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a:t>
                      </a:r>
                      <a:r>
                        <a:rPr lang="ko-KR" sz="600" b="1" dirty="0">
                          <a:solidFill>
                            <a:schemeClr val="tx1">
                              <a:lumMod val="50000"/>
                              <a:lumOff val="50000"/>
                            </a:schemeClr>
                          </a:solidFill>
                          <a:effectLst/>
                        </a:rPr>
                        <a:t> 정보</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ctr" fontAlgn="ctr">
                        <a:buNone/>
                      </a:pPr>
                      <a:r>
                        <a:rPr lang="ko-KR" altLang="en-US" sz="600" b="1" dirty="0">
                          <a:solidFill>
                            <a:schemeClr val="tx1">
                              <a:lumMod val="50000"/>
                              <a:lumOff val="50000"/>
                            </a:schemeClr>
                          </a:solidFill>
                          <a:effectLst/>
                        </a:rPr>
                        <a:t>조회동의 효력</a:t>
                      </a:r>
                      <a:r>
                        <a:rPr lang="ko-KR" sz="600" b="1" dirty="0">
                          <a:solidFill>
                            <a:schemeClr val="tx1">
                              <a:lumMod val="50000"/>
                              <a:lumOff val="50000"/>
                            </a:schemeClr>
                          </a:solidFill>
                          <a:effectLst/>
                        </a:rPr>
                        <a:t>기간</a:t>
                      </a:r>
                      <a:endParaRPr lang="ko-KR" sz="600" b="1" dirty="0">
                        <a:solidFill>
                          <a:schemeClr val="tx1">
                            <a:lumMod val="50000"/>
                            <a:lumOff val="50000"/>
                          </a:schemeClr>
                        </a:solidFill>
                        <a:effectLst/>
                        <a:latin typeface="Noto Sans Korean"/>
                      </a:endParaRPr>
                    </a:p>
                  </a:txBody>
                  <a:tcPr marL="0" marR="0" marT="0" marB="0" anchor="ctr">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29572719"/>
                  </a:ext>
                </a:extLst>
              </a:tr>
              <a:tr h="228026">
                <a:tc>
                  <a:txBody>
                    <a:bodyPr/>
                    <a:lstStyle/>
                    <a:p>
                      <a:pPr algn="ctr" fontAlgn="ctr" latinLnBrk="1">
                        <a:buNone/>
                      </a:pPr>
                      <a:r>
                        <a:rPr lang="ko-KR" altLang="en-US" sz="600" b="0" dirty="0">
                          <a:solidFill>
                            <a:schemeClr val="tx1">
                              <a:lumMod val="50000"/>
                              <a:lumOff val="50000"/>
                            </a:schemeClr>
                          </a:solidFill>
                          <a:effectLst/>
                        </a:rPr>
                        <a:t>신용정보 </a:t>
                      </a:r>
                      <a:r>
                        <a:rPr lang="ko-KR" sz="600" b="0" dirty="0">
                          <a:solidFill>
                            <a:schemeClr val="tx1">
                              <a:lumMod val="50000"/>
                              <a:lumOff val="50000"/>
                            </a:schemeClr>
                          </a:solidFill>
                          <a:effectLst/>
                        </a:rPr>
                        <a:t>확인</a:t>
                      </a:r>
                      <a:endParaRPr lang="en-US" altLang="ko-KR" sz="600" b="0" dirty="0">
                        <a:solidFill>
                          <a:schemeClr val="tx1">
                            <a:lumMod val="50000"/>
                            <a:lumOff val="50000"/>
                          </a:schemeClr>
                        </a:solidFill>
                        <a:effectLst/>
                      </a:endParaRPr>
                    </a:p>
                  </a:txBody>
                  <a:tcPr marL="45720" marR="45720" anchor="b">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err="1">
                          <a:solidFill>
                            <a:schemeClr val="tx1">
                              <a:lumMod val="50000"/>
                              <a:lumOff val="50000"/>
                            </a:schemeClr>
                          </a:solidFill>
                          <a:effectLst/>
                          <a:latin typeface="+mn-lt"/>
                          <a:ea typeface="+mn-ea"/>
                          <a:cs typeface="+mn-cs"/>
                        </a:rPr>
                        <a:t>코리아크레딧뷰로</a:t>
                      </a:r>
                      <a:r>
                        <a:rPr lang="ko-KR" altLang="ko-KR" sz="600" b="0" kern="1200" dirty="0">
                          <a:solidFill>
                            <a:schemeClr val="tx1">
                              <a:lumMod val="50000"/>
                              <a:lumOff val="50000"/>
                            </a:schemeClr>
                          </a:solidFill>
                          <a:effectLst/>
                          <a:latin typeface="+mn-lt"/>
                          <a:ea typeface="+mn-ea"/>
                          <a:cs typeface="+mn-cs"/>
                        </a:rPr>
                        <a:t>㈜ , </a:t>
                      </a:r>
                      <a:r>
                        <a:rPr lang="ko-KR" altLang="ko-KR" sz="600" b="0" kern="1200" dirty="0" err="1">
                          <a:solidFill>
                            <a:schemeClr val="tx1">
                              <a:lumMod val="50000"/>
                              <a:lumOff val="50000"/>
                            </a:schemeClr>
                          </a:solidFill>
                          <a:effectLst/>
                          <a:latin typeface="+mn-lt"/>
                          <a:ea typeface="+mn-ea"/>
                          <a:cs typeface="+mn-cs"/>
                        </a:rPr>
                        <a:t>NICE평가정보</a:t>
                      </a:r>
                      <a:r>
                        <a:rPr lang="ko-KR" altLang="ko-KR" sz="600" b="0" kern="1200" dirty="0">
                          <a:solidFill>
                            <a:schemeClr val="tx1">
                              <a:lumMod val="50000"/>
                              <a:lumOff val="50000"/>
                            </a:schemeClr>
                          </a:solidFill>
                          <a:effectLst/>
                          <a:latin typeface="+mn-lt"/>
                          <a:ea typeface="+mn-ea"/>
                          <a:cs typeface="+mn-cs"/>
                        </a:rPr>
                        <a:t>㈜</a:t>
                      </a:r>
                      <a:endParaRPr lang="en-US" altLang="ko-KR" sz="600" b="0" kern="1200" dirty="0">
                        <a:solidFill>
                          <a:schemeClr val="tx1">
                            <a:lumMod val="50000"/>
                            <a:lumOff val="50000"/>
                          </a:schemeClr>
                        </a:solidFill>
                        <a:effectLst/>
                        <a:latin typeface="+mn-lt"/>
                        <a:ea typeface="+mn-ea"/>
                        <a:cs typeface="+mn-cs"/>
                      </a:endParaRPr>
                    </a:p>
                  </a:txBody>
                  <a:tcPr marL="45720" marR="45720" anchor="b">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fontAlgn="ctr" latinLnBrk="1">
                        <a:buNone/>
                      </a:pPr>
                      <a:r>
                        <a:rPr lang="ko-KR" altLang="ko-KR" sz="600" b="0" kern="1200" dirty="0">
                          <a:solidFill>
                            <a:schemeClr val="tx1">
                              <a:lumMod val="50000"/>
                              <a:lumOff val="50000"/>
                            </a:schemeClr>
                          </a:solidFill>
                          <a:effectLst/>
                          <a:latin typeface="+mn-lt"/>
                          <a:ea typeface="+mn-ea"/>
                          <a:cs typeface="+mn-cs"/>
                        </a:rPr>
                        <a:t>DI(</a:t>
                      </a:r>
                      <a:r>
                        <a:rPr lang="ko-KR" altLang="ko-KR" sz="600" b="0" kern="1200" dirty="0" err="1">
                          <a:solidFill>
                            <a:schemeClr val="tx1">
                              <a:lumMod val="50000"/>
                              <a:lumOff val="50000"/>
                            </a:schemeClr>
                          </a:solidFill>
                          <a:effectLst/>
                          <a:latin typeface="+mn-lt"/>
                          <a:ea typeface="+mn-ea"/>
                          <a:cs typeface="+mn-cs"/>
                        </a:rPr>
                        <a:t>Duplication</a:t>
                      </a:r>
                      <a:r>
                        <a:rPr lang="ko-KR" altLang="ko-KR" sz="600" b="0" kern="1200" dirty="0">
                          <a:solidFill>
                            <a:schemeClr val="tx1">
                              <a:lumMod val="50000"/>
                              <a:lumOff val="50000"/>
                            </a:schemeClr>
                          </a:solidFill>
                          <a:effectLst/>
                          <a:latin typeface="+mn-lt"/>
                          <a:ea typeface="+mn-ea"/>
                          <a:cs typeface="+mn-cs"/>
                        </a:rPr>
                        <a:t> </a:t>
                      </a:r>
                      <a:r>
                        <a:rPr lang="ko-KR" altLang="ko-KR" sz="600" b="0" kern="1200" dirty="0" err="1">
                          <a:solidFill>
                            <a:schemeClr val="tx1">
                              <a:lumMod val="50000"/>
                              <a:lumOff val="50000"/>
                            </a:schemeClr>
                          </a:solidFill>
                          <a:effectLst/>
                          <a:latin typeface="+mn-lt"/>
                          <a:ea typeface="+mn-ea"/>
                          <a:cs typeface="+mn-cs"/>
                        </a:rPr>
                        <a:t>Information</a:t>
                      </a:r>
                      <a:r>
                        <a:rPr lang="ko-KR" altLang="ko-KR" sz="600" b="0" kern="1200" dirty="0">
                          <a:solidFill>
                            <a:schemeClr val="tx1">
                              <a:lumMod val="50000"/>
                              <a:lumOff val="50000"/>
                            </a:schemeClr>
                          </a:solidFill>
                          <a:effectLst/>
                          <a:latin typeface="+mn-lt"/>
                          <a:ea typeface="+mn-ea"/>
                          <a:cs typeface="+mn-cs"/>
                        </a:rPr>
                        <a:t>, 중복가입확인정보), </a:t>
                      </a:r>
                      <a:endParaRPr lang="en-US" altLang="ko-KR" sz="600" b="0" kern="1200" dirty="0">
                        <a:solidFill>
                          <a:schemeClr val="tx1">
                            <a:lumMod val="50000"/>
                            <a:lumOff val="50000"/>
                          </a:schemeClr>
                        </a:solidFill>
                        <a:effectLst/>
                        <a:latin typeface="+mn-lt"/>
                        <a:ea typeface="+mn-ea"/>
                        <a:cs typeface="+mn-cs"/>
                      </a:endParaRPr>
                    </a:p>
                  </a:txBody>
                  <a:tcPr marL="45720" marR="45720" anchor="b">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tc>
                  <a:txBody>
                    <a:bodyPr/>
                    <a:lstStyle/>
                    <a:p>
                      <a:pPr algn="ctr" latinLnBrk="1"/>
                      <a:r>
                        <a:rPr lang="ko-KR" altLang="ko-KR" sz="600" b="0" kern="1200" dirty="0">
                          <a:solidFill>
                            <a:schemeClr val="tx1">
                              <a:lumMod val="50000"/>
                              <a:lumOff val="50000"/>
                            </a:schemeClr>
                          </a:solidFill>
                          <a:effectLst/>
                          <a:latin typeface="+mn-lt"/>
                          <a:ea typeface="+mn-ea"/>
                          <a:cs typeface="+mn-cs"/>
                        </a:rPr>
                        <a:t>거래가 거절되거나, 제공된 날로부터 </a:t>
                      </a:r>
                      <a:r>
                        <a:rPr lang="ko-KR" altLang="ko-KR" sz="600" b="0" kern="1200" dirty="0" err="1">
                          <a:solidFill>
                            <a:schemeClr val="tx1">
                              <a:lumMod val="50000"/>
                              <a:lumOff val="50000"/>
                            </a:schemeClr>
                          </a:solidFill>
                          <a:effectLst/>
                          <a:latin typeface="+mn-lt"/>
                          <a:ea typeface="+mn-ea"/>
                          <a:cs typeface="+mn-cs"/>
                        </a:rPr>
                        <a:t>동의철</a:t>
                      </a:r>
                      <a:endParaRPr lang="ko-KR" altLang="en-US" sz="600" b="0" kern="1200" dirty="0">
                        <a:solidFill>
                          <a:schemeClr val="tx1">
                            <a:lumMod val="50000"/>
                            <a:lumOff val="50000"/>
                          </a:schemeClr>
                        </a:solidFill>
                        <a:effectLst/>
                        <a:latin typeface="+mn-lt"/>
                        <a:ea typeface="+mn-ea"/>
                        <a:cs typeface="+mn-cs"/>
                      </a:endParaRPr>
                    </a:p>
                  </a:txBody>
                  <a:tcPr marL="45720" marR="45720" anchor="b">
                    <a:lnL w="3175" cap="flat" cmpd="sng" algn="ctr">
                      <a:solidFill>
                        <a:schemeClr val="bg1">
                          <a:lumMod val="65000"/>
                        </a:schemeClr>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905796564"/>
                  </a:ext>
                </a:extLst>
              </a:tr>
            </a:tbl>
          </a:graphicData>
        </a:graphic>
      </p:graphicFrame>
      <p:sp>
        <p:nvSpPr>
          <p:cNvPr id="29" name="Rounded Rectangle 27">
            <a:extLst>
              <a:ext uri="{FF2B5EF4-FFF2-40B4-BE49-F238E27FC236}">
                <a16:creationId xmlns:a16="http://schemas.microsoft.com/office/drawing/2014/main" id="{E0F58524-D53E-DAA3-2AA8-FFAC6E4924B4}"/>
              </a:ext>
            </a:extLst>
          </p:cNvPr>
          <p:cNvSpPr/>
          <p:nvPr/>
        </p:nvSpPr>
        <p:spPr>
          <a:xfrm>
            <a:off x="2190970" y="4321037"/>
            <a:ext cx="5412272"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pPr fontAlgn="ctr"/>
            <a:r>
              <a:rPr lang="ko-KR" altLang="ko-KR" sz="700" dirty="0">
                <a:solidFill>
                  <a:schemeClr val="tx1"/>
                </a:solidFill>
                <a:ea typeface="맑은 고딕"/>
              </a:rPr>
              <a:t>(2) 개인(신용) 정보 조회</a:t>
            </a:r>
            <a:br>
              <a:rPr lang="ko-KR" altLang="ko-KR" sz="700" dirty="0">
                <a:solidFill>
                  <a:schemeClr val="tx1"/>
                </a:solidFill>
                <a:ea typeface="맑은 고딕"/>
              </a:rPr>
            </a:br>
            <a:r>
              <a:rPr lang="ko-KR" altLang="ko-KR" sz="700" dirty="0">
                <a:solidFill>
                  <a:schemeClr val="tx1"/>
                </a:solidFill>
                <a:ea typeface="맑은 고딕"/>
              </a:rPr>
              <a:t>회사의 서비스 이행을 위하여 본인의 개인(신용)정보를 조회하고 있는 경우는 다음과 같습니다.</a:t>
            </a:r>
          </a:p>
        </p:txBody>
      </p:sp>
      <p:sp>
        <p:nvSpPr>
          <p:cNvPr id="34" name="TextBox 33">
            <a:extLst>
              <a:ext uri="{FF2B5EF4-FFF2-40B4-BE49-F238E27FC236}">
                <a16:creationId xmlns:a16="http://schemas.microsoft.com/office/drawing/2014/main" id="{EA0769AB-1E28-A446-3B18-1D8DBC0159E4}"/>
              </a:ext>
            </a:extLst>
          </p:cNvPr>
          <p:cNvSpPr txBox="1"/>
          <p:nvPr/>
        </p:nvSpPr>
        <p:spPr>
          <a:xfrm>
            <a:off x="1302717" y="330494"/>
            <a:ext cx="1742785"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약관동의</a:t>
            </a:r>
          </a:p>
        </p:txBody>
      </p:sp>
      <p:sp>
        <p:nvSpPr>
          <p:cNvPr id="36" name="TextBox 35">
            <a:extLst>
              <a:ext uri="{FF2B5EF4-FFF2-40B4-BE49-F238E27FC236}">
                <a16:creationId xmlns:a16="http://schemas.microsoft.com/office/drawing/2014/main" id="{49E25783-0CEC-A669-93CD-A53A9DEE8523}"/>
              </a:ext>
            </a:extLst>
          </p:cNvPr>
          <p:cNvSpPr txBox="1"/>
          <p:nvPr/>
        </p:nvSpPr>
        <p:spPr>
          <a:xfrm>
            <a:off x="1307907" y="78285"/>
            <a:ext cx="1132041"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약관동의 팝업 </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44" name="직사각형 43">
            <a:extLst>
              <a:ext uri="{FF2B5EF4-FFF2-40B4-BE49-F238E27FC236}">
                <a16:creationId xmlns:a16="http://schemas.microsoft.com/office/drawing/2014/main" id="{E5209796-97F9-4E27-F2F7-8B6391BAEBC2}"/>
              </a:ext>
            </a:extLst>
          </p:cNvPr>
          <p:cNvSpPr/>
          <p:nvPr/>
        </p:nvSpPr>
        <p:spPr>
          <a:xfrm>
            <a:off x="7921129" y="58428"/>
            <a:ext cx="1380506" cy="246221"/>
          </a:xfrm>
          <a:prstGeom prst="rect">
            <a:avLst/>
          </a:prstGeom>
        </p:spPr>
        <p:txBody>
          <a:bodyPr wrap="none">
            <a:spAutoFit/>
          </a:bodyPr>
          <a:lstStyle/>
          <a:p>
            <a:pPr fontAlgn="ctr"/>
            <a:r>
              <a:rPr lang="en-US" altLang="ko-KR" sz="1000" dirty="0"/>
              <a:t>CH-U-CA-02-03-05p</a:t>
            </a:r>
            <a:endParaRPr lang="ko-KR" altLang="ko-KR" sz="1000" dirty="0"/>
          </a:p>
        </p:txBody>
      </p:sp>
    </p:spTree>
    <p:extLst>
      <p:ext uri="{BB962C8B-B14F-4D97-AF65-F5344CB8AC3E}">
        <p14:creationId xmlns:p14="http://schemas.microsoft.com/office/powerpoint/2010/main" val="1781314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94A4-28CE-079E-3ABC-7B9F37FE487F}"/>
            </a:ext>
          </a:extLst>
        </p:cNvPr>
        <p:cNvGrpSpPr/>
        <p:nvPr/>
      </p:nvGrpSpPr>
      <p:grpSpPr>
        <a:xfrm>
          <a:off x="0" y="0"/>
          <a:ext cx="0" cy="0"/>
          <a:chOff x="0" y="0"/>
          <a:chExt cx="0" cy="0"/>
        </a:xfrm>
      </p:grpSpPr>
      <p:sp>
        <p:nvSpPr>
          <p:cNvPr id="130" name="직사각형 129">
            <a:extLst>
              <a:ext uri="{FF2B5EF4-FFF2-40B4-BE49-F238E27FC236}">
                <a16:creationId xmlns:a16="http://schemas.microsoft.com/office/drawing/2014/main" id="{10388F1B-7065-DE79-BCE1-AE65F9371408}"/>
              </a:ext>
            </a:extLst>
          </p:cNvPr>
          <p:cNvSpPr/>
          <p:nvPr/>
        </p:nvSpPr>
        <p:spPr>
          <a:xfrm>
            <a:off x="72257" y="6222380"/>
            <a:ext cx="10009112" cy="34944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35" name="직사각형 34">
            <a:extLst>
              <a:ext uri="{FF2B5EF4-FFF2-40B4-BE49-F238E27FC236}">
                <a16:creationId xmlns:a16="http://schemas.microsoft.com/office/drawing/2014/main" id="{9C03505D-F76B-1FC5-79E5-75178DC22301}"/>
              </a:ext>
            </a:extLst>
          </p:cNvPr>
          <p:cNvSpPr/>
          <p:nvPr/>
        </p:nvSpPr>
        <p:spPr>
          <a:xfrm>
            <a:off x="936353" y="1496041"/>
            <a:ext cx="8214824" cy="1435615"/>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 name="TextBox 3">
            <a:extLst>
              <a:ext uri="{FF2B5EF4-FFF2-40B4-BE49-F238E27FC236}">
                <a16:creationId xmlns:a16="http://schemas.microsoft.com/office/drawing/2014/main" id="{0FC28452-1F48-A82A-BC59-1121ED427D7A}"/>
              </a:ext>
            </a:extLst>
          </p:cNvPr>
          <p:cNvSpPr txBox="1"/>
          <p:nvPr/>
        </p:nvSpPr>
        <p:spPr>
          <a:xfrm>
            <a:off x="1302717" y="330494"/>
            <a:ext cx="1802096"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장바구니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결제하기 </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&gt; </a:t>
            </a:r>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r>
              <a:rPr lang="en-US" altLang="ko-KR" sz="900" spc="-150" dirty="0">
                <a:solidFill>
                  <a:schemeClr val="tx1">
                    <a:lumMod val="75000"/>
                    <a:lumOff val="25000"/>
                  </a:schemeClr>
                </a:solidFill>
                <a:latin typeface="맑은 고딕" panose="020B0503020000020004" pitchFamily="50" charset="-127"/>
                <a:ea typeface="맑은 고딕" panose="020B0503020000020004" pitchFamily="50" charset="-127"/>
              </a:rPr>
              <a:t> </a:t>
            </a:r>
            <a:endPar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endParaRPr>
          </a:p>
        </p:txBody>
      </p:sp>
      <p:sp>
        <p:nvSpPr>
          <p:cNvPr id="5" name="직사각형 4">
            <a:extLst>
              <a:ext uri="{FF2B5EF4-FFF2-40B4-BE49-F238E27FC236}">
                <a16:creationId xmlns:a16="http://schemas.microsoft.com/office/drawing/2014/main" id="{D6EB8E0D-ED8B-89B1-E7A3-FDDFC9BC1E65}"/>
              </a:ext>
            </a:extLst>
          </p:cNvPr>
          <p:cNvSpPr/>
          <p:nvPr/>
        </p:nvSpPr>
        <p:spPr>
          <a:xfrm>
            <a:off x="7921129" y="58428"/>
            <a:ext cx="1109599" cy="246221"/>
          </a:xfrm>
          <a:prstGeom prst="rect">
            <a:avLst/>
          </a:prstGeom>
        </p:spPr>
        <p:txBody>
          <a:bodyPr wrap="none">
            <a:spAutoFit/>
          </a:bodyPr>
          <a:lstStyle/>
          <a:p>
            <a:pPr fontAlgn="ctr"/>
            <a:r>
              <a:rPr lang="en-US" altLang="ko-KR" sz="1000" dirty="0"/>
              <a:t>CH-U-CA-02-04</a:t>
            </a:r>
            <a:endParaRPr lang="ko-KR" altLang="ko-KR" sz="1000" dirty="0"/>
          </a:p>
        </p:txBody>
      </p:sp>
      <p:sp>
        <p:nvSpPr>
          <p:cNvPr id="6" name="TextBox 5">
            <a:extLst>
              <a:ext uri="{FF2B5EF4-FFF2-40B4-BE49-F238E27FC236}">
                <a16:creationId xmlns:a16="http://schemas.microsoft.com/office/drawing/2014/main" id="{71A1808C-0645-67ED-3D15-67DB77207394}"/>
              </a:ext>
            </a:extLst>
          </p:cNvPr>
          <p:cNvSpPr txBox="1"/>
          <p:nvPr/>
        </p:nvSpPr>
        <p:spPr>
          <a:xfrm>
            <a:off x="10786816" y="84128"/>
            <a:ext cx="748923" cy="230832"/>
          </a:xfrm>
          <a:prstGeom prst="rect">
            <a:avLst/>
          </a:prstGeom>
          <a:noFill/>
        </p:spPr>
        <p:txBody>
          <a:bodyPr wrap="none" rtlCol="0">
            <a:spAutoFit/>
          </a:bodyPr>
          <a:lstStyle/>
          <a:p>
            <a:r>
              <a:rPr lang="en-US" altLang="ko-KR" sz="900" dirty="0">
                <a:solidFill>
                  <a:schemeClr val="tx1">
                    <a:lumMod val="75000"/>
                    <a:lumOff val="25000"/>
                  </a:schemeClr>
                </a:solidFill>
                <a:latin typeface="맑은 고딕" panose="020B0503020000020004" pitchFamily="50" charset="-127"/>
                <a:ea typeface="맑은 고딕" panose="020B0503020000020004" pitchFamily="50" charset="-127"/>
              </a:rPr>
              <a:t>2026.06.30</a:t>
            </a:r>
          </a:p>
        </p:txBody>
      </p:sp>
      <p:sp>
        <p:nvSpPr>
          <p:cNvPr id="8" name="TextBox 7">
            <a:extLst>
              <a:ext uri="{FF2B5EF4-FFF2-40B4-BE49-F238E27FC236}">
                <a16:creationId xmlns:a16="http://schemas.microsoft.com/office/drawing/2014/main" id="{7507136F-A336-7EA0-296B-281714E6165D}"/>
              </a:ext>
            </a:extLst>
          </p:cNvPr>
          <p:cNvSpPr txBox="1"/>
          <p:nvPr/>
        </p:nvSpPr>
        <p:spPr>
          <a:xfrm>
            <a:off x="1307907" y="78285"/>
            <a:ext cx="898003" cy="230832"/>
          </a:xfrm>
          <a:prstGeom prst="rect">
            <a:avLst/>
          </a:prstGeom>
          <a:noFill/>
        </p:spPr>
        <p:txBody>
          <a:bodyPr wrap="none" rtlCol="0">
            <a:spAutoFit/>
          </a:bodyPr>
          <a:lstStyle/>
          <a:p>
            <a:r>
              <a:rPr lang="ko-KR" altLang="en-US" sz="900" spc="-150" dirty="0">
                <a:solidFill>
                  <a:schemeClr val="tx1">
                    <a:lumMod val="75000"/>
                    <a:lumOff val="25000"/>
                  </a:schemeClr>
                </a:solidFill>
                <a:latin typeface="맑은 고딕" panose="020B0503020000020004" pitchFamily="50" charset="-127"/>
                <a:ea typeface="맑은 고딕" panose="020B0503020000020004" pitchFamily="50" charset="-127"/>
              </a:rPr>
              <a:t>결제완료</a:t>
            </a:r>
            <a:r>
              <a:rPr lang="en-US" altLang="ko-KR" sz="900" spc="-150" dirty="0">
                <a:solidFill>
                  <a:schemeClr val="tx1">
                    <a:lumMod val="75000"/>
                    <a:lumOff val="25000"/>
                  </a:schemeClr>
                </a:solidFill>
                <a:highlight>
                  <a:srgbClr val="00FFFF"/>
                </a:highlight>
                <a:latin typeface="맑은 고딕" panose="020B0503020000020004" pitchFamily="50" charset="-127"/>
              </a:rPr>
              <a:t>– PC VER</a:t>
            </a:r>
            <a:endParaRPr lang="ko-KR" altLang="en-US" sz="900" spc="-150" dirty="0">
              <a:solidFill>
                <a:schemeClr val="tx1">
                  <a:lumMod val="75000"/>
                  <a:lumOff val="25000"/>
                </a:schemeClr>
              </a:solidFill>
              <a:highlight>
                <a:srgbClr val="00FFFF"/>
              </a:highlight>
              <a:latin typeface="맑은 고딕" panose="020B0503020000020004" pitchFamily="50" charset="-127"/>
            </a:endParaRPr>
          </a:p>
        </p:txBody>
      </p:sp>
      <p:sp>
        <p:nvSpPr>
          <p:cNvPr id="17" name="TextBox 16">
            <a:extLst>
              <a:ext uri="{FF2B5EF4-FFF2-40B4-BE49-F238E27FC236}">
                <a16:creationId xmlns:a16="http://schemas.microsoft.com/office/drawing/2014/main" id="{DE1C85FA-E0F7-BAAA-C346-A5097B402A9E}"/>
              </a:ext>
            </a:extLst>
          </p:cNvPr>
          <p:cNvSpPr txBox="1"/>
          <p:nvPr/>
        </p:nvSpPr>
        <p:spPr>
          <a:xfrm>
            <a:off x="2329353" y="1573915"/>
            <a:ext cx="5432842" cy="303598"/>
          </a:xfrm>
          <a:prstGeom prst="rect">
            <a:avLst/>
          </a:prstGeom>
          <a:noFill/>
        </p:spPr>
        <p:txBody>
          <a:bodyPr wrap="square" lIns="0" tIns="0" rIns="0" bIns="0" anchor="ctr">
            <a:noAutofit/>
          </a:bodyPr>
          <a:lstStyle/>
          <a:p>
            <a:pPr algn="ctr"/>
            <a:r>
              <a:rPr lang="ko-KR" altLang="en-US" sz="1100" b="1" dirty="0">
                <a:solidFill>
                  <a:srgbClr val="404040"/>
                </a:solidFill>
                <a:latin typeface="맑은 고딕"/>
                <a:ea typeface="맑은 고딕"/>
              </a:rPr>
              <a:t>총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상품 중 </a:t>
            </a:r>
            <a:r>
              <a:rPr lang="en-US" altLang="ko-KR" sz="1100" b="1" dirty="0">
                <a:solidFill>
                  <a:srgbClr val="404040"/>
                </a:solidFill>
                <a:latin typeface="맑은 고딕"/>
                <a:ea typeface="맑은 고딕"/>
              </a:rPr>
              <a:t>2</a:t>
            </a:r>
            <a:r>
              <a:rPr lang="ko-KR" altLang="en-US" sz="1100" b="1" dirty="0">
                <a:solidFill>
                  <a:srgbClr val="404040"/>
                </a:solidFill>
                <a:latin typeface="맑은 고딕"/>
                <a:ea typeface="맑은 고딕"/>
              </a:rPr>
              <a:t>건의 주문이</a:t>
            </a:r>
            <a:r>
              <a:rPr lang="en-US" altLang="ko-KR" sz="1100" b="1" dirty="0">
                <a:solidFill>
                  <a:srgbClr val="404040"/>
                </a:solidFill>
                <a:latin typeface="맑은 고딕"/>
                <a:ea typeface="맑은 고딕"/>
              </a:rPr>
              <a:t> </a:t>
            </a:r>
            <a:r>
              <a:rPr lang="ko-KR" altLang="en-US" sz="1100" b="1" dirty="0">
                <a:solidFill>
                  <a:srgbClr val="404040"/>
                </a:solidFill>
                <a:latin typeface="맑은 고딕"/>
                <a:ea typeface="맑은 고딕"/>
              </a:rPr>
              <a:t>완료되었습니다</a:t>
            </a:r>
            <a:r>
              <a:rPr lang="en-US" altLang="ko-KR" sz="1100" b="1" dirty="0">
                <a:solidFill>
                  <a:srgbClr val="404040"/>
                </a:solidFill>
                <a:latin typeface="맑은 고딕"/>
                <a:ea typeface="맑은 고딕"/>
              </a:rPr>
              <a:t>.</a:t>
            </a:r>
            <a:endParaRPr sz="1100" b="1" dirty="0">
              <a:solidFill>
                <a:srgbClr val="404040"/>
              </a:solidFill>
              <a:latin typeface="맑은 고딕"/>
              <a:ea typeface="맑은 고딕"/>
            </a:endParaRPr>
          </a:p>
        </p:txBody>
      </p:sp>
      <p:sp>
        <p:nvSpPr>
          <p:cNvPr id="18" name="TextBox 17">
            <a:extLst>
              <a:ext uri="{FF2B5EF4-FFF2-40B4-BE49-F238E27FC236}">
                <a16:creationId xmlns:a16="http://schemas.microsoft.com/office/drawing/2014/main" id="{213D61DE-56F2-68FD-C283-CADBADBC24C8}"/>
              </a:ext>
            </a:extLst>
          </p:cNvPr>
          <p:cNvSpPr txBox="1"/>
          <p:nvPr/>
        </p:nvSpPr>
        <p:spPr>
          <a:xfrm>
            <a:off x="3622863" y="1879776"/>
            <a:ext cx="2845822" cy="256032"/>
          </a:xfrm>
          <a:prstGeom prst="rect">
            <a:avLst/>
          </a:prstGeom>
          <a:noFill/>
        </p:spPr>
        <p:txBody>
          <a:bodyPr wrap="square" lIns="0" tIns="0" rIns="0" bIns="0" anchor="ctr">
            <a:noAutofit/>
          </a:bodyPr>
          <a:lstStyle/>
          <a:p>
            <a:pPr algn="ctr"/>
            <a:r>
              <a:rPr lang="ko-KR" altLang="en-US" sz="900" b="0" dirty="0">
                <a:solidFill>
                  <a:srgbClr val="8A8A8A"/>
                </a:solidFill>
                <a:latin typeface="맑은 고딕"/>
                <a:ea typeface="맑은 고딕"/>
              </a:rPr>
              <a:t>주문번호</a:t>
            </a:r>
            <a:r>
              <a:rPr lang="en-US" altLang="ko-KR" sz="900" b="0" dirty="0">
                <a:solidFill>
                  <a:srgbClr val="8A8A8A"/>
                </a:solidFill>
                <a:latin typeface="맑은 고딕"/>
                <a:ea typeface="맑은 고딕"/>
              </a:rPr>
              <a:t>: 260630001754</a:t>
            </a:r>
            <a:endParaRPr sz="900" b="0" dirty="0">
              <a:solidFill>
                <a:srgbClr val="8A8A8A"/>
              </a:solidFill>
              <a:latin typeface="맑은 고딕"/>
              <a:ea typeface="맑은 고딕"/>
            </a:endParaRPr>
          </a:p>
        </p:txBody>
      </p:sp>
      <p:sp>
        <p:nvSpPr>
          <p:cNvPr id="19" name="Rounded Rectangle 35">
            <a:extLst>
              <a:ext uri="{FF2B5EF4-FFF2-40B4-BE49-F238E27FC236}">
                <a16:creationId xmlns:a16="http://schemas.microsoft.com/office/drawing/2014/main" id="{38D47D23-B913-88C9-1DAF-C3C17BBD2EC2}"/>
              </a:ext>
            </a:extLst>
          </p:cNvPr>
          <p:cNvSpPr/>
          <p:nvPr/>
        </p:nvSpPr>
        <p:spPr>
          <a:xfrm>
            <a:off x="3528641" y="2171935"/>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쇼핑 계속하기</a:t>
            </a:r>
          </a:p>
        </p:txBody>
      </p:sp>
      <p:sp>
        <p:nvSpPr>
          <p:cNvPr id="20" name="Rounded Rectangle 35">
            <a:extLst>
              <a:ext uri="{FF2B5EF4-FFF2-40B4-BE49-F238E27FC236}">
                <a16:creationId xmlns:a16="http://schemas.microsoft.com/office/drawing/2014/main" id="{58F4784A-8EA3-91E7-3019-1990228523E4}"/>
              </a:ext>
            </a:extLst>
          </p:cNvPr>
          <p:cNvSpPr/>
          <p:nvPr/>
        </p:nvSpPr>
        <p:spPr>
          <a:xfrm>
            <a:off x="5063420" y="2171935"/>
            <a:ext cx="1443637" cy="262216"/>
          </a:xfrm>
          <a:prstGeom prst="roundRect">
            <a:avLst>
              <a:gd name="adj" fmla="val 0"/>
            </a:avLst>
          </a:prstGeom>
          <a:solidFill>
            <a:srgbClr val="FFFFFF"/>
          </a:solidFill>
          <a:ln w="6350">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ko-KR" altLang="en-US" sz="800" dirty="0">
                <a:solidFill>
                  <a:sysClr val="windowText" lastClr="000000"/>
                </a:solidFill>
                <a:ea typeface="맑은 고딕"/>
              </a:rPr>
              <a:t>주문상세보기</a:t>
            </a:r>
          </a:p>
        </p:txBody>
      </p:sp>
      <p:sp>
        <p:nvSpPr>
          <p:cNvPr id="2" name="TextBox 1">
            <a:extLst>
              <a:ext uri="{FF2B5EF4-FFF2-40B4-BE49-F238E27FC236}">
                <a16:creationId xmlns:a16="http://schemas.microsoft.com/office/drawing/2014/main" id="{6B0BE25C-639E-1902-0C49-56E5F960A000}"/>
              </a:ext>
            </a:extLst>
          </p:cNvPr>
          <p:cNvSpPr txBox="1"/>
          <p:nvPr/>
        </p:nvSpPr>
        <p:spPr>
          <a:xfrm>
            <a:off x="4536754" y="1027801"/>
            <a:ext cx="1031051" cy="369332"/>
          </a:xfrm>
          <a:prstGeom prst="rect">
            <a:avLst/>
          </a:prstGeom>
          <a:noFill/>
        </p:spPr>
        <p:txBody>
          <a:bodyPr wrap="none" rtlCol="0">
            <a:spAutoFit/>
          </a:bodyPr>
          <a:lstStyle/>
          <a:p>
            <a:pPr algn="ctr"/>
            <a:r>
              <a:rPr lang="ko-KR" altLang="en-US" sz="1800" b="1" spc="-150" dirty="0">
                <a:solidFill>
                  <a:schemeClr val="tx1">
                    <a:lumMod val="75000"/>
                    <a:lumOff val="25000"/>
                  </a:schemeClr>
                </a:solidFill>
                <a:latin typeface="맑은 고딕" panose="020B0503020000020004" pitchFamily="50" charset="-127"/>
                <a:ea typeface="맑은 고딕" panose="020B0503020000020004" pitchFamily="50" charset="-127"/>
              </a:rPr>
              <a:t>주문완료</a:t>
            </a:r>
          </a:p>
        </p:txBody>
      </p:sp>
      <p:sp>
        <p:nvSpPr>
          <p:cNvPr id="47" name="사각형: 둥근 모서리 46">
            <a:extLst>
              <a:ext uri="{FF2B5EF4-FFF2-40B4-BE49-F238E27FC236}">
                <a16:creationId xmlns:a16="http://schemas.microsoft.com/office/drawing/2014/main" id="{6D593711-F439-D84E-5066-2398457EF73B}"/>
              </a:ext>
            </a:extLst>
          </p:cNvPr>
          <p:cNvSpPr/>
          <p:nvPr/>
        </p:nvSpPr>
        <p:spPr>
          <a:xfrm>
            <a:off x="9526604" y="2867822"/>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1" name="TextBox 50">
            <a:extLst>
              <a:ext uri="{FF2B5EF4-FFF2-40B4-BE49-F238E27FC236}">
                <a16:creationId xmlns:a16="http://schemas.microsoft.com/office/drawing/2014/main" id="{91236FA0-4427-F3EE-B84D-49DF1E226C36}"/>
              </a:ext>
            </a:extLst>
          </p:cNvPr>
          <p:cNvSpPr txBox="1"/>
          <p:nvPr/>
        </p:nvSpPr>
        <p:spPr>
          <a:xfrm>
            <a:off x="9446386" y="2904832"/>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59" name="순서도: 연결자 58">
            <a:extLst>
              <a:ext uri="{FF2B5EF4-FFF2-40B4-BE49-F238E27FC236}">
                <a16:creationId xmlns:a16="http://schemas.microsoft.com/office/drawing/2014/main" id="{78D43909-109C-287B-DE6E-C83725B7A020}"/>
              </a:ext>
            </a:extLst>
          </p:cNvPr>
          <p:cNvSpPr/>
          <p:nvPr/>
        </p:nvSpPr>
        <p:spPr>
          <a:xfrm>
            <a:off x="9550132" y="3151120"/>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4" name="순서도: 연결자 63">
            <a:extLst>
              <a:ext uri="{FF2B5EF4-FFF2-40B4-BE49-F238E27FC236}">
                <a16:creationId xmlns:a16="http://schemas.microsoft.com/office/drawing/2014/main" id="{DB5DA066-285D-28F9-BBFC-D48EEFB90F36}"/>
              </a:ext>
            </a:extLst>
          </p:cNvPr>
          <p:cNvSpPr/>
          <p:nvPr/>
        </p:nvSpPr>
        <p:spPr>
          <a:xfrm>
            <a:off x="9553108" y="357941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6" name="순서도: 연결자 65">
            <a:extLst>
              <a:ext uri="{FF2B5EF4-FFF2-40B4-BE49-F238E27FC236}">
                <a16:creationId xmlns:a16="http://schemas.microsoft.com/office/drawing/2014/main" id="{945BF316-5674-4212-F2EF-B00E331D60A3}"/>
              </a:ext>
            </a:extLst>
          </p:cNvPr>
          <p:cNvSpPr/>
          <p:nvPr/>
        </p:nvSpPr>
        <p:spPr>
          <a:xfrm>
            <a:off x="9553108" y="399364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순서도: 연결자 66">
            <a:extLst>
              <a:ext uri="{FF2B5EF4-FFF2-40B4-BE49-F238E27FC236}">
                <a16:creationId xmlns:a16="http://schemas.microsoft.com/office/drawing/2014/main" id="{D38468B1-E709-0D83-8A22-1C41AC0A5619}"/>
              </a:ext>
            </a:extLst>
          </p:cNvPr>
          <p:cNvSpPr/>
          <p:nvPr/>
        </p:nvSpPr>
        <p:spPr>
          <a:xfrm>
            <a:off x="9561187" y="4484325"/>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81" name="TextBox 80">
            <a:extLst>
              <a:ext uri="{FF2B5EF4-FFF2-40B4-BE49-F238E27FC236}">
                <a16:creationId xmlns:a16="http://schemas.microsoft.com/office/drawing/2014/main" id="{4829F993-7693-053F-CBBE-D7DD3CC3E3A2}"/>
              </a:ext>
            </a:extLst>
          </p:cNvPr>
          <p:cNvSpPr txBox="1"/>
          <p:nvPr/>
        </p:nvSpPr>
        <p:spPr>
          <a:xfrm>
            <a:off x="760449" y="3037595"/>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주문상품 </a:t>
            </a:r>
            <a:endParaRPr lang="en-US" altLang="ko-KR" sz="1000" b="1" spc="-150" dirty="0">
              <a:solidFill>
                <a:srgbClr val="333333"/>
              </a:solidFill>
              <a:latin typeface="+mn-ea"/>
            </a:endParaRPr>
          </a:p>
          <a:p>
            <a:pPr algn="l"/>
            <a:r>
              <a:rPr lang="en-US" altLang="ko-KR" sz="1000" b="1" spc="-150" dirty="0">
                <a:solidFill>
                  <a:srgbClr val="333333"/>
                </a:solidFill>
                <a:latin typeface="+mn-ea"/>
              </a:rPr>
              <a:t>(2</a:t>
            </a:r>
            <a:r>
              <a:rPr lang="ko-KR" altLang="en-US" sz="1000" b="1" spc="-150" dirty="0">
                <a:solidFill>
                  <a:srgbClr val="333333"/>
                </a:solidFill>
                <a:latin typeface="+mn-ea"/>
              </a:rPr>
              <a:t>건</a:t>
            </a:r>
            <a:r>
              <a:rPr lang="en-US" altLang="ko-KR" sz="1000" b="1" spc="-150" dirty="0">
                <a:solidFill>
                  <a:srgbClr val="333333"/>
                </a:solidFill>
                <a:latin typeface="+mn-ea"/>
              </a:rPr>
              <a:t>)</a:t>
            </a:r>
            <a:endParaRPr sz="1000" b="1" spc="-150" dirty="0">
              <a:solidFill>
                <a:srgbClr val="333333"/>
              </a:solidFill>
              <a:latin typeface="+mn-ea"/>
            </a:endParaRPr>
          </a:p>
        </p:txBody>
      </p:sp>
      <p:grpSp>
        <p:nvGrpSpPr>
          <p:cNvPr id="84" name="그룹 83">
            <a:extLst>
              <a:ext uri="{FF2B5EF4-FFF2-40B4-BE49-F238E27FC236}">
                <a16:creationId xmlns:a16="http://schemas.microsoft.com/office/drawing/2014/main" id="{D7B547B3-A1F0-FED6-31A5-995B34447E88}"/>
              </a:ext>
            </a:extLst>
          </p:cNvPr>
          <p:cNvGrpSpPr/>
          <p:nvPr/>
        </p:nvGrpSpPr>
        <p:grpSpPr>
          <a:xfrm>
            <a:off x="1451711" y="3260697"/>
            <a:ext cx="4766261" cy="1716136"/>
            <a:chOff x="1266705" y="2833161"/>
            <a:chExt cx="4766261" cy="1716136"/>
          </a:xfrm>
        </p:grpSpPr>
        <p:sp>
          <p:nvSpPr>
            <p:cNvPr id="85" name="Rounded Rectangle 17">
              <a:extLst>
                <a:ext uri="{FF2B5EF4-FFF2-40B4-BE49-F238E27FC236}">
                  <a16:creationId xmlns:a16="http://schemas.microsoft.com/office/drawing/2014/main" id="{B01489F9-4225-06E7-3D4C-73A938AB7575}"/>
                </a:ext>
              </a:extLst>
            </p:cNvPr>
            <p:cNvSpPr/>
            <p:nvPr/>
          </p:nvSpPr>
          <p:spPr>
            <a:xfrm>
              <a:off x="1266705" y="2833161"/>
              <a:ext cx="4766261" cy="1716136"/>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Rounded Rectangle 27">
              <a:extLst>
                <a:ext uri="{FF2B5EF4-FFF2-40B4-BE49-F238E27FC236}">
                  <a16:creationId xmlns:a16="http://schemas.microsoft.com/office/drawing/2014/main" id="{3468EB8D-4E08-B31F-DD40-2A424E33EF12}"/>
                </a:ext>
              </a:extLst>
            </p:cNvPr>
            <p:cNvSpPr/>
            <p:nvPr/>
          </p:nvSpPr>
          <p:spPr>
            <a:xfrm>
              <a:off x="2376523" y="3017537"/>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87" name="TextBox 86">
              <a:extLst>
                <a:ext uri="{FF2B5EF4-FFF2-40B4-BE49-F238E27FC236}">
                  <a16:creationId xmlns:a16="http://schemas.microsoft.com/office/drawing/2014/main" id="{81A72B4F-4FDD-F7FB-D43A-F764E7B7DC14}"/>
                </a:ext>
              </a:extLst>
            </p:cNvPr>
            <p:cNvSpPr txBox="1"/>
            <p:nvPr/>
          </p:nvSpPr>
          <p:spPr>
            <a:xfrm>
              <a:off x="2376522" y="3227517"/>
              <a:ext cx="3456375" cy="276999"/>
            </a:xfrm>
            <a:prstGeom prst="rect">
              <a:avLst/>
            </a:prstGeom>
            <a:noFill/>
          </p:spPr>
          <p:txBody>
            <a:bodyPr wrap="square" lIns="0" tIns="0" rIns="0" bIns="0" anchor="t">
              <a:spAutoFit/>
            </a:bodyPr>
            <a:lstStyle/>
            <a:p>
              <a:r>
                <a:rPr lang="en-US" altLang="ko-KR" sz="900" b="1" dirty="0">
                  <a:solidFill>
                    <a:srgbClr val="404040"/>
                  </a:solidFill>
                  <a:ea typeface="맑은 고딕"/>
                </a:rPr>
                <a:t>[</a:t>
              </a:r>
              <a:r>
                <a:rPr lang="ko-KR" altLang="en-US" sz="900" b="1" dirty="0" err="1">
                  <a:solidFill>
                    <a:srgbClr val="404040"/>
                  </a:solidFill>
                  <a:ea typeface="맑은 고딕"/>
                </a:rPr>
                <a:t>썸머러버</a:t>
              </a:r>
              <a:r>
                <a:rPr lang="en-US" altLang="ko-KR" sz="900" b="1" dirty="0">
                  <a:solidFill>
                    <a:srgbClr val="404040"/>
                  </a:solidFill>
                  <a:ea typeface="맑은 고딕"/>
                </a:rPr>
                <a:t>]</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맥스드라이</a:t>
              </a:r>
              <a:r>
                <a:rPr lang="ko-KR" altLang="en-US" sz="900" b="1" dirty="0">
                  <a:solidFill>
                    <a:srgbClr val="404040"/>
                  </a:solidFill>
                  <a:ea typeface="맑은 고딕"/>
                </a:rPr>
                <a:t> 에어 밴드</a:t>
              </a:r>
              <a:r>
                <a:rPr lang="en-US" altLang="ko-KR" sz="900" b="1" dirty="0">
                  <a:solidFill>
                    <a:srgbClr val="404040"/>
                  </a:solidFill>
                  <a:ea typeface="맑은 고딕"/>
                </a:rPr>
                <a:t>/</a:t>
              </a:r>
              <a:r>
                <a:rPr lang="ko-KR" altLang="en-US" sz="900" b="1" dirty="0">
                  <a:solidFill>
                    <a:srgbClr val="404040"/>
                  </a:solidFill>
                  <a:ea typeface="맑은 고딕"/>
                </a:rPr>
                <a:t>팬티형 통기성 기저귀 </a:t>
              </a:r>
              <a:r>
                <a:rPr lang="en-US" altLang="ko-KR" sz="900" b="1" dirty="0">
                  <a:solidFill>
                    <a:srgbClr val="404040"/>
                  </a:solidFill>
                  <a:ea typeface="맑은 고딕"/>
                </a:rPr>
                <a:t>[3</a:t>
              </a:r>
              <a:r>
                <a:rPr lang="ko-KR" altLang="en-US" sz="900" b="1" dirty="0">
                  <a:solidFill>
                    <a:srgbClr val="404040"/>
                  </a:solidFill>
                  <a:ea typeface="맑은 고딕"/>
                </a:rPr>
                <a:t>박스 구성</a:t>
              </a:r>
              <a:r>
                <a:rPr lang="en-US" altLang="ko-KR" sz="900" b="1" dirty="0">
                  <a:solidFill>
                    <a:srgbClr val="404040"/>
                  </a:solidFill>
                  <a:ea typeface="맑은 고딕"/>
                </a:rPr>
                <a:t>] 3</a:t>
              </a:r>
              <a:r>
                <a:rPr lang="ko-KR" altLang="en-US" sz="900" b="1" dirty="0">
                  <a:solidFill>
                    <a:srgbClr val="404040"/>
                  </a:solidFill>
                  <a:ea typeface="맑은 고딕"/>
                </a:rPr>
                <a:t>개</a:t>
              </a:r>
              <a:endParaRPr lang="en-US" altLang="ko-KR" sz="900" b="1" dirty="0">
                <a:solidFill>
                  <a:srgbClr val="404040"/>
                </a:solidFill>
                <a:latin typeface="맑은 고딕"/>
                <a:ea typeface="맑은 고딕"/>
              </a:endParaRPr>
            </a:p>
          </p:txBody>
        </p:sp>
        <p:sp>
          <p:nvSpPr>
            <p:cNvPr id="88" name="Rounded Rectangle 27">
              <a:extLst>
                <a:ext uri="{FF2B5EF4-FFF2-40B4-BE49-F238E27FC236}">
                  <a16:creationId xmlns:a16="http://schemas.microsoft.com/office/drawing/2014/main" id="{C2E8961D-C88B-34BF-01D8-1F3AA09BA075}"/>
                </a:ext>
              </a:extLst>
            </p:cNvPr>
            <p:cNvSpPr/>
            <p:nvPr/>
          </p:nvSpPr>
          <p:spPr>
            <a:xfrm>
              <a:off x="3221861" y="3017537"/>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89" name="직사각형 88">
              <a:extLst>
                <a:ext uri="{FF2B5EF4-FFF2-40B4-BE49-F238E27FC236}">
                  <a16:creationId xmlns:a16="http://schemas.microsoft.com/office/drawing/2014/main" id="{F7E7A892-BEA5-EE7A-D8D8-DB835D59D914}"/>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90" name="Rounded Rectangle 27">
              <a:extLst>
                <a:ext uri="{FF2B5EF4-FFF2-40B4-BE49-F238E27FC236}">
                  <a16:creationId xmlns:a16="http://schemas.microsoft.com/office/drawing/2014/main" id="{B499B315-A65D-3FBB-36CB-09705C752909}"/>
                </a:ext>
              </a:extLst>
            </p:cNvPr>
            <p:cNvSpPr/>
            <p:nvPr/>
          </p:nvSpPr>
          <p:spPr>
            <a:xfrm>
              <a:off x="2368864" y="3594583"/>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ko-KR" sz="700" dirty="0">
                  <a:solidFill>
                    <a:schemeClr val="tx1"/>
                  </a:solidFill>
                  <a:ea typeface="맑은 고딕"/>
                </a:rPr>
                <a:t>1) (26년형) 1단계 밴드형 공용 60매 </a:t>
              </a:r>
              <a:r>
                <a:rPr lang="ko-KR" altLang="ko-KR" sz="700" dirty="0" err="1">
                  <a:solidFill>
                    <a:schemeClr val="tx1"/>
                  </a:solidFill>
                  <a:ea typeface="맑은 고딕"/>
                </a:rPr>
                <a:t>x</a:t>
              </a:r>
              <a:r>
                <a:rPr lang="ko-KR" altLang="ko-KR" sz="700" dirty="0">
                  <a:solidFill>
                    <a:schemeClr val="tx1"/>
                  </a:solidFill>
                  <a:ea typeface="맑은 고딕"/>
                </a:rPr>
                <a:t> 9팩 NS61</a:t>
              </a:r>
              <a:endParaRPr lang="ko-KR" altLang="en-US" sz="700" dirty="0">
                <a:solidFill>
                  <a:schemeClr val="tx1"/>
                </a:solidFill>
                <a:ea typeface="맑은 고딕"/>
              </a:endParaRPr>
            </a:p>
          </p:txBody>
        </p:sp>
        <p:sp>
          <p:nvSpPr>
            <p:cNvPr id="91" name="Rounded Rectangle 27">
              <a:extLst>
                <a:ext uri="{FF2B5EF4-FFF2-40B4-BE49-F238E27FC236}">
                  <a16:creationId xmlns:a16="http://schemas.microsoft.com/office/drawing/2014/main" id="{3CEF061D-503F-0232-DFFC-133D7BB63216}"/>
                </a:ext>
              </a:extLst>
            </p:cNvPr>
            <p:cNvSpPr/>
            <p:nvPr/>
          </p:nvSpPr>
          <p:spPr>
            <a:xfrm>
              <a:off x="3755061" y="3557036"/>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E8623F"/>
                  </a:solidFill>
                  <a:ea typeface="맑은 고딕"/>
                </a:rPr>
                <a:t>113,800</a:t>
              </a:r>
              <a:r>
                <a:rPr lang="ko-KR" altLang="en-US" sz="1000" b="1" dirty="0">
                  <a:solidFill>
                    <a:srgbClr val="E8623F"/>
                  </a:solidFill>
                  <a:ea typeface="맑은 고딕"/>
                </a:rPr>
                <a:t>원</a:t>
              </a:r>
              <a:r>
                <a:rPr lang="en-US" altLang="ko-KR" sz="700" dirty="0">
                  <a:solidFill>
                    <a:srgbClr val="E8623F"/>
                  </a:solidFill>
                  <a:ea typeface="맑은 고딕"/>
                </a:rPr>
                <a:t> </a:t>
              </a:r>
              <a:endParaRPr lang="ko-KR" altLang="en-US" sz="700" dirty="0">
                <a:solidFill>
                  <a:srgbClr val="E8623F"/>
                </a:solidFill>
                <a:ea typeface="맑은 고딕"/>
              </a:endParaRPr>
            </a:p>
          </p:txBody>
        </p:sp>
      </p:grpSp>
      <p:grpSp>
        <p:nvGrpSpPr>
          <p:cNvPr id="92" name="그룹 91">
            <a:extLst>
              <a:ext uri="{FF2B5EF4-FFF2-40B4-BE49-F238E27FC236}">
                <a16:creationId xmlns:a16="http://schemas.microsoft.com/office/drawing/2014/main" id="{5ACD804C-B418-B8F0-B5E9-60D20AB8540E}"/>
              </a:ext>
            </a:extLst>
          </p:cNvPr>
          <p:cNvGrpSpPr/>
          <p:nvPr/>
        </p:nvGrpSpPr>
        <p:grpSpPr>
          <a:xfrm>
            <a:off x="1451711" y="5064501"/>
            <a:ext cx="4766261" cy="1717200"/>
            <a:chOff x="1266705" y="2833161"/>
            <a:chExt cx="4766261" cy="1717200"/>
          </a:xfrm>
        </p:grpSpPr>
        <p:sp>
          <p:nvSpPr>
            <p:cNvPr id="93" name="Rounded Rectangle 17">
              <a:extLst>
                <a:ext uri="{FF2B5EF4-FFF2-40B4-BE49-F238E27FC236}">
                  <a16:creationId xmlns:a16="http://schemas.microsoft.com/office/drawing/2014/main" id="{7B393BE0-AAF5-A701-28F8-DFAA24D6F99F}"/>
                </a:ext>
              </a:extLst>
            </p:cNvPr>
            <p:cNvSpPr/>
            <p:nvPr/>
          </p:nvSpPr>
          <p:spPr>
            <a:xfrm>
              <a:off x="1266705" y="2833161"/>
              <a:ext cx="4766261" cy="1717200"/>
            </a:xfrm>
            <a:prstGeom prst="roundRect">
              <a:avLst>
                <a:gd name="adj" fmla="val 5302"/>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Rounded Rectangle 27">
              <a:extLst>
                <a:ext uri="{FF2B5EF4-FFF2-40B4-BE49-F238E27FC236}">
                  <a16:creationId xmlns:a16="http://schemas.microsoft.com/office/drawing/2014/main" id="{AB7BA250-3125-BACF-63CF-B385B37AA1A5}"/>
                </a:ext>
              </a:extLst>
            </p:cNvPr>
            <p:cNvSpPr/>
            <p:nvPr/>
          </p:nvSpPr>
          <p:spPr>
            <a:xfrm>
              <a:off x="2376523" y="3017537"/>
              <a:ext cx="822901"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a:solidFill>
                    <a:schemeClr val="tx1"/>
                  </a:solidFill>
                  <a:ea typeface="맑은 고딕"/>
                </a:rPr>
                <a:t>기저귀</a:t>
              </a:r>
              <a:r>
                <a:rPr lang="en-US" altLang="ko-KR" sz="600" dirty="0">
                  <a:solidFill>
                    <a:schemeClr val="tx1"/>
                  </a:solidFill>
                  <a:ea typeface="맑은 고딕"/>
                </a:rPr>
                <a:t>/</a:t>
              </a:r>
              <a:r>
                <a:rPr lang="ko-KR" altLang="en-US" sz="600" dirty="0" err="1">
                  <a:solidFill>
                    <a:schemeClr val="tx1"/>
                  </a:solidFill>
                  <a:ea typeface="맑은 고딕"/>
                </a:rPr>
                <a:t>조제분유지원</a:t>
              </a:r>
              <a:endParaRPr lang="ko-KR" altLang="en-US" sz="600" dirty="0">
                <a:solidFill>
                  <a:schemeClr val="tx1"/>
                </a:solidFill>
                <a:ea typeface="맑은 고딕"/>
              </a:endParaRPr>
            </a:p>
          </p:txBody>
        </p:sp>
        <p:sp>
          <p:nvSpPr>
            <p:cNvPr id="95" name="TextBox 94">
              <a:extLst>
                <a:ext uri="{FF2B5EF4-FFF2-40B4-BE49-F238E27FC236}">
                  <a16:creationId xmlns:a16="http://schemas.microsoft.com/office/drawing/2014/main" id="{FFCE9723-3F75-85AB-A6A3-4FBC7D96FAFF}"/>
                </a:ext>
              </a:extLst>
            </p:cNvPr>
            <p:cNvSpPr txBox="1"/>
            <p:nvPr/>
          </p:nvSpPr>
          <p:spPr>
            <a:xfrm>
              <a:off x="2376522" y="3227517"/>
              <a:ext cx="3456375" cy="138499"/>
            </a:xfrm>
            <a:prstGeom prst="rect">
              <a:avLst/>
            </a:prstGeom>
            <a:noFill/>
          </p:spPr>
          <p:txBody>
            <a:bodyPr wrap="square" lIns="0" tIns="0" rIns="0" bIns="0" anchor="t">
              <a:spAutoFit/>
            </a:bodyPr>
            <a:lstStyle/>
            <a:p>
              <a:r>
                <a:rPr lang="en-US" altLang="ko-KR" sz="900" b="1" dirty="0">
                  <a:solidFill>
                    <a:srgbClr val="404040"/>
                  </a:solidFill>
                  <a:ea typeface="맑은 고딕"/>
                </a:rPr>
                <a:t>[2</a:t>
              </a:r>
              <a:r>
                <a:rPr lang="ko-KR" altLang="en-US" sz="900" b="1" dirty="0">
                  <a:solidFill>
                    <a:srgbClr val="404040"/>
                  </a:solidFill>
                  <a:ea typeface="맑은 고딕"/>
                </a:rPr>
                <a:t>박스 구성</a:t>
              </a:r>
              <a:r>
                <a:rPr lang="en-US" altLang="ko-KR" sz="900" b="1" dirty="0">
                  <a:solidFill>
                    <a:srgbClr val="404040"/>
                  </a:solidFill>
                  <a:ea typeface="맑은 고딕"/>
                </a:rPr>
                <a:t>] </a:t>
              </a:r>
              <a:r>
                <a:rPr lang="ko-KR" altLang="en-US" sz="900" b="1" dirty="0" err="1">
                  <a:solidFill>
                    <a:srgbClr val="404040"/>
                  </a:solidFill>
                  <a:ea typeface="맑은 고딕"/>
                </a:rPr>
                <a:t>하기스</a:t>
              </a:r>
              <a:r>
                <a:rPr lang="ko-KR" altLang="en-US" sz="900" b="1" dirty="0">
                  <a:solidFill>
                    <a:srgbClr val="404040"/>
                  </a:solidFill>
                  <a:ea typeface="맑은 고딕"/>
                </a:rPr>
                <a:t> </a:t>
              </a:r>
              <a:r>
                <a:rPr lang="ko-KR" altLang="en-US" sz="900" b="1" dirty="0" err="1">
                  <a:solidFill>
                    <a:srgbClr val="404040"/>
                  </a:solidFill>
                  <a:ea typeface="맑은 고딕"/>
                </a:rPr>
                <a:t>네이처메이드</a:t>
              </a:r>
              <a:r>
                <a:rPr lang="ko-KR" altLang="en-US" sz="900" b="1" dirty="0">
                  <a:solidFill>
                    <a:srgbClr val="404040"/>
                  </a:solidFill>
                  <a:ea typeface="맑은 고딕"/>
                </a:rPr>
                <a:t> 밴드형</a:t>
              </a:r>
              <a:r>
                <a:rPr lang="en-US" altLang="ko-KR" sz="900" b="1" dirty="0">
                  <a:solidFill>
                    <a:srgbClr val="404040"/>
                  </a:solidFill>
                  <a:ea typeface="맑은 고딕"/>
                </a:rPr>
                <a:t>/</a:t>
              </a:r>
              <a:r>
                <a:rPr lang="ko-KR" altLang="en-US" sz="900" b="1" dirty="0">
                  <a:solidFill>
                    <a:srgbClr val="404040"/>
                  </a:solidFill>
                  <a:ea typeface="맑은 고딕"/>
                </a:rPr>
                <a:t>팬티형 기저귀 </a:t>
              </a:r>
              <a:r>
                <a:rPr lang="ko-KR" altLang="en-US" sz="900" b="1" dirty="0" err="1">
                  <a:solidFill>
                    <a:srgbClr val="404040"/>
                  </a:solidFill>
                  <a:ea typeface="맑은 고딕"/>
                </a:rPr>
                <a:t>모음전</a:t>
              </a:r>
              <a:endParaRPr lang="en-US" altLang="ko-KR" sz="900" b="1" dirty="0">
                <a:solidFill>
                  <a:srgbClr val="404040"/>
                </a:solidFill>
                <a:ea typeface="맑은 고딕"/>
              </a:endParaRPr>
            </a:p>
          </p:txBody>
        </p:sp>
        <p:sp>
          <p:nvSpPr>
            <p:cNvPr id="96" name="Rounded Rectangle 27">
              <a:extLst>
                <a:ext uri="{FF2B5EF4-FFF2-40B4-BE49-F238E27FC236}">
                  <a16:creationId xmlns:a16="http://schemas.microsoft.com/office/drawing/2014/main" id="{439D38A2-C9D4-51BF-2F63-1C1413666436}"/>
                </a:ext>
              </a:extLst>
            </p:cNvPr>
            <p:cNvSpPr/>
            <p:nvPr/>
          </p:nvSpPr>
          <p:spPr>
            <a:xfrm>
              <a:off x="3221861" y="3017537"/>
              <a:ext cx="608500" cy="173017"/>
            </a:xfrm>
            <a:prstGeom prst="roundRect">
              <a:avLst>
                <a:gd name="adj" fmla="val 8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ctr"/>
              <a:r>
                <a:rPr lang="ko-KR" altLang="en-US" sz="600" dirty="0" err="1">
                  <a:solidFill>
                    <a:schemeClr val="tx1"/>
                  </a:solidFill>
                  <a:ea typeface="맑은 고딕"/>
                </a:rPr>
                <a:t>첫만남바우처</a:t>
              </a:r>
              <a:endParaRPr lang="ko-KR" altLang="en-US" sz="600" dirty="0">
                <a:solidFill>
                  <a:schemeClr val="tx1"/>
                </a:solidFill>
                <a:ea typeface="맑은 고딕"/>
              </a:endParaRPr>
            </a:p>
          </p:txBody>
        </p:sp>
        <p:sp>
          <p:nvSpPr>
            <p:cNvPr id="97" name="직사각형 96">
              <a:extLst>
                <a:ext uri="{FF2B5EF4-FFF2-40B4-BE49-F238E27FC236}">
                  <a16:creationId xmlns:a16="http://schemas.microsoft.com/office/drawing/2014/main" id="{28BA28A3-4EDA-A846-7D46-3D2E7DB24C35}"/>
                </a:ext>
              </a:extLst>
            </p:cNvPr>
            <p:cNvSpPr/>
            <p:nvPr/>
          </p:nvSpPr>
          <p:spPr>
            <a:xfrm>
              <a:off x="1440409" y="3006562"/>
              <a:ext cx="782216" cy="80392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98" name="Rounded Rectangle 27">
              <a:extLst>
                <a:ext uri="{FF2B5EF4-FFF2-40B4-BE49-F238E27FC236}">
                  <a16:creationId xmlns:a16="http://schemas.microsoft.com/office/drawing/2014/main" id="{8DC2BE0D-B32B-3AB9-92EF-D1A6268593F4}"/>
                </a:ext>
              </a:extLst>
            </p:cNvPr>
            <p:cNvSpPr/>
            <p:nvPr/>
          </p:nvSpPr>
          <p:spPr>
            <a:xfrm>
              <a:off x="2368864" y="3594583"/>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4)(25</a:t>
              </a:r>
              <a:r>
                <a:rPr lang="ko-KR" altLang="en-US" sz="700" dirty="0" err="1">
                  <a:solidFill>
                    <a:schemeClr val="tx1"/>
                  </a:solidFill>
                  <a:ea typeface="맑은 고딕"/>
                </a:rPr>
                <a:t>년형</a:t>
              </a:r>
              <a:r>
                <a:rPr lang="en-US" altLang="ko-KR" sz="700" dirty="0">
                  <a:solidFill>
                    <a:schemeClr val="tx1"/>
                  </a:solidFill>
                  <a:ea typeface="맑은 고딕"/>
                </a:rPr>
                <a:t>) 4</a:t>
              </a:r>
              <a:r>
                <a:rPr lang="ko-KR" altLang="en-US" sz="700" dirty="0">
                  <a:solidFill>
                    <a:schemeClr val="tx1"/>
                  </a:solidFill>
                  <a:ea typeface="맑은 고딕"/>
                </a:rPr>
                <a:t>단계 밴드형 공용 </a:t>
              </a:r>
              <a:r>
                <a:rPr lang="en-US" altLang="ko-KR" sz="700" dirty="0">
                  <a:solidFill>
                    <a:schemeClr val="tx1"/>
                  </a:solidFill>
                  <a:ea typeface="맑은 고딕"/>
                </a:rPr>
                <a:t>40</a:t>
              </a:r>
              <a:r>
                <a:rPr lang="ko-KR" altLang="en-US" sz="700" dirty="0">
                  <a:solidFill>
                    <a:schemeClr val="tx1"/>
                  </a:solidFill>
                  <a:ea typeface="맑은 고딕"/>
                </a:rPr>
                <a:t>매 </a:t>
              </a:r>
              <a:r>
                <a:rPr lang="en-US" altLang="ko-KR" sz="700" dirty="0">
                  <a:solidFill>
                    <a:schemeClr val="tx1"/>
                  </a:solidFill>
                  <a:ea typeface="맑은 고딕"/>
                </a:rPr>
                <a:t>X 6</a:t>
              </a:r>
              <a:r>
                <a:rPr lang="ko-KR" altLang="en-US" sz="700" dirty="0">
                  <a:solidFill>
                    <a:schemeClr val="tx1"/>
                  </a:solidFill>
                  <a:ea typeface="맑은 고딕"/>
                </a:rPr>
                <a:t>팩 </a:t>
              </a:r>
              <a:r>
                <a:rPr lang="en-US" altLang="ko-KR" sz="700" dirty="0">
                  <a:solidFill>
                    <a:schemeClr val="tx1"/>
                  </a:solidFill>
                  <a:ea typeface="맑은 고딕"/>
                </a:rPr>
                <a:t>MX37</a:t>
              </a:r>
              <a:endParaRPr lang="ko-KR" altLang="en-US" sz="700" dirty="0">
                <a:solidFill>
                  <a:schemeClr val="tx1"/>
                </a:solidFill>
                <a:ea typeface="맑은 고딕"/>
              </a:endParaRPr>
            </a:p>
          </p:txBody>
        </p:sp>
        <p:sp>
          <p:nvSpPr>
            <p:cNvPr id="99" name="Rounded Rectangle 27">
              <a:extLst>
                <a:ext uri="{FF2B5EF4-FFF2-40B4-BE49-F238E27FC236}">
                  <a16:creationId xmlns:a16="http://schemas.microsoft.com/office/drawing/2014/main" id="{A1E175FD-BD5F-BA72-C738-F1062EF4C5A1}"/>
                </a:ext>
              </a:extLst>
            </p:cNvPr>
            <p:cNvSpPr/>
            <p:nvPr/>
          </p:nvSpPr>
          <p:spPr>
            <a:xfrm>
              <a:off x="3755061" y="3557036"/>
              <a:ext cx="2131232" cy="237548"/>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700" dirty="0">
                  <a:solidFill>
                    <a:schemeClr val="tx1"/>
                  </a:solidFill>
                  <a:ea typeface="맑은 고딕"/>
                </a:rPr>
                <a:t>1</a:t>
              </a:r>
              <a:r>
                <a:rPr lang="ko-KR" altLang="en-US" sz="700" dirty="0">
                  <a:solidFill>
                    <a:schemeClr val="tx1"/>
                  </a:solidFill>
                  <a:ea typeface="맑은 고딕"/>
                </a:rPr>
                <a:t>개</a:t>
              </a:r>
              <a:r>
                <a:rPr lang="en-US" altLang="ko-KR" sz="700" dirty="0">
                  <a:solidFill>
                    <a:schemeClr val="tx1"/>
                  </a:solidFill>
                  <a:ea typeface="맑은 고딕"/>
                </a:rPr>
                <a:t>/</a:t>
              </a:r>
              <a:r>
                <a:rPr lang="en-US" altLang="ko-KR" sz="1000" b="1" dirty="0">
                  <a:solidFill>
                    <a:srgbClr val="404040"/>
                  </a:solidFill>
                  <a:ea typeface="맑은 고딕"/>
                </a:rPr>
                <a:t>121,800</a:t>
              </a:r>
              <a:r>
                <a:rPr lang="ko-KR" altLang="en-US" sz="1000" b="1" dirty="0">
                  <a:solidFill>
                    <a:srgbClr val="404040"/>
                  </a:solidFill>
                  <a:ea typeface="맑은 고딕"/>
                </a:rPr>
                <a:t>원</a:t>
              </a:r>
              <a:r>
                <a:rPr lang="en-US" altLang="ko-KR" sz="700" dirty="0">
                  <a:solidFill>
                    <a:schemeClr val="tx1"/>
                  </a:solidFill>
                  <a:ea typeface="맑은 고딕"/>
                </a:rPr>
                <a:t> </a:t>
              </a:r>
              <a:endParaRPr lang="ko-KR" altLang="en-US" sz="700" dirty="0">
                <a:solidFill>
                  <a:schemeClr val="tx1"/>
                </a:solidFill>
                <a:ea typeface="맑은 고딕"/>
              </a:endParaRPr>
            </a:p>
          </p:txBody>
        </p:sp>
      </p:grpSp>
      <p:sp>
        <p:nvSpPr>
          <p:cNvPr id="114" name="Rounded Rectangle 67">
            <a:extLst>
              <a:ext uri="{FF2B5EF4-FFF2-40B4-BE49-F238E27FC236}">
                <a16:creationId xmlns:a16="http://schemas.microsoft.com/office/drawing/2014/main" id="{511985E9-DCCA-9ED4-7FAF-208B3134AC5F}"/>
              </a:ext>
            </a:extLst>
          </p:cNvPr>
          <p:cNvSpPr/>
          <p:nvPr/>
        </p:nvSpPr>
        <p:spPr>
          <a:xfrm>
            <a:off x="6400813" y="3235803"/>
            <a:ext cx="3026663" cy="3136794"/>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Box 114">
            <a:extLst>
              <a:ext uri="{FF2B5EF4-FFF2-40B4-BE49-F238E27FC236}">
                <a16:creationId xmlns:a16="http://schemas.microsoft.com/office/drawing/2014/main" id="{CA24141A-4FA6-A231-DE15-ED99EA98642B}"/>
              </a:ext>
            </a:extLst>
          </p:cNvPr>
          <p:cNvSpPr txBox="1"/>
          <p:nvPr/>
        </p:nvSpPr>
        <p:spPr>
          <a:xfrm>
            <a:off x="6552150" y="3425003"/>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16" name="TextBox 115">
            <a:extLst>
              <a:ext uri="{FF2B5EF4-FFF2-40B4-BE49-F238E27FC236}">
                <a16:creationId xmlns:a16="http://schemas.microsoft.com/office/drawing/2014/main" id="{32261EC9-4B41-175F-6C2C-4C8F96B9A920}"/>
              </a:ext>
            </a:extLst>
          </p:cNvPr>
          <p:cNvSpPr txBox="1"/>
          <p:nvPr/>
        </p:nvSpPr>
        <p:spPr>
          <a:xfrm>
            <a:off x="6552150" y="3731691"/>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17" name="TextBox 116">
            <a:extLst>
              <a:ext uri="{FF2B5EF4-FFF2-40B4-BE49-F238E27FC236}">
                <a16:creationId xmlns:a16="http://schemas.microsoft.com/office/drawing/2014/main" id="{FE7400BE-29C7-7859-48E3-43A3B7977566}"/>
              </a:ext>
            </a:extLst>
          </p:cNvPr>
          <p:cNvSpPr txBox="1"/>
          <p:nvPr/>
        </p:nvSpPr>
        <p:spPr>
          <a:xfrm>
            <a:off x="7722582" y="3731691"/>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18" name="TextBox 117">
            <a:extLst>
              <a:ext uri="{FF2B5EF4-FFF2-40B4-BE49-F238E27FC236}">
                <a16:creationId xmlns:a16="http://schemas.microsoft.com/office/drawing/2014/main" id="{9FA47548-CFED-7DC7-B5DA-C2EF3C9466A1}"/>
              </a:ext>
            </a:extLst>
          </p:cNvPr>
          <p:cNvSpPr txBox="1"/>
          <p:nvPr/>
        </p:nvSpPr>
        <p:spPr>
          <a:xfrm>
            <a:off x="6552150" y="3924969"/>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119" name="TextBox 118">
            <a:extLst>
              <a:ext uri="{FF2B5EF4-FFF2-40B4-BE49-F238E27FC236}">
                <a16:creationId xmlns:a16="http://schemas.microsoft.com/office/drawing/2014/main" id="{854C6788-4CB2-96CD-C3A0-0E952A313BDA}"/>
              </a:ext>
            </a:extLst>
          </p:cNvPr>
          <p:cNvSpPr txBox="1"/>
          <p:nvPr/>
        </p:nvSpPr>
        <p:spPr>
          <a:xfrm>
            <a:off x="7722582" y="3924969"/>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120" name="Connector 76">
            <a:extLst>
              <a:ext uri="{FF2B5EF4-FFF2-40B4-BE49-F238E27FC236}">
                <a16:creationId xmlns:a16="http://schemas.microsoft.com/office/drawing/2014/main" id="{4F740B47-ABEC-67E5-9F80-D5737BAF4588}"/>
              </a:ext>
            </a:extLst>
          </p:cNvPr>
          <p:cNvCxnSpPr/>
          <p:nvPr/>
        </p:nvCxnSpPr>
        <p:spPr>
          <a:xfrm>
            <a:off x="6533862" y="4643112"/>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66C315AE-7C50-BAF1-1E12-55EF00FF50CF}"/>
              </a:ext>
            </a:extLst>
          </p:cNvPr>
          <p:cNvSpPr txBox="1"/>
          <p:nvPr/>
        </p:nvSpPr>
        <p:spPr>
          <a:xfrm>
            <a:off x="6552150" y="4203205"/>
            <a:ext cx="1564564" cy="274320"/>
          </a:xfrm>
          <a:prstGeom prst="rect">
            <a:avLst/>
          </a:prstGeom>
          <a:noFill/>
        </p:spPr>
        <p:txBody>
          <a:bodyPr wrap="square" lIns="0" tIns="0" rIns="0" bIns="0" anchor="ctr">
            <a:noAutofit/>
          </a:bodyPr>
          <a:lstStyle/>
          <a:p>
            <a:r>
              <a:rPr lang="ko-KR" altLang="en-US" sz="1050" b="1" spc="-50" dirty="0">
                <a:solidFill>
                  <a:srgbClr val="404040"/>
                </a:solidFill>
                <a:latin typeface="맑은 고딕"/>
                <a:ea typeface="맑은 고딕"/>
              </a:rPr>
              <a:t>최종결제금액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122" name="TextBox 121">
            <a:extLst>
              <a:ext uri="{FF2B5EF4-FFF2-40B4-BE49-F238E27FC236}">
                <a16:creationId xmlns:a16="http://schemas.microsoft.com/office/drawing/2014/main" id="{D536096A-3770-C04A-CFBA-E2050951761D}"/>
              </a:ext>
            </a:extLst>
          </p:cNvPr>
          <p:cNvSpPr txBox="1"/>
          <p:nvPr/>
        </p:nvSpPr>
        <p:spPr>
          <a:xfrm>
            <a:off x="7722582" y="4166629"/>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24" name="Rounded Rectangle 27">
            <a:extLst>
              <a:ext uri="{FF2B5EF4-FFF2-40B4-BE49-F238E27FC236}">
                <a16:creationId xmlns:a16="http://schemas.microsoft.com/office/drawing/2014/main" id="{C91C5457-E880-429C-92FE-526FF65F862F}"/>
              </a:ext>
            </a:extLst>
          </p:cNvPr>
          <p:cNvSpPr/>
          <p:nvPr/>
        </p:nvSpPr>
        <p:spPr>
          <a:xfrm>
            <a:off x="6522807" y="5255364"/>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25" name="TextBox 124">
            <a:extLst>
              <a:ext uri="{FF2B5EF4-FFF2-40B4-BE49-F238E27FC236}">
                <a16:creationId xmlns:a16="http://schemas.microsoft.com/office/drawing/2014/main" id="{4E41F3CE-C2A3-093D-2907-A40688E03610}"/>
              </a:ext>
            </a:extLst>
          </p:cNvPr>
          <p:cNvSpPr txBox="1"/>
          <p:nvPr/>
        </p:nvSpPr>
        <p:spPr>
          <a:xfrm>
            <a:off x="6552150" y="4749051"/>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126" name="TextBox 125">
            <a:extLst>
              <a:ext uri="{FF2B5EF4-FFF2-40B4-BE49-F238E27FC236}">
                <a16:creationId xmlns:a16="http://schemas.microsoft.com/office/drawing/2014/main" id="{E9C4D3CE-B375-B238-A739-D10D6A9195B9}"/>
              </a:ext>
            </a:extLst>
          </p:cNvPr>
          <p:cNvSpPr txBox="1"/>
          <p:nvPr/>
        </p:nvSpPr>
        <p:spPr>
          <a:xfrm>
            <a:off x="6552150" y="5055739"/>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127" name="TextBox 126">
            <a:extLst>
              <a:ext uri="{FF2B5EF4-FFF2-40B4-BE49-F238E27FC236}">
                <a16:creationId xmlns:a16="http://schemas.microsoft.com/office/drawing/2014/main" id="{BAB7B01F-C8F5-119F-1B20-CB09DDE0573F}"/>
              </a:ext>
            </a:extLst>
          </p:cNvPr>
          <p:cNvSpPr txBox="1"/>
          <p:nvPr/>
        </p:nvSpPr>
        <p:spPr>
          <a:xfrm>
            <a:off x="7722582" y="5055739"/>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sp>
        <p:nvSpPr>
          <p:cNvPr id="128" name="TextBox 127">
            <a:extLst>
              <a:ext uri="{FF2B5EF4-FFF2-40B4-BE49-F238E27FC236}">
                <a16:creationId xmlns:a16="http://schemas.microsoft.com/office/drawing/2014/main" id="{D4ED19A1-1521-FA15-1075-CD949AD69CFD}"/>
              </a:ext>
            </a:extLst>
          </p:cNvPr>
          <p:cNvSpPr txBox="1"/>
          <p:nvPr/>
        </p:nvSpPr>
        <p:spPr>
          <a:xfrm>
            <a:off x="6555380" y="5486049"/>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결제정보</a:t>
            </a:r>
            <a:endParaRPr sz="1000" b="1" spc="-150" dirty="0">
              <a:solidFill>
                <a:srgbClr val="333333"/>
              </a:solidFill>
              <a:latin typeface="+mn-ea"/>
            </a:endParaRPr>
          </a:p>
        </p:txBody>
      </p:sp>
      <p:sp>
        <p:nvSpPr>
          <p:cNvPr id="129" name="Rounded Rectangle 27">
            <a:extLst>
              <a:ext uri="{FF2B5EF4-FFF2-40B4-BE49-F238E27FC236}">
                <a16:creationId xmlns:a16="http://schemas.microsoft.com/office/drawing/2014/main" id="{84862640-069E-B7F0-34BD-4B6DB2A5361F}"/>
              </a:ext>
            </a:extLst>
          </p:cNvPr>
          <p:cNvSpPr/>
          <p:nvPr/>
        </p:nvSpPr>
        <p:spPr>
          <a:xfrm>
            <a:off x="6515474" y="5777203"/>
            <a:ext cx="2427081" cy="33434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800" dirty="0">
                <a:solidFill>
                  <a:schemeClr val="tx1"/>
                </a:solidFill>
                <a:ea typeface="맑은 고딕"/>
              </a:rPr>
              <a:t>(BC</a:t>
            </a:r>
            <a:r>
              <a:rPr lang="ko-KR" altLang="en-US" sz="800" dirty="0">
                <a:solidFill>
                  <a:schemeClr val="tx1"/>
                </a:solidFill>
                <a:ea typeface="맑은 고딕"/>
              </a:rPr>
              <a:t>카드</a:t>
            </a:r>
            <a:r>
              <a:rPr lang="en-US" altLang="ko-KR" sz="800" dirty="0">
                <a:solidFill>
                  <a:schemeClr val="tx1"/>
                </a:solidFill>
                <a:ea typeface="맑은 고딕"/>
              </a:rPr>
              <a:t>) 9300-****-****-5637 </a:t>
            </a:r>
          </a:p>
          <a:p>
            <a:r>
              <a:rPr lang="ko-KR" altLang="en-US" sz="800" dirty="0">
                <a:solidFill>
                  <a:schemeClr val="tx1"/>
                </a:solidFill>
                <a:ea typeface="맑은 고딕"/>
              </a:rPr>
              <a:t>승인번호</a:t>
            </a:r>
            <a:r>
              <a:rPr lang="en-US" altLang="ko-KR" sz="800" dirty="0">
                <a:solidFill>
                  <a:schemeClr val="tx1"/>
                </a:solidFill>
                <a:ea typeface="맑은 고딕"/>
              </a:rPr>
              <a:t>: 0000000001</a:t>
            </a:r>
            <a:r>
              <a:rPr lang="ko-KR" altLang="en-US" sz="800" dirty="0">
                <a:solidFill>
                  <a:schemeClr val="tx1"/>
                </a:solidFill>
                <a:ea typeface="맑은 고딕"/>
              </a:rPr>
              <a:t> </a:t>
            </a:r>
            <a:r>
              <a:rPr lang="en-US" altLang="ko-KR" sz="800" dirty="0">
                <a:solidFill>
                  <a:schemeClr val="tx1"/>
                </a:solidFill>
                <a:ea typeface="맑은 고딕"/>
              </a:rPr>
              <a:t>| </a:t>
            </a:r>
            <a:r>
              <a:rPr lang="ko-KR" altLang="en-US" sz="800" dirty="0">
                <a:solidFill>
                  <a:schemeClr val="tx1"/>
                </a:solidFill>
                <a:ea typeface="맑은 고딕"/>
              </a:rPr>
              <a:t>승인금액 </a:t>
            </a:r>
            <a:r>
              <a:rPr lang="en-US" altLang="ko-KR" sz="800" dirty="0">
                <a:solidFill>
                  <a:schemeClr val="tx1"/>
                </a:solidFill>
                <a:ea typeface="맑은 고딕"/>
              </a:rPr>
              <a:t>: 115,600</a:t>
            </a:r>
            <a:r>
              <a:rPr lang="ko-KR" altLang="en-US" sz="800" dirty="0">
                <a:solidFill>
                  <a:schemeClr val="tx1"/>
                </a:solidFill>
                <a:ea typeface="맑은 고딕"/>
              </a:rPr>
              <a:t>원</a:t>
            </a:r>
          </a:p>
        </p:txBody>
      </p:sp>
      <p:sp>
        <p:nvSpPr>
          <p:cNvPr id="131" name="TextBox 130">
            <a:extLst>
              <a:ext uri="{FF2B5EF4-FFF2-40B4-BE49-F238E27FC236}">
                <a16:creationId xmlns:a16="http://schemas.microsoft.com/office/drawing/2014/main" id="{F33E67B4-D43F-6EF7-AEC4-B42F8B508909}"/>
              </a:ext>
            </a:extLst>
          </p:cNvPr>
          <p:cNvSpPr txBox="1"/>
          <p:nvPr/>
        </p:nvSpPr>
        <p:spPr>
          <a:xfrm>
            <a:off x="1407236" y="2965468"/>
            <a:ext cx="3062427" cy="256032"/>
          </a:xfrm>
          <a:prstGeom prst="rect">
            <a:avLst/>
          </a:prstGeom>
          <a:noFill/>
        </p:spPr>
        <p:txBody>
          <a:bodyPr wrap="square" lIns="0" tIns="0" rIns="0" bIns="0" anchor="ctr">
            <a:noAutofit/>
          </a:bodyPr>
          <a:lstStyle/>
          <a:p>
            <a:r>
              <a:rPr lang="ko-KR" altLang="en-US" sz="900" b="1" dirty="0">
                <a:solidFill>
                  <a:srgbClr val="8A8A8A"/>
                </a:solidFill>
                <a:latin typeface="맑은 고딕"/>
                <a:ea typeface="맑은 고딕"/>
              </a:rPr>
              <a:t>결제완료</a:t>
            </a:r>
            <a:r>
              <a:rPr lang="ko-KR" altLang="en-US" sz="900" b="0" dirty="0">
                <a:solidFill>
                  <a:srgbClr val="8A8A8A"/>
                </a:solidFill>
                <a:latin typeface="맑은 고딕"/>
                <a:ea typeface="맑은 고딕"/>
              </a:rPr>
              <a:t> </a:t>
            </a:r>
            <a:r>
              <a:rPr lang="en-US" altLang="ko-KR" sz="900" b="0" dirty="0">
                <a:solidFill>
                  <a:srgbClr val="8A8A8A"/>
                </a:solidFill>
                <a:latin typeface="맑은 고딕"/>
                <a:ea typeface="맑은 고딕"/>
              </a:rPr>
              <a:t>2</a:t>
            </a:r>
            <a:r>
              <a:rPr lang="ko-KR" altLang="en-US" sz="900" b="0" dirty="0">
                <a:solidFill>
                  <a:srgbClr val="8A8A8A"/>
                </a:solidFill>
                <a:latin typeface="맑은 고딕"/>
                <a:ea typeface="맑은 고딕"/>
              </a:rPr>
              <a:t>건</a:t>
            </a:r>
            <a:endParaRPr sz="900" b="0" dirty="0">
              <a:solidFill>
                <a:srgbClr val="8A8A8A"/>
              </a:solidFill>
              <a:latin typeface="맑은 고딕"/>
              <a:ea typeface="맑은 고딕"/>
            </a:endParaRPr>
          </a:p>
        </p:txBody>
      </p:sp>
      <p:graphicFrame>
        <p:nvGraphicFramePr>
          <p:cNvPr id="134" name="Group 59">
            <a:extLst>
              <a:ext uri="{FF2B5EF4-FFF2-40B4-BE49-F238E27FC236}">
                <a16:creationId xmlns:a16="http://schemas.microsoft.com/office/drawing/2014/main" id="{9CE0F424-04C4-AB99-50ED-1AE0210A9D19}"/>
              </a:ext>
            </a:extLst>
          </p:cNvPr>
          <p:cNvGraphicFramePr>
            <a:graphicFrameLocks noGrp="1"/>
          </p:cNvGraphicFramePr>
          <p:nvPr>
            <p:extLst>
              <p:ext uri="{D42A27DB-BD31-4B8C-83A1-F6EECF244321}">
                <p14:modId xmlns:p14="http://schemas.microsoft.com/office/powerpoint/2010/main" val="1099200834"/>
              </p:ext>
            </p:extLst>
          </p:nvPr>
        </p:nvGraphicFramePr>
        <p:xfrm>
          <a:off x="10128399" y="623854"/>
          <a:ext cx="2850436" cy="2260347"/>
        </p:xfrm>
        <a:graphic>
          <a:graphicData uri="http://schemas.openxmlformats.org/drawingml/2006/table">
            <a:tbl>
              <a:tblPr/>
              <a:tblGrid>
                <a:gridCol w="363895">
                  <a:extLst>
                    <a:ext uri="{9D8B030D-6E8A-4147-A177-3AD203B41FA5}">
                      <a16:colId xmlns:a16="http://schemas.microsoft.com/office/drawing/2014/main" val="20000"/>
                    </a:ext>
                  </a:extLst>
                </a:gridCol>
                <a:gridCol w="2486541">
                  <a:extLst>
                    <a:ext uri="{9D8B030D-6E8A-4147-A177-3AD203B41FA5}">
                      <a16:colId xmlns:a16="http://schemas.microsoft.com/office/drawing/2014/main" val="20001"/>
                    </a:ext>
                  </a:extLst>
                </a:gridCol>
              </a:tblGrid>
              <a:tr h="226239">
                <a:tc gridSpan="2">
                  <a:txBody>
                    <a:bodyPr/>
                    <a:lstStyle/>
                    <a:p>
                      <a:pPr marL="0" marR="0" lvl="0" indent="0" algn="ctr" defTabSz="914400" rtl="0" eaLnBrk="0" fontAlgn="base" latinLnBrk="0" hangingPunct="0">
                        <a:lnSpc>
                          <a:spcPct val="130000"/>
                        </a:lnSpc>
                        <a:spcBef>
                          <a:spcPct val="50000"/>
                        </a:spcBef>
                        <a:spcAft>
                          <a:spcPct val="0"/>
                        </a:spcAft>
                        <a:buClr>
                          <a:srgbClr val="808080"/>
                        </a:buClr>
                        <a:buSzPct val="75000"/>
                        <a:buFont typeface="Arial" pitchFamily="34" charset="0"/>
                        <a:buNone/>
                        <a:tabLst/>
                        <a:defRPr/>
                      </a:pPr>
                      <a:r>
                        <a:rPr kumimoji="0" lang="en-US" altLang="ko-KR"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rPr>
                        <a:t>Description</a:t>
                      </a:r>
                      <a:endParaRPr kumimoji="0" lang="ko-KR" altLang="en-US" sz="900" b="1" i="0" u="none" strike="noStrike" kern="1200" cap="none" spc="0" normalizeH="0" baseline="0" noProof="0" dirty="0">
                        <a:ln>
                          <a:noFill/>
                        </a:ln>
                        <a:solidFill>
                          <a:prstClr val="black"/>
                        </a:solidFill>
                        <a:effectLst/>
                        <a:uLnTx/>
                        <a:uFillTx/>
                        <a:latin typeface="맑은 고딕" panose="020B0503020000020004" pitchFamily="50" charset="-127"/>
                        <a:ea typeface="맑은 고딕"/>
                        <a:cs typeface="+mn-cs"/>
                        <a:sym typeface="Wingdings" pitchFamily="2" charset="2"/>
                      </a:endParaRPr>
                    </a:p>
                  </a:txBody>
                  <a:tcPr marL="45720" marR="4572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171450" marR="0" indent="-171450" algn="l" defTabSz="1196401" rtl="0" eaLnBrk="1" fontAlgn="auto" latinLnBrk="1" hangingPunct="1">
                        <a:lnSpc>
                          <a:spcPct val="100000"/>
                        </a:lnSpc>
                        <a:spcBef>
                          <a:spcPts val="0"/>
                        </a:spcBef>
                        <a:spcAft>
                          <a:spcPts val="0"/>
                        </a:spcAft>
                        <a:buClrTx/>
                        <a:buSzTx/>
                        <a:buFontTx/>
                        <a:buChar char="-"/>
                        <a:tabLst/>
                        <a:defRPr/>
                      </a:pPr>
                      <a:endParaRPr lang="en-US" altLang="ko-KR" sz="800" b="0" kern="0" dirty="0">
                        <a:solidFill>
                          <a:schemeClr val="tx1">
                            <a:lumMod val="75000"/>
                            <a:lumOff val="25000"/>
                          </a:schemeClr>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83510235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800" b="1" u="sng" kern="0" spc="-70" baseline="0" dirty="0">
                          <a:solidFill>
                            <a:schemeClr val="tx1"/>
                          </a:solidFill>
                          <a:latin typeface="+mn-ea"/>
                        </a:rPr>
                        <a:t>공통 안내</a:t>
                      </a:r>
                      <a:endParaRPr lang="en-US" altLang="ko-KR" sz="800" b="1" u="sng" kern="0" spc="-70" baseline="0" dirty="0">
                        <a:solidFill>
                          <a:schemeClr val="tx1"/>
                        </a:solidFill>
                        <a:latin typeface="+mn-ea"/>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기능</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정책</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데이터</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검증</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팝업은 모바일과 동일</a:t>
                      </a:r>
                      <a:r>
                        <a:rPr kumimoji="0" lang="en-US" altLang="ko-KR" sz="800" b="0" i="0" u="none" strike="noStrike" kern="0" cap="none" spc="-70" normalizeH="0" baseline="0" noProof="0">
                          <a:ln>
                            <a:noFill/>
                          </a:ln>
                          <a:solidFill>
                            <a:prstClr val="black"/>
                          </a:solidFill>
                          <a:effectLst/>
                          <a:uLnTx/>
                          <a:uFillTx/>
                          <a:latin typeface="맑은 고딕" panose="020B0503020000020004" pitchFamily="50" charset="-127"/>
                          <a:ea typeface="+mn-ea"/>
                          <a:cs typeface="+mn-cs"/>
                        </a:rPr>
                        <a:t>(23p</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본 페이지는 </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PC </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레이아웃 차이만 기술</a:t>
                      </a:r>
                      <a:r>
                        <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a:t>
                      </a:r>
                      <a:r>
                        <a:rPr kumimoji="0" lang="ko-KR" altLang="en-US"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rPr>
                        <a:t> </a:t>
                      </a: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prstClr val="black"/>
                        </a:solidFill>
                        <a:effectLst/>
                        <a:uLnTx/>
                        <a:uFillTx/>
                        <a:latin typeface="맑은 고딕" panose="020B0503020000020004" pitchFamily="50" charset="-127"/>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800" b="1" i="0" u="sng" strike="noStrike" kern="0" cap="none" spc="-70" normalizeH="0" baseline="0" noProof="0" dirty="0">
                          <a:ln>
                            <a:noFill/>
                          </a:ln>
                          <a:solidFill>
                            <a:schemeClr val="tx1"/>
                          </a:solidFill>
                          <a:effectLst/>
                          <a:uLnTx/>
                          <a:uFillTx/>
                          <a:latin typeface="+mn-ea"/>
                          <a:ea typeface="+mn-ea"/>
                          <a:cs typeface="+mn-cs"/>
                        </a:rPr>
                        <a:t>2</a:t>
                      </a:r>
                      <a:r>
                        <a:rPr kumimoji="0" lang="ko-KR" altLang="en-US" sz="800" b="1" i="0" u="sng" strike="noStrike" kern="0" cap="none" spc="-70" normalizeH="0" baseline="0" noProof="0" dirty="0">
                          <a:ln>
                            <a:noFill/>
                          </a:ln>
                          <a:solidFill>
                            <a:schemeClr val="tx1"/>
                          </a:solidFill>
                          <a:effectLst/>
                          <a:uLnTx/>
                          <a:uFillTx/>
                          <a:latin typeface="+mn-ea"/>
                          <a:ea typeface="+mn-ea"/>
                          <a:cs typeface="+mn-cs"/>
                        </a:rPr>
                        <a:t>단 레이아웃</a:t>
                      </a:r>
                      <a:endParaRPr kumimoji="0" lang="en-US" altLang="ko-KR" sz="800" b="1" i="0" u="sng"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좌측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정보 영역</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주문상품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배송정보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바우처 잔액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우측 </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 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요약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0" marR="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800" b="1" i="0" u="sng" strike="noStrike" kern="0" cap="none" spc="-70" normalizeH="0" baseline="0" noProof="0" dirty="0">
                          <a:ln>
                            <a:noFill/>
                          </a:ln>
                          <a:solidFill>
                            <a:schemeClr val="tx1"/>
                          </a:solidFill>
                          <a:effectLst/>
                          <a:uLnTx/>
                          <a:uFillTx/>
                          <a:latin typeface="+mn-ea"/>
                          <a:ea typeface="+mn-ea"/>
                          <a:cs typeface="+mn-cs"/>
                        </a:rPr>
                        <a:t>우측 결제금액 카드</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구성</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 </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총주문금액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err="1">
                          <a:ln>
                            <a:noFill/>
                          </a:ln>
                          <a:solidFill>
                            <a:schemeClr val="tx1"/>
                          </a:solidFill>
                          <a:effectLst/>
                          <a:uLnTx/>
                          <a:uFillTx/>
                          <a:latin typeface="+mn-ea"/>
                          <a:ea typeface="+mn-ea"/>
                          <a:cs typeface="+mn-cs"/>
                        </a:rPr>
                        <a:t>바우처적용금액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최종결제금액</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본인부담금</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마일리지</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a:t>
                      </a:r>
                      <a:r>
                        <a:rPr kumimoji="0" lang="ko-KR" altLang="en-US" sz="800" b="0" i="0" u="none" strike="noStrike" kern="0" cap="none" spc="-70" normalizeH="0" baseline="0" noProof="0" dirty="0">
                          <a:ln>
                            <a:noFill/>
                          </a:ln>
                          <a:solidFill>
                            <a:schemeClr val="tx1"/>
                          </a:solidFill>
                          <a:effectLst/>
                          <a:uLnTx/>
                          <a:uFillTx/>
                          <a:latin typeface="+mn-ea"/>
                          <a:ea typeface="+mn-ea"/>
                          <a:cs typeface="+mn-cs"/>
                        </a:rPr>
                        <a:t>결제정보</a:t>
                      </a:r>
                      <a:endParaRPr kumimoji="0" lang="en-US" altLang="ko-KR" sz="800" b="0" i="0" u="none" strike="noStrike" kern="0" cap="none" spc="-70" normalizeH="0" baseline="0" noProof="0" dirty="0">
                        <a:ln>
                          <a:noFill/>
                        </a:ln>
                        <a:solidFill>
                          <a:schemeClr val="tx1"/>
                        </a:solidFill>
                        <a:effectLst/>
                        <a:uLnTx/>
                        <a:uFillTx/>
                        <a:latin typeface="+mn-ea"/>
                        <a:ea typeface="+mn-ea"/>
                        <a:cs typeface="+mn-cs"/>
                      </a:endParaRPr>
                    </a:p>
                    <a:p>
                      <a:pPr marL="171450" marR="0" indent="-171450" algn="l" defTabSz="1196401" rtl="0" eaLnBrk="1" fontAlgn="auto" latinLnBrk="1" hangingPunct="1">
                        <a:lnSpc>
                          <a:spcPct val="100000"/>
                        </a:lnSpc>
                        <a:spcBef>
                          <a:spcPts val="0"/>
                        </a:spcBef>
                        <a:spcAft>
                          <a:spcPts val="0"/>
                        </a:spcAft>
                        <a:buClrTx/>
                        <a:buSzTx/>
                        <a:buFont typeface="Arial" panose="020B0604020202020204" pitchFamily="34" charset="0"/>
                        <a:buChar char="•"/>
                        <a:tabLst/>
                        <a:defRPr/>
                      </a:pPr>
                      <a:r>
                        <a:rPr kumimoji="0" lang="ko-KR" altLang="en-US" sz="800" b="0" i="0" u="none" strike="noStrike" kern="0" cap="none" spc="-70" normalizeH="0" baseline="0" noProof="0" dirty="0">
                          <a:ln>
                            <a:noFill/>
                          </a:ln>
                          <a:solidFill>
                            <a:schemeClr val="tx1"/>
                          </a:solidFill>
                          <a:effectLst/>
                          <a:uLnTx/>
                          <a:uFillTx/>
                          <a:latin typeface="+mn-ea"/>
                          <a:ea typeface="+mn-ea"/>
                          <a:cs typeface="+mn-cs"/>
                        </a:rPr>
                        <a:t>스크롤시 상단에 따라옴</a:t>
                      </a:r>
                      <a:r>
                        <a:rPr kumimoji="0" lang="en-US" altLang="ko-KR" sz="800" b="0" i="0" u="none" strike="noStrike" kern="0" cap="none" spc="-70" normalizeH="0" baseline="0" noProof="0" dirty="0">
                          <a:ln>
                            <a:noFill/>
                          </a:ln>
                          <a:solidFill>
                            <a:schemeClr val="tx1"/>
                          </a:solidFill>
                          <a:effectLst/>
                          <a:uLnTx/>
                          <a:uFillTx/>
                          <a:latin typeface="+mn-ea"/>
                          <a:ea typeface="+mn-ea"/>
                          <a:cs typeface="+mn-cs"/>
                        </a:rPr>
                        <a:t>(sticky)</a:t>
                      </a: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52680126"/>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85725" marR="0" indent="-85725" algn="l" defTabSz="1196401" rtl="0" eaLnBrk="1" fontAlgn="auto" latinLnBrk="1" hangingPunct="1">
                        <a:lnSpc>
                          <a:spcPct val="100000"/>
                        </a:lnSpc>
                        <a:spcBef>
                          <a:spcPts val="0"/>
                        </a:spcBef>
                        <a:spcAft>
                          <a:spcPts val="0"/>
                        </a:spcAft>
                        <a:buClrTx/>
                        <a:buSzTx/>
                        <a:buFontTx/>
                        <a:buNone/>
                        <a:tabLst/>
                        <a:defRPr/>
                      </a:pPr>
                      <a:endParaRPr lang="en-US" altLang="ko-KR" sz="800" b="0" u="none" kern="0" spc="-150" dirty="0">
                        <a:solidFill>
                          <a:srgbClr val="0070C0"/>
                        </a:solidFill>
                        <a:latin typeface="+mn-ea"/>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917060418"/>
                  </a:ext>
                </a:extLst>
              </a:tr>
              <a:tr h="226239">
                <a:tc>
                  <a:txBody>
                    <a:bodyPr/>
                    <a:lstStyle/>
                    <a:p>
                      <a:pPr algn="ctr">
                        <a:lnSpc>
                          <a:spcPts val="1200"/>
                        </a:lnSpc>
                      </a:pPr>
                      <a:endParaRPr lang="ko-KR" altLang="en-US" sz="800" spc="-150" dirty="0"/>
                    </a:p>
                  </a:txBody>
                  <a:tcPr marL="45720" marR="45720" anchor="ctr" horzOverflow="overflow">
                    <a:lnL w="6350" cap="flat" cmpd="sng" algn="ctr">
                      <a:no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1196401" rtl="0" eaLnBrk="1" fontAlgn="auto" latinLnBrk="1" hangingPunct="1">
                        <a:lnSpc>
                          <a:spcPct val="100000"/>
                        </a:lnSpc>
                        <a:spcBef>
                          <a:spcPts val="0"/>
                        </a:spcBef>
                        <a:spcAft>
                          <a:spcPts val="0"/>
                        </a:spcAft>
                        <a:buClrTx/>
                        <a:buSzTx/>
                        <a:buFont typeface="Arial" panose="020B0604020202020204" pitchFamily="34" charset="0"/>
                        <a:buNone/>
                        <a:tabLst/>
                        <a:defRPr/>
                      </a:pPr>
                      <a:endParaRPr kumimoji="0" lang="en-US" altLang="ko-KR" sz="800" b="0" i="0" u="none" strike="noStrike" kern="0" cap="none" spc="-150" normalizeH="0" baseline="0" noProof="0" dirty="0">
                        <a:ln>
                          <a:noFill/>
                        </a:ln>
                        <a:solidFill>
                          <a:prstClr val="black">
                            <a:lumMod val="75000"/>
                            <a:lumOff val="25000"/>
                          </a:prstClr>
                        </a:solidFill>
                        <a:effectLst/>
                        <a:uLnTx/>
                        <a:uFillTx/>
                        <a:latin typeface="맑은 고딕" panose="020B0503020000020004" pitchFamily="50" charset="-127"/>
                        <a:ea typeface="+mn-ea"/>
                        <a:cs typeface="+mn-cs"/>
                      </a:endParaRPr>
                    </a:p>
                  </a:txBody>
                  <a:tcPr marL="45720" marR="45720" anchor="ctr" horzOverflow="overflow">
                    <a:lnL w="6350" cap="flat" cmpd="sng" algn="ctr">
                      <a:solidFill>
                        <a:schemeClr val="bg1">
                          <a:lumMod val="50000"/>
                        </a:schemeClr>
                      </a:solidFill>
                      <a:prstDash val="solid"/>
                      <a:round/>
                      <a:headEnd type="none" w="med" len="med"/>
                      <a:tailEnd type="none" w="med" len="med"/>
                    </a:lnL>
                    <a:lnR>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6663654"/>
                  </a:ext>
                </a:extLst>
              </a:tr>
            </a:tbl>
          </a:graphicData>
        </a:graphic>
      </p:graphicFrame>
      <p:grpSp>
        <p:nvGrpSpPr>
          <p:cNvPr id="30" name="그룹 29">
            <a:extLst>
              <a:ext uri="{FF2B5EF4-FFF2-40B4-BE49-F238E27FC236}">
                <a16:creationId xmlns:a16="http://schemas.microsoft.com/office/drawing/2014/main" id="{38BE5A72-A8D3-ADE7-60F9-D9A6D2B96660}"/>
              </a:ext>
            </a:extLst>
          </p:cNvPr>
          <p:cNvGrpSpPr/>
          <p:nvPr/>
        </p:nvGrpSpPr>
        <p:grpSpPr>
          <a:xfrm>
            <a:off x="1644049" y="4308269"/>
            <a:ext cx="4397757" cy="555246"/>
            <a:chOff x="1620145" y="4363236"/>
            <a:chExt cx="4397757" cy="555246"/>
          </a:xfrm>
        </p:grpSpPr>
        <p:sp>
          <p:nvSpPr>
            <p:cNvPr id="24" name="직사각형 23">
              <a:extLst>
                <a:ext uri="{FF2B5EF4-FFF2-40B4-BE49-F238E27FC236}">
                  <a16:creationId xmlns:a16="http://schemas.microsoft.com/office/drawing/2014/main" id="{3D0405AF-7022-DEFE-2886-BE98E8CBF182}"/>
                </a:ext>
              </a:extLst>
            </p:cNvPr>
            <p:cNvSpPr/>
            <p:nvPr/>
          </p:nvSpPr>
          <p:spPr>
            <a:xfrm>
              <a:off x="1620145" y="4363236"/>
              <a:ext cx="4397757" cy="555246"/>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25" name="Rounded Rectangle 27">
              <a:extLst>
                <a:ext uri="{FF2B5EF4-FFF2-40B4-BE49-F238E27FC236}">
                  <a16:creationId xmlns:a16="http://schemas.microsoft.com/office/drawing/2014/main" id="{6D3A6F4E-1619-915F-3FE1-FE019C121899}"/>
                </a:ext>
              </a:extLst>
            </p:cNvPr>
            <p:cNvSpPr/>
            <p:nvPr/>
          </p:nvSpPr>
          <p:spPr>
            <a:xfrm>
              <a:off x="1689193" y="4665662"/>
              <a:ext cx="378366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113,800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26" name="Rounded Rectangle 27">
              <a:extLst>
                <a:ext uri="{FF2B5EF4-FFF2-40B4-BE49-F238E27FC236}">
                  <a16:creationId xmlns:a16="http://schemas.microsoft.com/office/drawing/2014/main" id="{CFB32478-9EAC-4C81-F67E-9E3B491A33CC}"/>
                </a:ext>
              </a:extLst>
            </p:cNvPr>
            <p:cNvSpPr/>
            <p:nvPr/>
          </p:nvSpPr>
          <p:spPr>
            <a:xfrm>
              <a:off x="2091698" y="4426335"/>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0</a:t>
              </a:r>
              <a:r>
                <a:rPr lang="ko-KR" altLang="en-US" sz="900" b="1" dirty="0">
                  <a:solidFill>
                    <a:srgbClr val="404040"/>
                  </a:solidFill>
                  <a:ea typeface="맑은 고딕"/>
                </a:rPr>
                <a:t>원</a:t>
              </a:r>
              <a:endParaRPr lang="ko-KR" altLang="en-US" sz="600" dirty="0">
                <a:solidFill>
                  <a:schemeClr val="tx1"/>
                </a:solidFill>
                <a:ea typeface="맑은 고딕"/>
              </a:endParaRPr>
            </a:p>
          </p:txBody>
        </p:sp>
        <p:sp>
          <p:nvSpPr>
            <p:cNvPr id="27" name="Rounded Rectangle 27">
              <a:extLst>
                <a:ext uri="{FF2B5EF4-FFF2-40B4-BE49-F238E27FC236}">
                  <a16:creationId xmlns:a16="http://schemas.microsoft.com/office/drawing/2014/main" id="{62CFF9F6-0547-63C3-9B2A-25D25D21EC50}"/>
                </a:ext>
              </a:extLst>
            </p:cNvPr>
            <p:cNvSpPr/>
            <p:nvPr/>
          </p:nvSpPr>
          <p:spPr>
            <a:xfrm>
              <a:off x="3908875" y="444494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28" name="Rounded Rectangle 27">
              <a:extLst>
                <a:ext uri="{FF2B5EF4-FFF2-40B4-BE49-F238E27FC236}">
                  <a16:creationId xmlns:a16="http://schemas.microsoft.com/office/drawing/2014/main" id="{0F79DA55-847D-E50E-857B-2B35A3194AB4}"/>
                </a:ext>
              </a:extLst>
            </p:cNvPr>
            <p:cNvSpPr/>
            <p:nvPr/>
          </p:nvSpPr>
          <p:spPr>
            <a:xfrm>
              <a:off x="4302077" y="4428812"/>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r>
                <a:rPr lang="en-US" altLang="ko-KR" sz="600" dirty="0">
                  <a:solidFill>
                    <a:schemeClr val="tx1"/>
                  </a:solidFill>
                  <a:ea typeface="맑은 고딕"/>
                </a:rPr>
                <a:t> </a:t>
              </a:r>
              <a:endParaRPr lang="ko-KR" altLang="en-US" sz="600" dirty="0">
                <a:solidFill>
                  <a:schemeClr val="tx1"/>
                </a:solidFill>
                <a:ea typeface="맑은 고딕"/>
              </a:endParaRPr>
            </a:p>
          </p:txBody>
        </p:sp>
        <p:sp>
          <p:nvSpPr>
            <p:cNvPr id="29" name="Rounded Rectangle 27">
              <a:extLst>
                <a:ext uri="{FF2B5EF4-FFF2-40B4-BE49-F238E27FC236}">
                  <a16:creationId xmlns:a16="http://schemas.microsoft.com/office/drawing/2014/main" id="{FA7984F2-5DDC-87E5-3391-7BFC9419217F}"/>
                </a:ext>
              </a:extLst>
            </p:cNvPr>
            <p:cNvSpPr/>
            <p:nvPr/>
          </p:nvSpPr>
          <p:spPr>
            <a:xfrm>
              <a:off x="1698496" y="4441408"/>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grpSp>
        <p:nvGrpSpPr>
          <p:cNvPr id="40" name="그룹 39">
            <a:extLst>
              <a:ext uri="{FF2B5EF4-FFF2-40B4-BE49-F238E27FC236}">
                <a16:creationId xmlns:a16="http://schemas.microsoft.com/office/drawing/2014/main" id="{3DFE35F0-7DC6-C05D-C769-75C3EE6B176C}"/>
              </a:ext>
            </a:extLst>
          </p:cNvPr>
          <p:cNvGrpSpPr/>
          <p:nvPr/>
        </p:nvGrpSpPr>
        <p:grpSpPr>
          <a:xfrm>
            <a:off x="1644049" y="6152330"/>
            <a:ext cx="4397757" cy="555246"/>
            <a:chOff x="1620145" y="4363236"/>
            <a:chExt cx="4397757" cy="555246"/>
          </a:xfrm>
        </p:grpSpPr>
        <p:sp>
          <p:nvSpPr>
            <p:cNvPr id="41" name="직사각형 40">
              <a:extLst>
                <a:ext uri="{FF2B5EF4-FFF2-40B4-BE49-F238E27FC236}">
                  <a16:creationId xmlns:a16="http://schemas.microsoft.com/office/drawing/2014/main" id="{DAAE7D05-D82E-15F5-2F0D-C68ABC2A11B8}"/>
                </a:ext>
              </a:extLst>
            </p:cNvPr>
            <p:cNvSpPr/>
            <p:nvPr/>
          </p:nvSpPr>
          <p:spPr>
            <a:xfrm>
              <a:off x="1620145" y="4363236"/>
              <a:ext cx="4397757" cy="555246"/>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2" name="Rounded Rectangle 27">
              <a:extLst>
                <a:ext uri="{FF2B5EF4-FFF2-40B4-BE49-F238E27FC236}">
                  <a16:creationId xmlns:a16="http://schemas.microsoft.com/office/drawing/2014/main" id="{25481176-0289-5D5B-6249-A6E01E2DE9F0}"/>
                </a:ext>
              </a:extLst>
            </p:cNvPr>
            <p:cNvSpPr/>
            <p:nvPr/>
          </p:nvSpPr>
          <p:spPr>
            <a:xfrm>
              <a:off x="1689193" y="4665662"/>
              <a:ext cx="3783664"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700" dirty="0">
                  <a:solidFill>
                    <a:schemeClr val="tx1"/>
                  </a:solidFill>
                  <a:ea typeface="맑은 고딕"/>
                </a:rPr>
                <a:t>(BC</a:t>
              </a:r>
              <a:r>
                <a:rPr lang="ko-KR" altLang="en-US" sz="700" dirty="0">
                  <a:solidFill>
                    <a:schemeClr val="tx1"/>
                  </a:solidFill>
                  <a:ea typeface="맑은 고딕"/>
                </a:rPr>
                <a:t>카드</a:t>
              </a:r>
              <a:r>
                <a:rPr lang="en-US" altLang="ko-KR" sz="700" dirty="0">
                  <a:solidFill>
                    <a:schemeClr val="tx1"/>
                  </a:solidFill>
                  <a:ea typeface="맑은 고딕"/>
                </a:rPr>
                <a:t>) 9300-****-****-5637  </a:t>
              </a:r>
              <a:r>
                <a:rPr lang="ko-KR" altLang="en-US" sz="700" dirty="0">
                  <a:solidFill>
                    <a:schemeClr val="tx1"/>
                  </a:solidFill>
                  <a:ea typeface="맑은 고딕"/>
                </a:rPr>
                <a:t>승인번호</a:t>
              </a:r>
              <a:r>
                <a:rPr lang="en-US" altLang="ko-KR" sz="700" dirty="0">
                  <a:solidFill>
                    <a:schemeClr val="tx1"/>
                  </a:solidFill>
                  <a:ea typeface="맑은 고딕"/>
                </a:rPr>
                <a:t>: 0000000001</a:t>
              </a:r>
              <a:r>
                <a:rPr lang="ko-KR" altLang="en-US" sz="700" dirty="0">
                  <a:solidFill>
                    <a:schemeClr val="tx1"/>
                  </a:solidFill>
                  <a:ea typeface="맑은 고딕"/>
                </a:rPr>
                <a:t> </a:t>
              </a:r>
              <a:r>
                <a:rPr lang="en-US" altLang="ko-KR" sz="700" dirty="0">
                  <a:solidFill>
                    <a:schemeClr val="tx1"/>
                  </a:solidFill>
                  <a:ea typeface="맑은 고딕"/>
                </a:rPr>
                <a:t>| </a:t>
              </a:r>
              <a:r>
                <a:rPr lang="ko-KR" altLang="en-US" sz="700" dirty="0">
                  <a:solidFill>
                    <a:schemeClr val="tx1"/>
                  </a:solidFill>
                  <a:ea typeface="맑은 고딕"/>
                </a:rPr>
                <a:t>승인금액 </a:t>
              </a:r>
              <a:r>
                <a:rPr lang="en-US" altLang="ko-KR" sz="700" dirty="0">
                  <a:solidFill>
                    <a:schemeClr val="tx1"/>
                  </a:solidFill>
                  <a:ea typeface="맑은 고딕"/>
                </a:rPr>
                <a:t>: 113,800</a:t>
              </a:r>
              <a:r>
                <a:rPr lang="ko-KR" altLang="en-US" sz="700" dirty="0">
                  <a:solidFill>
                    <a:schemeClr val="tx1"/>
                  </a:solidFill>
                  <a:ea typeface="맑은 고딕"/>
                </a:rPr>
                <a:t>원</a:t>
              </a:r>
              <a:endParaRPr lang="en-US" altLang="ko-KR" sz="700" dirty="0">
                <a:solidFill>
                  <a:schemeClr val="tx1"/>
                </a:solidFill>
                <a:ea typeface="맑은 고딕"/>
              </a:endParaRPr>
            </a:p>
          </p:txBody>
        </p:sp>
        <p:sp>
          <p:nvSpPr>
            <p:cNvPr id="43" name="Rounded Rectangle 27">
              <a:extLst>
                <a:ext uri="{FF2B5EF4-FFF2-40B4-BE49-F238E27FC236}">
                  <a16:creationId xmlns:a16="http://schemas.microsoft.com/office/drawing/2014/main" id="{9D1A0844-6E9A-24AB-99E7-10E4149B76D7}"/>
                </a:ext>
              </a:extLst>
            </p:cNvPr>
            <p:cNvSpPr/>
            <p:nvPr/>
          </p:nvSpPr>
          <p:spPr>
            <a:xfrm>
              <a:off x="2091698" y="4426335"/>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0</a:t>
              </a:r>
              <a:r>
                <a:rPr lang="ko-KR" altLang="en-US" sz="900" b="1" dirty="0">
                  <a:solidFill>
                    <a:srgbClr val="404040"/>
                  </a:solidFill>
                  <a:ea typeface="맑은 고딕"/>
                </a:rPr>
                <a:t>원</a:t>
              </a:r>
              <a:endParaRPr lang="ko-KR" altLang="en-US" sz="600" dirty="0">
                <a:solidFill>
                  <a:schemeClr val="tx1"/>
                </a:solidFill>
                <a:ea typeface="맑은 고딕"/>
              </a:endParaRPr>
            </a:p>
          </p:txBody>
        </p:sp>
        <p:sp>
          <p:nvSpPr>
            <p:cNvPr id="44" name="Rounded Rectangle 27">
              <a:extLst>
                <a:ext uri="{FF2B5EF4-FFF2-40B4-BE49-F238E27FC236}">
                  <a16:creationId xmlns:a16="http://schemas.microsoft.com/office/drawing/2014/main" id="{0FCADDDF-1295-D79D-7994-B88721D4B87E}"/>
                </a:ext>
              </a:extLst>
            </p:cNvPr>
            <p:cNvSpPr/>
            <p:nvPr/>
          </p:nvSpPr>
          <p:spPr>
            <a:xfrm>
              <a:off x="3908875" y="4444945"/>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본인부담금</a:t>
              </a:r>
            </a:p>
          </p:txBody>
        </p:sp>
        <p:sp>
          <p:nvSpPr>
            <p:cNvPr id="45" name="Rounded Rectangle 27">
              <a:extLst>
                <a:ext uri="{FF2B5EF4-FFF2-40B4-BE49-F238E27FC236}">
                  <a16:creationId xmlns:a16="http://schemas.microsoft.com/office/drawing/2014/main" id="{9ADC5B15-70D0-0DB6-C503-A7E5722A1DB2}"/>
                </a:ext>
              </a:extLst>
            </p:cNvPr>
            <p:cNvSpPr/>
            <p:nvPr/>
          </p:nvSpPr>
          <p:spPr>
            <a:xfrm>
              <a:off x="4302077" y="4428812"/>
              <a:ext cx="1458812"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algn="r"/>
              <a:r>
                <a:rPr lang="en-US" altLang="ko-KR" sz="900" b="1" dirty="0">
                  <a:solidFill>
                    <a:srgbClr val="404040"/>
                  </a:solidFill>
                  <a:ea typeface="맑은 고딕"/>
                </a:rPr>
                <a:t>113,800</a:t>
              </a:r>
              <a:r>
                <a:rPr lang="ko-KR" altLang="en-US" sz="900" b="1" dirty="0">
                  <a:solidFill>
                    <a:srgbClr val="404040"/>
                  </a:solidFill>
                  <a:ea typeface="맑은 고딕"/>
                </a:rPr>
                <a:t>원</a:t>
              </a:r>
              <a:r>
                <a:rPr lang="en-US" altLang="ko-KR" sz="600" dirty="0">
                  <a:solidFill>
                    <a:schemeClr val="tx1"/>
                  </a:solidFill>
                  <a:ea typeface="맑은 고딕"/>
                </a:rPr>
                <a:t> </a:t>
              </a:r>
              <a:endParaRPr lang="ko-KR" altLang="en-US" sz="600" dirty="0">
                <a:solidFill>
                  <a:schemeClr val="tx1"/>
                </a:solidFill>
                <a:ea typeface="맑은 고딕"/>
              </a:endParaRPr>
            </a:p>
          </p:txBody>
        </p:sp>
        <p:sp>
          <p:nvSpPr>
            <p:cNvPr id="46" name="Rounded Rectangle 27">
              <a:extLst>
                <a:ext uri="{FF2B5EF4-FFF2-40B4-BE49-F238E27FC236}">
                  <a16:creationId xmlns:a16="http://schemas.microsoft.com/office/drawing/2014/main" id="{201300ED-7E6C-8E1B-F95F-3765DDA48523}"/>
                </a:ext>
              </a:extLst>
            </p:cNvPr>
            <p:cNvSpPr/>
            <p:nvPr/>
          </p:nvSpPr>
          <p:spPr>
            <a:xfrm>
              <a:off x="1698496" y="4441408"/>
              <a:ext cx="1226145"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바우처</a:t>
              </a:r>
            </a:p>
          </p:txBody>
        </p:sp>
      </p:grpSp>
      <p:sp>
        <p:nvSpPr>
          <p:cNvPr id="7" name="Rounded Rectangle 27">
            <a:extLst>
              <a:ext uri="{FF2B5EF4-FFF2-40B4-BE49-F238E27FC236}">
                <a16:creationId xmlns:a16="http://schemas.microsoft.com/office/drawing/2014/main" id="{DC9E7E51-74C3-0B05-FA70-0C5C97ACB1FA}"/>
              </a:ext>
            </a:extLst>
          </p:cNvPr>
          <p:cNvSpPr/>
          <p:nvPr/>
        </p:nvSpPr>
        <p:spPr>
          <a:xfrm>
            <a:off x="2153999" y="2550033"/>
            <a:ext cx="5818842" cy="28814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pPr marL="171450" indent="-171450">
              <a:buFont typeface="Arial" panose="020B0604020202020204" pitchFamily="34" charset="0"/>
              <a:buChar char="•"/>
            </a:pPr>
            <a:r>
              <a:rPr lang="ko-KR" altLang="en-US" sz="700" dirty="0">
                <a:solidFill>
                  <a:srgbClr val="FF0000"/>
                </a:solidFill>
                <a:ea typeface="맑은 고딕"/>
              </a:rPr>
              <a:t>바우처 금액은 장바구니 담긴 순으로 적용됩니다</a:t>
            </a:r>
            <a:r>
              <a:rPr lang="en-US" altLang="ko-KR" sz="700" dirty="0">
                <a:solidFill>
                  <a:srgbClr val="FF0000"/>
                </a:solidFill>
                <a:ea typeface="맑은 고딕"/>
              </a:rPr>
              <a:t>.</a:t>
            </a:r>
          </a:p>
          <a:p>
            <a:pPr marL="171450" indent="-171450">
              <a:buFont typeface="Arial" panose="020B0604020202020204" pitchFamily="34" charset="0"/>
              <a:buChar char="•"/>
            </a:pPr>
            <a:r>
              <a:rPr lang="ko-KR" altLang="en-US" sz="700" dirty="0">
                <a:solidFill>
                  <a:srgbClr val="FF0000"/>
                </a:solidFill>
                <a:ea typeface="맑은 고딕"/>
              </a:rPr>
              <a:t>동일한 바우처 상품 중 바우처를 지원받은 상품을 취소하더라도 바우처를 지원받지 않은 상품에 자동으로 바우처가 반영되지 않습니다</a:t>
            </a:r>
            <a:r>
              <a:rPr lang="en-US" altLang="ko-KR" sz="700" dirty="0">
                <a:solidFill>
                  <a:srgbClr val="FF0000"/>
                </a:solidFill>
                <a:ea typeface="맑은 고딕"/>
              </a:rPr>
              <a:t>.</a:t>
            </a:r>
            <a:endParaRPr lang="ko-KR" altLang="en-US" sz="700" dirty="0">
              <a:solidFill>
                <a:srgbClr val="FF0000"/>
              </a:solidFill>
              <a:ea typeface="맑은 고딕"/>
            </a:endParaRPr>
          </a:p>
        </p:txBody>
      </p:sp>
    </p:spTree>
    <p:extLst>
      <p:ext uri="{BB962C8B-B14F-4D97-AF65-F5344CB8AC3E}">
        <p14:creationId xmlns:p14="http://schemas.microsoft.com/office/powerpoint/2010/main" val="2036769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A1089-0E94-2135-D986-2F1D18F18B1E}"/>
            </a:ext>
          </a:extLst>
        </p:cNvPr>
        <p:cNvGrpSpPr/>
        <p:nvPr/>
      </p:nvGrpSpPr>
      <p:grpSpPr>
        <a:xfrm>
          <a:off x="0" y="0"/>
          <a:ext cx="0" cy="0"/>
          <a:chOff x="0" y="0"/>
          <a:chExt cx="0" cy="0"/>
        </a:xfrm>
      </p:grpSpPr>
      <p:sp>
        <p:nvSpPr>
          <p:cNvPr id="130" name="직사각형 129">
            <a:extLst>
              <a:ext uri="{FF2B5EF4-FFF2-40B4-BE49-F238E27FC236}">
                <a16:creationId xmlns:a16="http://schemas.microsoft.com/office/drawing/2014/main" id="{50158967-2B13-208E-DE26-24E900625AB3}"/>
              </a:ext>
            </a:extLst>
          </p:cNvPr>
          <p:cNvSpPr/>
          <p:nvPr/>
        </p:nvSpPr>
        <p:spPr>
          <a:xfrm>
            <a:off x="72257" y="6222380"/>
            <a:ext cx="10009112" cy="349445"/>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47" name="사각형: 둥근 모서리 46">
            <a:extLst>
              <a:ext uri="{FF2B5EF4-FFF2-40B4-BE49-F238E27FC236}">
                <a16:creationId xmlns:a16="http://schemas.microsoft.com/office/drawing/2014/main" id="{B00D82D1-3F1C-1FAE-A547-D6AB1F56759D}"/>
              </a:ext>
            </a:extLst>
          </p:cNvPr>
          <p:cNvSpPr/>
          <p:nvPr/>
        </p:nvSpPr>
        <p:spPr>
          <a:xfrm>
            <a:off x="9526604" y="2867822"/>
            <a:ext cx="427764" cy="1553762"/>
          </a:xfrm>
          <a:prstGeom prst="roundRect">
            <a:avLst/>
          </a:prstGeom>
          <a:solidFill>
            <a:schemeClr val="bg1"/>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51" name="TextBox 50">
            <a:extLst>
              <a:ext uri="{FF2B5EF4-FFF2-40B4-BE49-F238E27FC236}">
                <a16:creationId xmlns:a16="http://schemas.microsoft.com/office/drawing/2014/main" id="{694B9155-1718-D212-CA0C-2E182A59F101}"/>
              </a:ext>
            </a:extLst>
          </p:cNvPr>
          <p:cNvSpPr txBox="1"/>
          <p:nvPr/>
        </p:nvSpPr>
        <p:spPr>
          <a:xfrm>
            <a:off x="9446386" y="2904832"/>
            <a:ext cx="562975" cy="200055"/>
          </a:xfrm>
          <a:prstGeom prst="rect">
            <a:avLst/>
          </a:prstGeom>
          <a:noFill/>
        </p:spPr>
        <p:txBody>
          <a:bodyPr wrap="none" rtlCol="0">
            <a:spAutoFit/>
          </a:bodyPr>
          <a:lstStyle/>
          <a:p>
            <a:r>
              <a:rPr lang="ko-KR" altLang="en-US" sz="700" spc="-150" dirty="0">
                <a:solidFill>
                  <a:schemeClr val="tx1">
                    <a:lumMod val="75000"/>
                    <a:lumOff val="25000"/>
                  </a:schemeClr>
                </a:solidFill>
                <a:latin typeface="맑은 고딕" panose="020B0503020000020004" pitchFamily="50" charset="-127"/>
                <a:ea typeface="맑은 고딕" panose="020B0503020000020004" pitchFamily="50" charset="-127"/>
              </a:rPr>
              <a:t>최근 본 상품</a:t>
            </a:r>
          </a:p>
        </p:txBody>
      </p:sp>
      <p:sp>
        <p:nvSpPr>
          <p:cNvPr id="59" name="순서도: 연결자 58">
            <a:extLst>
              <a:ext uri="{FF2B5EF4-FFF2-40B4-BE49-F238E27FC236}">
                <a16:creationId xmlns:a16="http://schemas.microsoft.com/office/drawing/2014/main" id="{6A91B880-498C-FCE4-69CC-A5806431415A}"/>
              </a:ext>
            </a:extLst>
          </p:cNvPr>
          <p:cNvSpPr/>
          <p:nvPr/>
        </p:nvSpPr>
        <p:spPr>
          <a:xfrm>
            <a:off x="9550132" y="3151120"/>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4" name="순서도: 연결자 63">
            <a:extLst>
              <a:ext uri="{FF2B5EF4-FFF2-40B4-BE49-F238E27FC236}">
                <a16:creationId xmlns:a16="http://schemas.microsoft.com/office/drawing/2014/main" id="{A42CFCA0-570E-46EB-8139-A8C393B714E6}"/>
              </a:ext>
            </a:extLst>
          </p:cNvPr>
          <p:cNvSpPr/>
          <p:nvPr/>
        </p:nvSpPr>
        <p:spPr>
          <a:xfrm>
            <a:off x="9553108" y="357941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6" name="순서도: 연결자 65">
            <a:extLst>
              <a:ext uri="{FF2B5EF4-FFF2-40B4-BE49-F238E27FC236}">
                <a16:creationId xmlns:a16="http://schemas.microsoft.com/office/drawing/2014/main" id="{54F71028-E654-8631-0945-0B816DCA6516}"/>
              </a:ext>
            </a:extLst>
          </p:cNvPr>
          <p:cNvSpPr/>
          <p:nvPr/>
        </p:nvSpPr>
        <p:spPr>
          <a:xfrm>
            <a:off x="9553108" y="3993642"/>
            <a:ext cx="384340" cy="384340"/>
          </a:xfrm>
          <a:prstGeom prst="flowChartConnector">
            <a:avLst/>
          </a:prstGeom>
          <a:solidFill>
            <a:schemeClr val="bg1">
              <a:lumMod val="95000"/>
            </a:schemeClr>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lumMod val="50000"/>
                  </a:schemeClr>
                </a:solidFill>
              </a:rPr>
              <a:t>IMG</a:t>
            </a:r>
            <a:endParaRPr lang="ko-KR" altLang="en-US" sz="700" dirty="0">
              <a:solidFill>
                <a:schemeClr val="bg1">
                  <a:lumMod val="50000"/>
                </a:schemeClr>
              </a:solidFill>
            </a:endParaRPr>
          </a:p>
        </p:txBody>
      </p:sp>
      <p:sp>
        <p:nvSpPr>
          <p:cNvPr id="67" name="순서도: 연결자 66">
            <a:extLst>
              <a:ext uri="{FF2B5EF4-FFF2-40B4-BE49-F238E27FC236}">
                <a16:creationId xmlns:a16="http://schemas.microsoft.com/office/drawing/2014/main" id="{CFFEF9BA-F956-CA96-9E6A-545CB71BBFA9}"/>
              </a:ext>
            </a:extLst>
          </p:cNvPr>
          <p:cNvSpPr/>
          <p:nvPr/>
        </p:nvSpPr>
        <p:spPr>
          <a:xfrm>
            <a:off x="9561187" y="4484325"/>
            <a:ext cx="384340" cy="384340"/>
          </a:xfrm>
          <a:prstGeom prst="flowChartConnector">
            <a:avLst/>
          </a:prstGeom>
          <a:solidFill>
            <a:srgbClr val="0070C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ko-KR" sz="700" dirty="0">
                <a:solidFill>
                  <a:schemeClr val="bg1"/>
                </a:solidFill>
              </a:rPr>
              <a:t>^</a:t>
            </a:r>
          </a:p>
          <a:p>
            <a:pPr algn="ctr"/>
            <a:r>
              <a:rPr lang="en-US" altLang="ko-KR" sz="700" dirty="0">
                <a:solidFill>
                  <a:schemeClr val="bg1"/>
                </a:solidFill>
              </a:rPr>
              <a:t>TOP</a:t>
            </a:r>
            <a:endParaRPr lang="ko-KR" altLang="en-US" sz="700" dirty="0">
              <a:solidFill>
                <a:schemeClr val="bg1"/>
              </a:solidFill>
            </a:endParaRPr>
          </a:p>
        </p:txBody>
      </p:sp>
      <p:sp>
        <p:nvSpPr>
          <p:cNvPr id="74" name="TextBox 73">
            <a:extLst>
              <a:ext uri="{FF2B5EF4-FFF2-40B4-BE49-F238E27FC236}">
                <a16:creationId xmlns:a16="http://schemas.microsoft.com/office/drawing/2014/main" id="{50691319-5BF5-470A-C83B-1A3C62BDE74E}"/>
              </a:ext>
            </a:extLst>
          </p:cNvPr>
          <p:cNvSpPr txBox="1"/>
          <p:nvPr/>
        </p:nvSpPr>
        <p:spPr>
          <a:xfrm>
            <a:off x="760449" y="644329"/>
            <a:ext cx="1293575" cy="192620"/>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배송정보</a:t>
            </a:r>
            <a:endParaRPr sz="1000" b="1" spc="-150" dirty="0">
              <a:solidFill>
                <a:srgbClr val="333333"/>
              </a:solidFill>
              <a:latin typeface="+mn-ea"/>
            </a:endParaRPr>
          </a:p>
        </p:txBody>
      </p:sp>
      <p:sp>
        <p:nvSpPr>
          <p:cNvPr id="82" name="Rounded Rectangle 27">
            <a:extLst>
              <a:ext uri="{FF2B5EF4-FFF2-40B4-BE49-F238E27FC236}">
                <a16:creationId xmlns:a16="http://schemas.microsoft.com/office/drawing/2014/main" id="{5E8A2E22-1FDC-BA28-0CDB-46F73FB855C2}"/>
              </a:ext>
            </a:extLst>
          </p:cNvPr>
          <p:cNvSpPr/>
          <p:nvPr/>
        </p:nvSpPr>
        <p:spPr>
          <a:xfrm>
            <a:off x="1428934" y="2339107"/>
            <a:ext cx="1093438"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en-US" altLang="ko-KR" sz="700" dirty="0">
                <a:solidFill>
                  <a:schemeClr val="tx1"/>
                </a:solidFill>
                <a:ea typeface="맑은 고딕"/>
              </a:rPr>
              <a:t>(2026.06.30 12:49 </a:t>
            </a:r>
            <a:r>
              <a:rPr lang="ko-KR" altLang="en-US" sz="700" dirty="0">
                <a:solidFill>
                  <a:schemeClr val="tx1"/>
                </a:solidFill>
                <a:ea typeface="맑은 고딕"/>
              </a:rPr>
              <a:t>기준</a:t>
            </a:r>
            <a:r>
              <a:rPr lang="en-US" altLang="ko-KR" sz="700" dirty="0">
                <a:solidFill>
                  <a:schemeClr val="tx1"/>
                </a:solidFill>
                <a:ea typeface="맑은 고딕"/>
              </a:rPr>
              <a:t>)</a:t>
            </a:r>
            <a:endParaRPr lang="ko-KR" altLang="en-US" sz="700" dirty="0">
              <a:solidFill>
                <a:schemeClr val="tx1"/>
              </a:solidFill>
              <a:ea typeface="맑은 고딕"/>
            </a:endParaRPr>
          </a:p>
        </p:txBody>
      </p:sp>
      <p:sp>
        <p:nvSpPr>
          <p:cNvPr id="100" name="TextBox 99">
            <a:extLst>
              <a:ext uri="{FF2B5EF4-FFF2-40B4-BE49-F238E27FC236}">
                <a16:creationId xmlns:a16="http://schemas.microsoft.com/office/drawing/2014/main" id="{2B4AE915-45FE-710B-C587-2E1D4BE2AFAB}"/>
              </a:ext>
            </a:extLst>
          </p:cNvPr>
          <p:cNvSpPr txBox="1"/>
          <p:nvPr/>
        </p:nvSpPr>
        <p:spPr>
          <a:xfrm>
            <a:off x="760449" y="1588091"/>
            <a:ext cx="1293575" cy="329184"/>
          </a:xfrm>
          <a:prstGeom prst="rect">
            <a:avLst/>
          </a:prstGeom>
          <a:noFill/>
        </p:spPr>
        <p:txBody>
          <a:bodyPr wrap="square" lIns="0" tIns="0" rIns="0" bIns="0" anchor="t">
            <a:noAutofit/>
          </a:bodyPr>
          <a:lstStyle/>
          <a:p>
            <a:pPr algn="l"/>
            <a:r>
              <a:rPr lang="ko-KR" altLang="en-US" sz="1000" b="1" spc="-150" dirty="0">
                <a:solidFill>
                  <a:srgbClr val="333333"/>
                </a:solidFill>
                <a:latin typeface="+mn-ea"/>
              </a:rPr>
              <a:t>바우처</a:t>
            </a:r>
            <a:endParaRPr lang="en-US" altLang="ko-KR" sz="1000" b="1" spc="-150" dirty="0">
              <a:solidFill>
                <a:srgbClr val="333333"/>
              </a:solidFill>
              <a:latin typeface="+mn-ea"/>
            </a:endParaRPr>
          </a:p>
          <a:p>
            <a:pPr algn="l"/>
            <a:r>
              <a:rPr lang="ko-KR" altLang="en-US" sz="1000" b="1" spc="-150" dirty="0">
                <a:solidFill>
                  <a:srgbClr val="333333"/>
                </a:solidFill>
                <a:latin typeface="+mn-ea"/>
              </a:rPr>
              <a:t>잔액확인</a:t>
            </a:r>
            <a:endParaRPr sz="1000" b="1" spc="-150" dirty="0">
              <a:solidFill>
                <a:srgbClr val="333333"/>
              </a:solidFill>
              <a:latin typeface="+mn-ea"/>
            </a:endParaRPr>
          </a:p>
        </p:txBody>
      </p:sp>
      <p:grpSp>
        <p:nvGrpSpPr>
          <p:cNvPr id="101" name="그룹 100">
            <a:extLst>
              <a:ext uri="{FF2B5EF4-FFF2-40B4-BE49-F238E27FC236}">
                <a16:creationId xmlns:a16="http://schemas.microsoft.com/office/drawing/2014/main" id="{27A31349-F3CB-4FC9-DE6D-0A5573176331}"/>
              </a:ext>
            </a:extLst>
          </p:cNvPr>
          <p:cNvGrpSpPr/>
          <p:nvPr/>
        </p:nvGrpSpPr>
        <p:grpSpPr>
          <a:xfrm>
            <a:off x="1435284" y="1958046"/>
            <a:ext cx="4766260" cy="318788"/>
            <a:chOff x="1435284" y="6149695"/>
            <a:chExt cx="4766260" cy="318788"/>
          </a:xfrm>
        </p:grpSpPr>
        <p:sp>
          <p:nvSpPr>
            <p:cNvPr id="102" name="직사각형 101">
              <a:extLst>
                <a:ext uri="{FF2B5EF4-FFF2-40B4-BE49-F238E27FC236}">
                  <a16:creationId xmlns:a16="http://schemas.microsoft.com/office/drawing/2014/main" id="{43B8E687-035F-F172-DC0E-F12EFE34D3DE}"/>
                </a:ext>
              </a:extLst>
            </p:cNvPr>
            <p:cNvSpPr/>
            <p:nvPr/>
          </p:nvSpPr>
          <p:spPr>
            <a:xfrm>
              <a:off x="1435284" y="6149695"/>
              <a:ext cx="4766260"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3" name="TextBox 102">
              <a:extLst>
                <a:ext uri="{FF2B5EF4-FFF2-40B4-BE49-F238E27FC236}">
                  <a16:creationId xmlns:a16="http://schemas.microsoft.com/office/drawing/2014/main" id="{CB0F1A77-6237-7C03-311E-D0E88835D241}"/>
                </a:ext>
              </a:extLst>
            </p:cNvPr>
            <p:cNvSpPr txBox="1"/>
            <p:nvPr/>
          </p:nvSpPr>
          <p:spPr>
            <a:xfrm>
              <a:off x="5140762" y="6215090"/>
              <a:ext cx="914400" cy="182880"/>
            </a:xfrm>
            <a:prstGeom prst="rect">
              <a:avLst/>
            </a:prstGeom>
            <a:noFill/>
          </p:spPr>
          <p:txBody>
            <a:bodyPr wrap="square" lIns="0" tIns="0" rIns="0" bIns="0" anchor="ctr">
              <a:noAutofit/>
            </a:bodyPr>
            <a:lstStyle/>
            <a:p>
              <a:pPr algn="r"/>
              <a:r>
                <a:rPr lang="ko-KR" altLang="en-US" sz="900" b="1" dirty="0">
                  <a:solidFill>
                    <a:srgbClr val="404040"/>
                  </a:solidFill>
                  <a:latin typeface="맑은 고딕"/>
                  <a:ea typeface="맑은 고딕"/>
                </a:rPr>
                <a:t>확인불가</a:t>
              </a:r>
              <a:endParaRPr sz="900" b="1" dirty="0">
                <a:solidFill>
                  <a:srgbClr val="404040"/>
                </a:solidFill>
                <a:latin typeface="맑은 고딕"/>
                <a:ea typeface="맑은 고딕"/>
              </a:endParaRPr>
            </a:p>
          </p:txBody>
        </p:sp>
        <p:sp>
          <p:nvSpPr>
            <p:cNvPr id="104" name="Rounded Rectangle 27">
              <a:extLst>
                <a:ext uri="{FF2B5EF4-FFF2-40B4-BE49-F238E27FC236}">
                  <a16:creationId xmlns:a16="http://schemas.microsoft.com/office/drawing/2014/main" id="{C01677A8-9506-EF14-E2ED-1130354272A1}"/>
                </a:ext>
              </a:extLst>
            </p:cNvPr>
            <p:cNvSpPr/>
            <p:nvPr/>
          </p:nvSpPr>
          <p:spPr>
            <a:xfrm>
              <a:off x="1440409" y="621195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err="1">
                  <a:solidFill>
                    <a:schemeClr val="tx1"/>
                  </a:solidFill>
                  <a:ea typeface="맑은 고딕"/>
                </a:rPr>
                <a:t>첫만남바우처</a:t>
              </a:r>
              <a:endParaRPr lang="ko-KR" altLang="en-US" sz="700" dirty="0">
                <a:solidFill>
                  <a:schemeClr val="tx1"/>
                </a:solidFill>
                <a:ea typeface="맑은 고딕"/>
              </a:endParaRPr>
            </a:p>
          </p:txBody>
        </p:sp>
        <p:sp>
          <p:nvSpPr>
            <p:cNvPr id="105" name="Rounded Rectangle 33">
              <a:extLst>
                <a:ext uri="{FF2B5EF4-FFF2-40B4-BE49-F238E27FC236}">
                  <a16:creationId xmlns:a16="http://schemas.microsoft.com/office/drawing/2014/main" id="{8881474D-C02E-4667-A206-4754B844B656}"/>
                </a:ext>
              </a:extLst>
            </p:cNvPr>
            <p:cNvSpPr/>
            <p:nvPr/>
          </p:nvSpPr>
          <p:spPr>
            <a:xfrm>
              <a:off x="5153750" y="6228391"/>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grpSp>
        <p:nvGrpSpPr>
          <p:cNvPr id="107" name="그룹 106">
            <a:extLst>
              <a:ext uri="{FF2B5EF4-FFF2-40B4-BE49-F238E27FC236}">
                <a16:creationId xmlns:a16="http://schemas.microsoft.com/office/drawing/2014/main" id="{2911EE83-4948-EDDB-9F27-EC1C633A6B81}"/>
              </a:ext>
            </a:extLst>
          </p:cNvPr>
          <p:cNvGrpSpPr/>
          <p:nvPr/>
        </p:nvGrpSpPr>
        <p:grpSpPr>
          <a:xfrm>
            <a:off x="1435284" y="1582136"/>
            <a:ext cx="4766260" cy="318788"/>
            <a:chOff x="1435284" y="5773785"/>
            <a:chExt cx="4766260" cy="318788"/>
          </a:xfrm>
        </p:grpSpPr>
        <p:sp>
          <p:nvSpPr>
            <p:cNvPr id="108" name="직사각형 107">
              <a:extLst>
                <a:ext uri="{FF2B5EF4-FFF2-40B4-BE49-F238E27FC236}">
                  <a16:creationId xmlns:a16="http://schemas.microsoft.com/office/drawing/2014/main" id="{84082C5C-FADD-86D2-9C71-DECC31DEA5F9}"/>
                </a:ext>
              </a:extLst>
            </p:cNvPr>
            <p:cNvSpPr/>
            <p:nvPr/>
          </p:nvSpPr>
          <p:spPr>
            <a:xfrm>
              <a:off x="1435284" y="5773785"/>
              <a:ext cx="4766260" cy="318788"/>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109" name="TextBox 108">
              <a:extLst>
                <a:ext uri="{FF2B5EF4-FFF2-40B4-BE49-F238E27FC236}">
                  <a16:creationId xmlns:a16="http://schemas.microsoft.com/office/drawing/2014/main" id="{54D76FB0-8C76-CA08-061E-C16A0319B370}"/>
                </a:ext>
              </a:extLst>
            </p:cNvPr>
            <p:cNvSpPr txBox="1"/>
            <p:nvPr/>
          </p:nvSpPr>
          <p:spPr>
            <a:xfrm>
              <a:off x="5140762" y="5839180"/>
              <a:ext cx="914400" cy="182880"/>
            </a:xfrm>
            <a:prstGeom prst="rect">
              <a:avLst/>
            </a:prstGeom>
            <a:noFill/>
          </p:spPr>
          <p:txBody>
            <a:bodyPr wrap="square" lIns="0" tIns="0" rIns="0" bIns="0" anchor="ctr">
              <a:noAutofit/>
            </a:bodyPr>
            <a:lstStyle/>
            <a:p>
              <a:pPr algn="r"/>
              <a:r>
                <a:rPr sz="900" b="1" dirty="0">
                  <a:solidFill>
                    <a:srgbClr val="404040"/>
                  </a:solidFill>
                  <a:latin typeface="맑은 고딕"/>
                  <a:ea typeface="맑은 고딕"/>
                </a:rPr>
                <a:t>0원</a:t>
              </a:r>
            </a:p>
          </p:txBody>
        </p:sp>
        <p:sp>
          <p:nvSpPr>
            <p:cNvPr id="110" name="Rounded Rectangle 27">
              <a:extLst>
                <a:ext uri="{FF2B5EF4-FFF2-40B4-BE49-F238E27FC236}">
                  <a16:creationId xmlns:a16="http://schemas.microsoft.com/office/drawing/2014/main" id="{E77E16DC-027D-7950-6B2E-5473BAF288D9}"/>
                </a:ext>
              </a:extLst>
            </p:cNvPr>
            <p:cNvSpPr/>
            <p:nvPr/>
          </p:nvSpPr>
          <p:spPr>
            <a:xfrm>
              <a:off x="1440409" y="5836045"/>
              <a:ext cx="2183586" cy="189150"/>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ctr">
              <a:spAutoFit/>
            </a:bodyPr>
            <a:lstStyle/>
            <a:p>
              <a:r>
                <a:rPr lang="ko-KR" altLang="en-US" sz="700" dirty="0">
                  <a:solidFill>
                    <a:schemeClr val="tx1"/>
                  </a:solidFill>
                  <a:ea typeface="맑은 고딕"/>
                </a:rPr>
                <a:t>기저귀</a:t>
              </a:r>
              <a:r>
                <a:rPr lang="en-US" altLang="ko-KR" sz="700" dirty="0">
                  <a:solidFill>
                    <a:schemeClr val="tx1"/>
                  </a:solidFill>
                  <a:ea typeface="맑은 고딕"/>
                </a:rPr>
                <a:t>/</a:t>
              </a:r>
              <a:r>
                <a:rPr lang="ko-KR" altLang="en-US" sz="700" dirty="0" err="1">
                  <a:solidFill>
                    <a:schemeClr val="tx1"/>
                  </a:solidFill>
                  <a:ea typeface="맑은 고딕"/>
                </a:rPr>
                <a:t>조제분유지원</a:t>
              </a:r>
              <a:endParaRPr lang="ko-KR" altLang="en-US" sz="700" dirty="0">
                <a:solidFill>
                  <a:schemeClr val="tx1"/>
                </a:solidFill>
                <a:ea typeface="맑은 고딕"/>
              </a:endParaRPr>
            </a:p>
          </p:txBody>
        </p:sp>
        <p:sp>
          <p:nvSpPr>
            <p:cNvPr id="112" name="Rounded Rectangle 33">
              <a:extLst>
                <a:ext uri="{FF2B5EF4-FFF2-40B4-BE49-F238E27FC236}">
                  <a16:creationId xmlns:a16="http://schemas.microsoft.com/office/drawing/2014/main" id="{4A7EBA2A-F0F3-8B39-BB23-69C743FD1004}"/>
                </a:ext>
              </a:extLst>
            </p:cNvPr>
            <p:cNvSpPr/>
            <p:nvPr/>
          </p:nvSpPr>
          <p:spPr>
            <a:xfrm>
              <a:off x="5048326" y="5868351"/>
              <a:ext cx="360000" cy="144000"/>
            </a:xfrm>
            <a:prstGeom prst="roundRect">
              <a:avLst>
                <a:gd name="adj" fmla="val 8000"/>
              </a:avLst>
            </a:prstGeom>
            <a:solidFill>
              <a:srgbClr val="FFFFFF"/>
            </a:solidFill>
            <a:ln w="6350">
              <a:solidFill>
                <a:srgbClr val="9A9A9A"/>
              </a:solidFill>
            </a:ln>
            <a:effectLst/>
          </p:spPr>
          <p:style>
            <a:lnRef idx="1">
              <a:schemeClr val="accent1"/>
            </a:lnRef>
            <a:fillRef idx="3">
              <a:schemeClr val="accent1"/>
            </a:fillRef>
            <a:effectRef idx="2">
              <a:schemeClr val="accent1"/>
            </a:effectRef>
            <a:fontRef idx="minor">
              <a:schemeClr val="lt1"/>
            </a:fontRef>
          </p:style>
          <p:txBody>
            <a:bodyPr lIns="72000" tIns="36000" rIns="72000" bIns="36000" rtlCol="0" anchor="ctr"/>
            <a:lstStyle/>
            <a:p>
              <a:pPr algn="ctr"/>
              <a:r>
                <a:rPr lang="ko-KR" altLang="en-US" sz="700" dirty="0">
                  <a:solidFill>
                    <a:srgbClr val="595959"/>
                  </a:solidFill>
                  <a:ea typeface="맑은 고딕"/>
                </a:rPr>
                <a:t>잔액</a:t>
              </a:r>
              <a:endParaRPr lang="en-US" altLang="ko-KR" sz="700" dirty="0">
                <a:solidFill>
                  <a:srgbClr val="595959"/>
                </a:solidFill>
                <a:ea typeface="맑은 고딕"/>
              </a:endParaRPr>
            </a:p>
          </p:txBody>
        </p:sp>
      </p:grpSp>
      <p:sp>
        <p:nvSpPr>
          <p:cNvPr id="114" name="Rounded Rectangle 67">
            <a:extLst>
              <a:ext uri="{FF2B5EF4-FFF2-40B4-BE49-F238E27FC236}">
                <a16:creationId xmlns:a16="http://schemas.microsoft.com/office/drawing/2014/main" id="{52BFC0B4-1EB6-35CC-6074-90D510F137EC}"/>
              </a:ext>
            </a:extLst>
          </p:cNvPr>
          <p:cNvSpPr/>
          <p:nvPr/>
        </p:nvSpPr>
        <p:spPr>
          <a:xfrm>
            <a:off x="6400813" y="591946"/>
            <a:ext cx="3026663" cy="3136794"/>
          </a:xfrm>
          <a:prstGeom prst="roundRect">
            <a:avLst>
              <a:gd name="adj" fmla="val 4264"/>
            </a:avLst>
          </a:prstGeom>
          <a:solidFill>
            <a:srgbClr val="FFFFFF"/>
          </a:solidFill>
          <a:ln w="12700">
            <a:solidFill>
              <a:srgbClr val="6E6E6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5" name="TextBox 114">
            <a:extLst>
              <a:ext uri="{FF2B5EF4-FFF2-40B4-BE49-F238E27FC236}">
                <a16:creationId xmlns:a16="http://schemas.microsoft.com/office/drawing/2014/main" id="{7E9E5356-FA47-189E-6AF8-34AA7E467A2B}"/>
              </a:ext>
            </a:extLst>
          </p:cNvPr>
          <p:cNvSpPr txBox="1"/>
          <p:nvPr/>
        </p:nvSpPr>
        <p:spPr>
          <a:xfrm>
            <a:off x="6552150" y="781146"/>
            <a:ext cx="2752344" cy="274320"/>
          </a:xfrm>
          <a:prstGeom prst="rect">
            <a:avLst/>
          </a:prstGeom>
          <a:noFill/>
        </p:spPr>
        <p:txBody>
          <a:bodyPr wrap="square" lIns="0" tIns="0" rIns="0" bIns="0" anchor="ctr">
            <a:noAutofit/>
          </a:bodyPr>
          <a:lstStyle/>
          <a:p>
            <a:pPr algn="l"/>
            <a:r>
              <a:rPr sz="1050" b="1" spc="-50" dirty="0" err="1">
                <a:solidFill>
                  <a:srgbClr val="404040"/>
                </a:solidFill>
                <a:latin typeface="맑은 고딕"/>
                <a:ea typeface="맑은 고딕"/>
              </a:rPr>
              <a:t>결제</a:t>
            </a:r>
            <a:r>
              <a:rPr lang="en-US" sz="1050" b="1" spc="-50" dirty="0">
                <a:solidFill>
                  <a:srgbClr val="404040"/>
                </a:solidFill>
                <a:latin typeface="맑은 고딕"/>
                <a:ea typeface="맑은 고딕"/>
              </a:rPr>
              <a:t> </a:t>
            </a:r>
            <a:r>
              <a:rPr sz="1050" b="1" spc="-50" dirty="0" err="1">
                <a:solidFill>
                  <a:srgbClr val="404040"/>
                </a:solidFill>
                <a:latin typeface="맑은 고딕"/>
                <a:ea typeface="맑은 고딕"/>
              </a:rPr>
              <a:t>금액</a:t>
            </a:r>
            <a:endParaRPr sz="1050" b="1" spc="-50" dirty="0">
              <a:solidFill>
                <a:srgbClr val="404040"/>
              </a:solidFill>
              <a:latin typeface="맑은 고딕"/>
              <a:ea typeface="맑은 고딕"/>
            </a:endParaRPr>
          </a:p>
        </p:txBody>
      </p:sp>
      <p:sp>
        <p:nvSpPr>
          <p:cNvPr id="116" name="TextBox 115">
            <a:extLst>
              <a:ext uri="{FF2B5EF4-FFF2-40B4-BE49-F238E27FC236}">
                <a16:creationId xmlns:a16="http://schemas.microsoft.com/office/drawing/2014/main" id="{C541E422-F03E-9D0F-D030-6AD75074DE60}"/>
              </a:ext>
            </a:extLst>
          </p:cNvPr>
          <p:cNvSpPr txBox="1"/>
          <p:nvPr/>
        </p:nvSpPr>
        <p:spPr>
          <a:xfrm>
            <a:off x="6552150" y="1087834"/>
            <a:ext cx="1463040" cy="219456"/>
          </a:xfrm>
          <a:prstGeom prst="rect">
            <a:avLst/>
          </a:prstGeom>
        </p:spPr>
        <p:txBody>
          <a:bodyPr wrap="square" lIns="0" tIns="0" rIns="0" bIns="0" anchor="ctr">
            <a:noAutofit/>
          </a:bodyPr>
          <a:lstStyle/>
          <a:p>
            <a:pPr algn="l"/>
            <a:r>
              <a:rPr sz="900" spc="-150" dirty="0">
                <a:solidFill>
                  <a:srgbClr val="333333"/>
                </a:solidFill>
                <a:latin typeface="+mn-ea"/>
              </a:rPr>
              <a:t>총 </a:t>
            </a:r>
            <a:r>
              <a:rPr lang="ko-KR" altLang="en-US" sz="900" spc="-150" dirty="0">
                <a:solidFill>
                  <a:srgbClr val="333333"/>
                </a:solidFill>
                <a:latin typeface="+mn-ea"/>
              </a:rPr>
              <a:t>주문</a:t>
            </a:r>
            <a:r>
              <a:rPr sz="900" spc="-150" dirty="0" err="1">
                <a:solidFill>
                  <a:srgbClr val="333333"/>
                </a:solidFill>
                <a:latin typeface="+mn-ea"/>
              </a:rPr>
              <a:t>금액</a:t>
            </a:r>
            <a:endParaRPr sz="900" spc="-150" dirty="0">
              <a:solidFill>
                <a:srgbClr val="333333"/>
              </a:solidFill>
              <a:latin typeface="+mn-ea"/>
            </a:endParaRPr>
          </a:p>
        </p:txBody>
      </p:sp>
      <p:sp>
        <p:nvSpPr>
          <p:cNvPr id="117" name="TextBox 116">
            <a:extLst>
              <a:ext uri="{FF2B5EF4-FFF2-40B4-BE49-F238E27FC236}">
                <a16:creationId xmlns:a16="http://schemas.microsoft.com/office/drawing/2014/main" id="{0349854A-55D4-DD54-0F77-4FDD8B918D41}"/>
              </a:ext>
            </a:extLst>
          </p:cNvPr>
          <p:cNvSpPr txBox="1"/>
          <p:nvPr/>
        </p:nvSpPr>
        <p:spPr>
          <a:xfrm>
            <a:off x="7722582" y="1087834"/>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235,600</a:t>
            </a:r>
            <a:r>
              <a:rPr lang="ko-KR" altLang="en-US" sz="900" b="1" dirty="0">
                <a:solidFill>
                  <a:srgbClr val="404040"/>
                </a:solidFill>
                <a:ea typeface="맑은 고딕"/>
              </a:rPr>
              <a:t>원</a:t>
            </a:r>
            <a:r>
              <a:rPr lang="en-US" altLang="ko-KR" sz="600" dirty="0">
                <a:ea typeface="맑은 고딕"/>
              </a:rPr>
              <a:t> </a:t>
            </a:r>
            <a:endParaRPr lang="ko-KR" altLang="en-US" sz="600" dirty="0">
              <a:ea typeface="맑은 고딕"/>
            </a:endParaRPr>
          </a:p>
        </p:txBody>
      </p:sp>
      <p:sp>
        <p:nvSpPr>
          <p:cNvPr id="118" name="TextBox 117">
            <a:extLst>
              <a:ext uri="{FF2B5EF4-FFF2-40B4-BE49-F238E27FC236}">
                <a16:creationId xmlns:a16="http://schemas.microsoft.com/office/drawing/2014/main" id="{B82A4743-177F-386B-3B78-7A2C019CA61C}"/>
              </a:ext>
            </a:extLst>
          </p:cNvPr>
          <p:cNvSpPr txBox="1"/>
          <p:nvPr/>
        </p:nvSpPr>
        <p:spPr>
          <a:xfrm>
            <a:off x="6552150" y="1281112"/>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바우처 적용금액</a:t>
            </a:r>
            <a:endParaRPr sz="900" spc="-150" dirty="0">
              <a:solidFill>
                <a:srgbClr val="333333"/>
              </a:solidFill>
              <a:latin typeface="+mn-ea"/>
            </a:endParaRPr>
          </a:p>
        </p:txBody>
      </p:sp>
      <p:sp>
        <p:nvSpPr>
          <p:cNvPr id="119" name="TextBox 118">
            <a:extLst>
              <a:ext uri="{FF2B5EF4-FFF2-40B4-BE49-F238E27FC236}">
                <a16:creationId xmlns:a16="http://schemas.microsoft.com/office/drawing/2014/main" id="{F7DB2C74-F91B-C87A-ABAE-86D0E0E7146F}"/>
              </a:ext>
            </a:extLst>
          </p:cNvPr>
          <p:cNvSpPr txBox="1"/>
          <p:nvPr/>
        </p:nvSpPr>
        <p:spPr>
          <a:xfrm>
            <a:off x="7722582" y="1281112"/>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120,000</a:t>
            </a:r>
            <a:r>
              <a:rPr lang="ko-KR" altLang="en-US" sz="900" b="1" dirty="0">
                <a:solidFill>
                  <a:srgbClr val="404040"/>
                </a:solidFill>
                <a:ea typeface="맑은 고딕"/>
              </a:rPr>
              <a:t>원</a:t>
            </a:r>
            <a:endParaRPr lang="en-US" altLang="ko-KR" sz="900" b="1" dirty="0">
              <a:solidFill>
                <a:srgbClr val="404040"/>
              </a:solidFill>
              <a:ea typeface="맑은 고딕"/>
            </a:endParaRPr>
          </a:p>
        </p:txBody>
      </p:sp>
      <p:cxnSp>
        <p:nvCxnSpPr>
          <p:cNvPr id="120" name="Connector 76">
            <a:extLst>
              <a:ext uri="{FF2B5EF4-FFF2-40B4-BE49-F238E27FC236}">
                <a16:creationId xmlns:a16="http://schemas.microsoft.com/office/drawing/2014/main" id="{07CE7003-EAB4-69A9-3CED-270331AE830F}"/>
              </a:ext>
            </a:extLst>
          </p:cNvPr>
          <p:cNvCxnSpPr/>
          <p:nvPr/>
        </p:nvCxnSpPr>
        <p:spPr>
          <a:xfrm>
            <a:off x="6533862" y="1999255"/>
            <a:ext cx="2734056" cy="0"/>
          </a:xfrm>
          <a:prstGeom prst="bentConnector3">
            <a:avLst/>
          </a:prstGeom>
          <a:ln w="9525">
            <a:solidFill>
              <a:srgbClr val="9A9A9A"/>
            </a:solidFill>
          </a:ln>
          <a:effectLst/>
        </p:spPr>
        <p:style>
          <a:lnRef idx="2">
            <a:schemeClr val="accent1"/>
          </a:lnRef>
          <a:fillRef idx="0">
            <a:schemeClr val="accent1"/>
          </a:fillRef>
          <a:effectRef idx="1">
            <a:schemeClr val="accent1"/>
          </a:effectRef>
          <a:fontRef idx="minor">
            <a:schemeClr val="tx1"/>
          </a:fontRef>
        </p:style>
      </p:cxnSp>
      <p:sp>
        <p:nvSpPr>
          <p:cNvPr id="121" name="TextBox 120">
            <a:extLst>
              <a:ext uri="{FF2B5EF4-FFF2-40B4-BE49-F238E27FC236}">
                <a16:creationId xmlns:a16="http://schemas.microsoft.com/office/drawing/2014/main" id="{A67D76B9-BB4A-E13A-6B83-DF2F6017BE00}"/>
              </a:ext>
            </a:extLst>
          </p:cNvPr>
          <p:cNvSpPr txBox="1"/>
          <p:nvPr/>
        </p:nvSpPr>
        <p:spPr>
          <a:xfrm>
            <a:off x="6552150" y="1559348"/>
            <a:ext cx="1564564" cy="274320"/>
          </a:xfrm>
          <a:prstGeom prst="rect">
            <a:avLst/>
          </a:prstGeom>
          <a:noFill/>
        </p:spPr>
        <p:txBody>
          <a:bodyPr wrap="square" lIns="0" tIns="0" rIns="0" bIns="0" anchor="ctr">
            <a:noAutofit/>
          </a:bodyPr>
          <a:lstStyle/>
          <a:p>
            <a:r>
              <a:rPr lang="ko-KR" altLang="en-US" sz="1050" b="1" spc="-50" dirty="0">
                <a:solidFill>
                  <a:srgbClr val="404040"/>
                </a:solidFill>
                <a:latin typeface="맑은 고딕"/>
                <a:ea typeface="맑은 고딕"/>
              </a:rPr>
              <a:t>최종결제금액</a:t>
            </a:r>
            <a:r>
              <a:rPr lang="en-US" altLang="ko-KR" sz="1050" b="1" spc="-50" dirty="0">
                <a:solidFill>
                  <a:srgbClr val="404040"/>
                </a:solidFill>
                <a:latin typeface="맑은 고딕"/>
                <a:ea typeface="맑은 고딕"/>
              </a:rPr>
              <a:t>(</a:t>
            </a:r>
            <a:r>
              <a:rPr lang="ko-KR" altLang="en-US" sz="1050" b="1" spc="-50" dirty="0">
                <a:solidFill>
                  <a:srgbClr val="404040"/>
                </a:solidFill>
                <a:ea typeface="맑은 고딕"/>
              </a:rPr>
              <a:t>본인부담금</a:t>
            </a:r>
            <a:r>
              <a:rPr lang="en-US" altLang="ko-KR" sz="1050" b="1" spc="-50" dirty="0">
                <a:solidFill>
                  <a:srgbClr val="404040"/>
                </a:solidFill>
                <a:ea typeface="맑은 고딕"/>
              </a:rPr>
              <a:t>)</a:t>
            </a:r>
            <a:endParaRPr sz="1050" b="1" spc="-50" dirty="0">
              <a:solidFill>
                <a:srgbClr val="404040"/>
              </a:solidFill>
              <a:latin typeface="맑은 고딕"/>
              <a:ea typeface="맑은 고딕"/>
            </a:endParaRPr>
          </a:p>
        </p:txBody>
      </p:sp>
      <p:sp>
        <p:nvSpPr>
          <p:cNvPr id="122" name="TextBox 121">
            <a:extLst>
              <a:ext uri="{FF2B5EF4-FFF2-40B4-BE49-F238E27FC236}">
                <a16:creationId xmlns:a16="http://schemas.microsoft.com/office/drawing/2014/main" id="{27448D75-47F2-2280-BDCB-47056726FF40}"/>
              </a:ext>
            </a:extLst>
          </p:cNvPr>
          <p:cNvSpPr txBox="1"/>
          <p:nvPr/>
        </p:nvSpPr>
        <p:spPr>
          <a:xfrm>
            <a:off x="7722582" y="1522772"/>
            <a:ext cx="1527048" cy="292608"/>
          </a:xfrm>
          <a:prstGeom prst="rect">
            <a:avLst/>
          </a:prstGeom>
          <a:noFill/>
        </p:spPr>
        <p:txBody>
          <a:bodyPr wrap="square" lIns="0" tIns="0" rIns="0" bIns="0" anchor="ctr">
            <a:noAutofit/>
          </a:bodyPr>
          <a:lstStyle/>
          <a:p>
            <a:pPr algn="r"/>
            <a:r>
              <a:rPr lang="en-US" sz="1300" b="1" dirty="0">
                <a:solidFill>
                  <a:srgbClr val="E8623F"/>
                </a:solidFill>
                <a:latin typeface="맑은 고딕"/>
                <a:ea typeface="맑은 고딕"/>
              </a:rPr>
              <a:t>115,60</a:t>
            </a:r>
            <a:r>
              <a:rPr sz="1300" b="1" dirty="0">
                <a:solidFill>
                  <a:srgbClr val="E8623F"/>
                </a:solidFill>
                <a:latin typeface="맑은 고딕"/>
                <a:ea typeface="맑은 고딕"/>
              </a:rPr>
              <a:t>0원</a:t>
            </a:r>
          </a:p>
        </p:txBody>
      </p:sp>
      <p:sp>
        <p:nvSpPr>
          <p:cNvPr id="124" name="Rounded Rectangle 27">
            <a:extLst>
              <a:ext uri="{FF2B5EF4-FFF2-40B4-BE49-F238E27FC236}">
                <a16:creationId xmlns:a16="http://schemas.microsoft.com/office/drawing/2014/main" id="{CED37C62-7B99-265E-A8A0-863C112AD2A9}"/>
              </a:ext>
            </a:extLst>
          </p:cNvPr>
          <p:cNvSpPr/>
          <p:nvPr/>
        </p:nvSpPr>
        <p:spPr>
          <a:xfrm>
            <a:off x="6522807" y="2611507"/>
            <a:ext cx="2745111" cy="173017"/>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600" dirty="0">
                <a:solidFill>
                  <a:schemeClr val="tx1"/>
                </a:solidFill>
                <a:ea typeface="맑은 고딕"/>
              </a:rPr>
              <a:t>※ </a:t>
            </a:r>
            <a:r>
              <a:rPr lang="ko-KR" altLang="en-US" sz="600" dirty="0">
                <a:solidFill>
                  <a:schemeClr val="tx1"/>
                </a:solidFill>
                <a:ea typeface="맑은 고딕"/>
              </a:rPr>
              <a:t>구매금액에 대한 적립 포인트로</a:t>
            </a:r>
            <a:r>
              <a:rPr lang="en-US" altLang="ko-KR" sz="600" dirty="0">
                <a:solidFill>
                  <a:schemeClr val="tx1"/>
                </a:solidFill>
                <a:ea typeface="맑은 고딕"/>
              </a:rPr>
              <a:t>, </a:t>
            </a:r>
            <a:r>
              <a:rPr lang="ko-KR" altLang="en-US" sz="600" dirty="0">
                <a:solidFill>
                  <a:schemeClr val="tx1"/>
                </a:solidFill>
                <a:ea typeface="맑은 고딕"/>
              </a:rPr>
              <a:t>구매 확정 시 지급됩니다</a:t>
            </a:r>
            <a:r>
              <a:rPr lang="en-US" altLang="ko-KR" sz="600" dirty="0">
                <a:solidFill>
                  <a:schemeClr val="tx1"/>
                </a:solidFill>
                <a:ea typeface="맑은 고딕"/>
              </a:rPr>
              <a:t>.</a:t>
            </a:r>
            <a:endParaRPr lang="ko-KR" altLang="en-US" sz="600" dirty="0">
              <a:solidFill>
                <a:schemeClr val="tx1"/>
              </a:solidFill>
              <a:ea typeface="맑은 고딕"/>
            </a:endParaRPr>
          </a:p>
        </p:txBody>
      </p:sp>
      <p:sp>
        <p:nvSpPr>
          <p:cNvPr id="125" name="TextBox 124">
            <a:extLst>
              <a:ext uri="{FF2B5EF4-FFF2-40B4-BE49-F238E27FC236}">
                <a16:creationId xmlns:a16="http://schemas.microsoft.com/office/drawing/2014/main" id="{D8B94D70-B5D8-CFBF-9239-A71B0A2CD626}"/>
              </a:ext>
            </a:extLst>
          </p:cNvPr>
          <p:cNvSpPr txBox="1"/>
          <p:nvPr/>
        </p:nvSpPr>
        <p:spPr>
          <a:xfrm>
            <a:off x="6552150" y="2105194"/>
            <a:ext cx="2752344" cy="274320"/>
          </a:xfrm>
          <a:prstGeom prst="rect">
            <a:avLst/>
          </a:prstGeom>
          <a:noFill/>
        </p:spPr>
        <p:txBody>
          <a:bodyPr wrap="square" lIns="0" tIns="0" rIns="0" bIns="0" anchor="ctr">
            <a:noAutofit/>
          </a:bodyPr>
          <a:lstStyle/>
          <a:p>
            <a:r>
              <a:rPr lang="ko-KR" altLang="en-US" sz="1050" b="1" spc="-150" dirty="0">
                <a:solidFill>
                  <a:srgbClr val="333333"/>
                </a:solidFill>
                <a:latin typeface="+mn-ea"/>
              </a:rPr>
              <a:t>마일리지</a:t>
            </a:r>
          </a:p>
        </p:txBody>
      </p:sp>
      <p:sp>
        <p:nvSpPr>
          <p:cNvPr id="126" name="TextBox 125">
            <a:extLst>
              <a:ext uri="{FF2B5EF4-FFF2-40B4-BE49-F238E27FC236}">
                <a16:creationId xmlns:a16="http://schemas.microsoft.com/office/drawing/2014/main" id="{522E1E10-9D94-A4C3-39C5-D0B1A5B1B054}"/>
              </a:ext>
            </a:extLst>
          </p:cNvPr>
          <p:cNvSpPr txBox="1"/>
          <p:nvPr/>
        </p:nvSpPr>
        <p:spPr>
          <a:xfrm>
            <a:off x="6552150" y="2411882"/>
            <a:ext cx="1463040" cy="219456"/>
          </a:xfrm>
          <a:prstGeom prst="rect">
            <a:avLst/>
          </a:prstGeom>
        </p:spPr>
        <p:txBody>
          <a:bodyPr wrap="square" lIns="0" tIns="0" rIns="0" bIns="0" anchor="ctr">
            <a:noAutofit/>
          </a:bodyPr>
          <a:lstStyle/>
          <a:p>
            <a:pPr algn="l"/>
            <a:r>
              <a:rPr lang="ko-KR" altLang="en-US" sz="900" spc="-150" dirty="0">
                <a:solidFill>
                  <a:srgbClr val="333333"/>
                </a:solidFill>
                <a:latin typeface="+mn-ea"/>
              </a:rPr>
              <a:t>적립예정금액</a:t>
            </a:r>
            <a:endParaRPr sz="900" spc="-150" dirty="0">
              <a:solidFill>
                <a:srgbClr val="333333"/>
              </a:solidFill>
              <a:latin typeface="+mn-ea"/>
            </a:endParaRPr>
          </a:p>
        </p:txBody>
      </p:sp>
      <p:sp>
        <p:nvSpPr>
          <p:cNvPr id="127" name="TextBox 126">
            <a:extLst>
              <a:ext uri="{FF2B5EF4-FFF2-40B4-BE49-F238E27FC236}">
                <a16:creationId xmlns:a16="http://schemas.microsoft.com/office/drawing/2014/main" id="{3AE936E4-0737-BEF0-A157-7B9765CE9C47}"/>
              </a:ext>
            </a:extLst>
          </p:cNvPr>
          <p:cNvSpPr txBox="1"/>
          <p:nvPr/>
        </p:nvSpPr>
        <p:spPr>
          <a:xfrm>
            <a:off x="7722582" y="2411882"/>
            <a:ext cx="1527048" cy="219456"/>
          </a:xfrm>
          <a:prstGeom prst="rect">
            <a:avLst/>
          </a:prstGeom>
        </p:spPr>
        <p:txBody>
          <a:bodyPr wrap="square" lIns="0" tIns="0" rIns="0" bIns="0" anchor="ctr">
            <a:noAutofit/>
          </a:bodyPr>
          <a:lstStyle/>
          <a:p>
            <a:pPr algn="r"/>
            <a:r>
              <a:rPr lang="en-US" altLang="ko-KR" sz="900" b="1" dirty="0">
                <a:solidFill>
                  <a:srgbClr val="404040"/>
                </a:solidFill>
                <a:ea typeface="맑은 고딕"/>
              </a:rPr>
              <a:t>115 p</a:t>
            </a:r>
            <a:endParaRPr lang="ko-KR" altLang="en-US" sz="600" dirty="0">
              <a:ea typeface="맑은 고딕"/>
            </a:endParaRPr>
          </a:p>
        </p:txBody>
      </p:sp>
      <p:sp>
        <p:nvSpPr>
          <p:cNvPr id="128" name="TextBox 127">
            <a:extLst>
              <a:ext uri="{FF2B5EF4-FFF2-40B4-BE49-F238E27FC236}">
                <a16:creationId xmlns:a16="http://schemas.microsoft.com/office/drawing/2014/main" id="{84E0ACC1-D86E-F179-35BD-6E5351E7C5B1}"/>
              </a:ext>
            </a:extLst>
          </p:cNvPr>
          <p:cNvSpPr txBox="1"/>
          <p:nvPr/>
        </p:nvSpPr>
        <p:spPr>
          <a:xfrm>
            <a:off x="6555380" y="2842192"/>
            <a:ext cx="1293575" cy="329184"/>
          </a:xfrm>
          <a:prstGeom prst="rect">
            <a:avLst/>
          </a:prstGeom>
          <a:noFill/>
        </p:spPr>
        <p:txBody>
          <a:bodyPr wrap="square" lIns="0" tIns="0" rIns="0" bIns="0" anchor="ctr">
            <a:noAutofit/>
          </a:bodyPr>
          <a:lstStyle/>
          <a:p>
            <a:pPr algn="l"/>
            <a:r>
              <a:rPr lang="ko-KR" altLang="en-US" sz="1000" b="1" spc="-150" dirty="0">
                <a:solidFill>
                  <a:srgbClr val="333333"/>
                </a:solidFill>
                <a:latin typeface="+mn-ea"/>
              </a:rPr>
              <a:t>결제정보</a:t>
            </a:r>
            <a:endParaRPr sz="1000" b="1" spc="-150" dirty="0">
              <a:solidFill>
                <a:srgbClr val="333333"/>
              </a:solidFill>
              <a:latin typeface="+mn-ea"/>
            </a:endParaRPr>
          </a:p>
        </p:txBody>
      </p:sp>
      <p:sp>
        <p:nvSpPr>
          <p:cNvPr id="129" name="Rounded Rectangle 27">
            <a:extLst>
              <a:ext uri="{FF2B5EF4-FFF2-40B4-BE49-F238E27FC236}">
                <a16:creationId xmlns:a16="http://schemas.microsoft.com/office/drawing/2014/main" id="{497A5187-B0FA-C683-B183-9C9D2CAC5377}"/>
              </a:ext>
            </a:extLst>
          </p:cNvPr>
          <p:cNvSpPr/>
          <p:nvPr/>
        </p:nvSpPr>
        <p:spPr>
          <a:xfrm>
            <a:off x="6515474" y="3133346"/>
            <a:ext cx="2427081" cy="33434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en-US" altLang="ko-KR" sz="800" dirty="0">
                <a:solidFill>
                  <a:schemeClr val="tx1"/>
                </a:solidFill>
                <a:ea typeface="맑은 고딕"/>
              </a:rPr>
              <a:t>(BC</a:t>
            </a:r>
            <a:r>
              <a:rPr lang="ko-KR" altLang="en-US" sz="800" dirty="0">
                <a:solidFill>
                  <a:schemeClr val="tx1"/>
                </a:solidFill>
                <a:ea typeface="맑은 고딕"/>
              </a:rPr>
              <a:t>카드</a:t>
            </a:r>
            <a:r>
              <a:rPr lang="en-US" altLang="ko-KR" sz="800" dirty="0">
                <a:solidFill>
                  <a:schemeClr val="tx1"/>
                </a:solidFill>
                <a:ea typeface="맑은 고딕"/>
              </a:rPr>
              <a:t>) 9300-****-****-5637 </a:t>
            </a:r>
          </a:p>
          <a:p>
            <a:r>
              <a:rPr lang="ko-KR" altLang="en-US" sz="800" dirty="0">
                <a:solidFill>
                  <a:schemeClr val="tx1"/>
                </a:solidFill>
                <a:ea typeface="맑은 고딕"/>
              </a:rPr>
              <a:t>승인번호</a:t>
            </a:r>
            <a:r>
              <a:rPr lang="en-US" altLang="ko-KR" sz="800" dirty="0">
                <a:solidFill>
                  <a:schemeClr val="tx1"/>
                </a:solidFill>
                <a:ea typeface="맑은 고딕"/>
              </a:rPr>
              <a:t>: 0000000001</a:t>
            </a:r>
            <a:r>
              <a:rPr lang="ko-KR" altLang="en-US" sz="800" dirty="0">
                <a:solidFill>
                  <a:schemeClr val="tx1"/>
                </a:solidFill>
                <a:ea typeface="맑은 고딕"/>
              </a:rPr>
              <a:t> </a:t>
            </a:r>
            <a:r>
              <a:rPr lang="en-US" altLang="ko-KR" sz="800" dirty="0">
                <a:solidFill>
                  <a:schemeClr val="tx1"/>
                </a:solidFill>
                <a:ea typeface="맑은 고딕"/>
              </a:rPr>
              <a:t>| </a:t>
            </a:r>
            <a:r>
              <a:rPr lang="ko-KR" altLang="en-US" sz="800" dirty="0">
                <a:solidFill>
                  <a:schemeClr val="tx1"/>
                </a:solidFill>
                <a:ea typeface="맑은 고딕"/>
              </a:rPr>
              <a:t>승인금액 </a:t>
            </a:r>
            <a:r>
              <a:rPr lang="en-US" altLang="ko-KR" sz="800" dirty="0">
                <a:solidFill>
                  <a:schemeClr val="tx1"/>
                </a:solidFill>
                <a:ea typeface="맑은 고딕"/>
              </a:rPr>
              <a:t>: 115,600</a:t>
            </a:r>
            <a:r>
              <a:rPr lang="ko-KR" altLang="en-US" sz="800" dirty="0">
                <a:solidFill>
                  <a:schemeClr val="tx1"/>
                </a:solidFill>
                <a:ea typeface="맑은 고딕"/>
              </a:rPr>
              <a:t>원</a:t>
            </a:r>
          </a:p>
        </p:txBody>
      </p:sp>
      <p:grpSp>
        <p:nvGrpSpPr>
          <p:cNvPr id="133" name="그룹 132">
            <a:extLst>
              <a:ext uri="{FF2B5EF4-FFF2-40B4-BE49-F238E27FC236}">
                <a16:creationId xmlns:a16="http://schemas.microsoft.com/office/drawing/2014/main" id="{BF825D89-C30F-FE15-DF1A-4186DAF2B2D8}"/>
              </a:ext>
            </a:extLst>
          </p:cNvPr>
          <p:cNvGrpSpPr/>
          <p:nvPr/>
        </p:nvGrpSpPr>
        <p:grpSpPr>
          <a:xfrm>
            <a:off x="1435284" y="649340"/>
            <a:ext cx="4766260" cy="777792"/>
            <a:chOff x="1435284" y="3266137"/>
            <a:chExt cx="4766260" cy="777792"/>
          </a:xfrm>
        </p:grpSpPr>
        <p:sp>
          <p:nvSpPr>
            <p:cNvPr id="76" name="직사각형 75">
              <a:extLst>
                <a:ext uri="{FF2B5EF4-FFF2-40B4-BE49-F238E27FC236}">
                  <a16:creationId xmlns:a16="http://schemas.microsoft.com/office/drawing/2014/main" id="{02CFAA33-9608-545E-C63B-06B8BEAD9B9D}"/>
                </a:ext>
              </a:extLst>
            </p:cNvPr>
            <p:cNvSpPr/>
            <p:nvPr/>
          </p:nvSpPr>
          <p:spPr>
            <a:xfrm>
              <a:off x="1435284" y="3266137"/>
              <a:ext cx="4766260" cy="77779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ko-KR" altLang="en-US" sz="1000" dirty="0">
                <a:solidFill>
                  <a:schemeClr val="bg1">
                    <a:lumMod val="50000"/>
                  </a:schemeClr>
                </a:solidFill>
              </a:endParaRPr>
            </a:p>
          </p:txBody>
        </p:sp>
        <p:sp>
          <p:nvSpPr>
            <p:cNvPr id="77" name="Rounded Rectangle 27">
              <a:extLst>
                <a:ext uri="{FF2B5EF4-FFF2-40B4-BE49-F238E27FC236}">
                  <a16:creationId xmlns:a16="http://schemas.microsoft.com/office/drawing/2014/main" id="{901A07E8-2DF2-7F40-C34D-5E91F65ECED1}"/>
                </a:ext>
              </a:extLst>
            </p:cNvPr>
            <p:cNvSpPr/>
            <p:nvPr/>
          </p:nvSpPr>
          <p:spPr>
            <a:xfrm>
              <a:off x="1517256" y="3328504"/>
              <a:ext cx="723275"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900" b="1" dirty="0" err="1">
                  <a:solidFill>
                    <a:schemeClr val="tx1"/>
                  </a:solidFill>
                  <a:ea typeface="맑은 고딕"/>
                </a:rPr>
                <a:t>김행복</a:t>
              </a:r>
              <a:endParaRPr lang="ko-KR" altLang="en-US" sz="900" b="1" dirty="0">
                <a:solidFill>
                  <a:schemeClr val="tx1"/>
                </a:solidFill>
                <a:ea typeface="맑은 고딕"/>
              </a:endParaRPr>
            </a:p>
          </p:txBody>
        </p:sp>
        <p:sp>
          <p:nvSpPr>
            <p:cNvPr id="78" name="Rounded Rectangle 27">
              <a:extLst>
                <a:ext uri="{FF2B5EF4-FFF2-40B4-BE49-F238E27FC236}">
                  <a16:creationId xmlns:a16="http://schemas.microsoft.com/office/drawing/2014/main" id="{A421F06B-F7F2-E50D-F17A-89A72608F25E}"/>
                </a:ext>
              </a:extLst>
            </p:cNvPr>
            <p:cNvSpPr/>
            <p:nvPr/>
          </p:nvSpPr>
          <p:spPr>
            <a:xfrm>
              <a:off x="2048427" y="3330298"/>
              <a:ext cx="2183586" cy="221415"/>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900" dirty="0">
                  <a:solidFill>
                    <a:schemeClr val="tx1"/>
                  </a:solidFill>
                  <a:ea typeface="맑은 고딕"/>
                </a:rPr>
                <a:t>010-7143-2005</a:t>
              </a:r>
              <a:endParaRPr lang="ko-KR" altLang="en-US" sz="900" dirty="0">
                <a:solidFill>
                  <a:schemeClr val="tx1"/>
                </a:solidFill>
                <a:ea typeface="맑은 고딕"/>
              </a:endParaRPr>
            </a:p>
          </p:txBody>
        </p:sp>
        <p:sp>
          <p:nvSpPr>
            <p:cNvPr id="79" name="Rounded Rectangle 27">
              <a:extLst>
                <a:ext uri="{FF2B5EF4-FFF2-40B4-BE49-F238E27FC236}">
                  <a16:creationId xmlns:a16="http://schemas.microsoft.com/office/drawing/2014/main" id="{B4E0485D-DD5E-36FA-B4ED-884BE762CB44}"/>
                </a:ext>
              </a:extLst>
            </p:cNvPr>
            <p:cNvSpPr/>
            <p:nvPr/>
          </p:nvSpPr>
          <p:spPr>
            <a:xfrm>
              <a:off x="1517255" y="3505830"/>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ko-KR" sz="800" dirty="0">
                  <a:solidFill>
                    <a:schemeClr val="tx1"/>
                  </a:solidFill>
                  <a:ea typeface="맑은 고딕"/>
                </a:rPr>
                <a:t>(06313) 서울특별시 강남구 </a:t>
              </a:r>
              <a:r>
                <a:rPr lang="ko-KR" altLang="ko-KR" sz="800" dirty="0" err="1">
                  <a:solidFill>
                    <a:schemeClr val="tx1"/>
                  </a:solidFill>
                  <a:ea typeface="맑은 고딕"/>
                </a:rPr>
                <a:t>논현로</a:t>
              </a:r>
              <a:r>
                <a:rPr lang="ko-KR" altLang="ko-KR" sz="800" dirty="0">
                  <a:solidFill>
                    <a:schemeClr val="tx1"/>
                  </a:solidFill>
                  <a:ea typeface="맑은 고딕"/>
                </a:rPr>
                <a:t> 4 (개포동) 111</a:t>
              </a:r>
              <a:endParaRPr lang="ko-KR" altLang="en-US" sz="800" dirty="0">
                <a:solidFill>
                  <a:schemeClr val="tx1"/>
                </a:solidFill>
                <a:ea typeface="맑은 고딕"/>
              </a:endParaRPr>
            </a:p>
          </p:txBody>
        </p:sp>
        <p:sp>
          <p:nvSpPr>
            <p:cNvPr id="132" name="Rounded Rectangle 27">
              <a:extLst>
                <a:ext uri="{FF2B5EF4-FFF2-40B4-BE49-F238E27FC236}">
                  <a16:creationId xmlns:a16="http://schemas.microsoft.com/office/drawing/2014/main" id="{F41571C0-D205-5F3C-B023-1C1C2B7746A1}"/>
                </a:ext>
              </a:extLst>
            </p:cNvPr>
            <p:cNvSpPr/>
            <p:nvPr/>
          </p:nvSpPr>
          <p:spPr>
            <a:xfrm>
              <a:off x="1512986" y="3744010"/>
              <a:ext cx="2427081" cy="205283"/>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36000" tIns="36000" rIns="36000" bIns="36000" rtlCol="0" anchor="t">
              <a:spAutoFit/>
            </a:bodyPr>
            <a:lstStyle/>
            <a:p>
              <a:r>
                <a:rPr lang="ko-KR" altLang="en-US" sz="800" dirty="0">
                  <a:solidFill>
                    <a:schemeClr val="tx1"/>
                  </a:solidFill>
                  <a:ea typeface="맑은 고딕"/>
                </a:rPr>
                <a:t>요청사항</a:t>
              </a:r>
              <a:r>
                <a:rPr lang="en-US" altLang="ko-KR" sz="800" dirty="0">
                  <a:solidFill>
                    <a:schemeClr val="tx1"/>
                  </a:solidFill>
                  <a:ea typeface="맑은 고딕"/>
                </a:rPr>
                <a:t>: </a:t>
              </a:r>
              <a:r>
                <a:rPr lang="ko-KR" altLang="en-US" sz="800" dirty="0">
                  <a:solidFill>
                    <a:schemeClr val="tx1"/>
                  </a:solidFill>
                  <a:ea typeface="맑은 고딕"/>
                </a:rPr>
                <a:t>문 앞에 놔주세요</a:t>
              </a:r>
              <a:r>
                <a:rPr lang="en-US" altLang="ko-KR" sz="800" dirty="0">
                  <a:solidFill>
                    <a:schemeClr val="tx1"/>
                  </a:solidFill>
                  <a:ea typeface="맑은 고딕"/>
                </a:rPr>
                <a:t>.</a:t>
              </a:r>
              <a:endParaRPr lang="ko-KR" altLang="en-US" sz="800" dirty="0">
                <a:solidFill>
                  <a:schemeClr val="tx1"/>
                </a:solidFill>
                <a:ea typeface="맑은 고딕"/>
              </a:endParaRPr>
            </a:p>
          </p:txBody>
        </p:sp>
      </p:grpSp>
    </p:spTree>
    <p:extLst>
      <p:ext uri="{BB962C8B-B14F-4D97-AF65-F5344CB8AC3E}">
        <p14:creationId xmlns:p14="http://schemas.microsoft.com/office/powerpoint/2010/main" val="3385889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2.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3.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4.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5.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6.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7.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8.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9.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10.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1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12.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13.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14.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15.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16.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17.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18.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19.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20.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21.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22.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23.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24.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25.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26.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27.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28.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29.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30.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3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32.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33.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34.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35.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36.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ags/tag37.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Absolute"/>
</p:tagLst>
</file>

<file path=ppt/tags/tag38.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Lst>
</file>

<file path=ppt/tags/tag39.xml><?xml version="1.0" encoding="utf-8"?>
<p:tagLst xmlns:a="http://schemas.openxmlformats.org/drawingml/2006/main" xmlns:r="http://schemas.openxmlformats.org/officeDocument/2006/relationships" xmlns:p="http://schemas.openxmlformats.org/presentationml/2006/main">
  <p:tag name="ANCHORLEFT" val="Absolute"/>
  <p:tag name="ANCHORTOP" val="None"/>
  <p:tag name="ANCHORRIGHT" val="Absolute"/>
  <p:tag name="ANCHORBOTTOM" val="Absolute"/>
</p:tagLst>
</file>

<file path=ppt/tags/tag40.xml><?xml version="1.0" encoding="utf-8"?>
<p:tagLst xmlns:a="http://schemas.openxmlformats.org/drawingml/2006/main" xmlns:r="http://schemas.openxmlformats.org/officeDocument/2006/relationships" xmlns:p="http://schemas.openxmlformats.org/presentationml/2006/main">
  <p:tag name="ANCHORLEFT" val="None"/>
  <p:tag name="ANCHORTOP" val="None"/>
  <p:tag name="ANCHORRIGHT" val="None"/>
  <p:tag name="ANCHORBOTTOM" val="Absolute"/>
</p:tagLst>
</file>

<file path=ppt/tags/tag41.xml><?xml version="1.0" encoding="utf-8"?>
<p:tagLst xmlns:a="http://schemas.openxmlformats.org/drawingml/2006/main" xmlns:r="http://schemas.openxmlformats.org/officeDocument/2006/relationships" xmlns:p="http://schemas.openxmlformats.org/presentationml/2006/main">
  <p:tag name="ANCHORLEFT" val="Absolute"/>
  <p:tag name="ANCHORTOP" val="Absolute"/>
  <p:tag name="ANCHORRIGHT" val="Absolute"/>
  <p:tag name="ANCHORBOTTOM" val="None"/>
</p:tagLst>
</file>

<file path=ppt/tags/tag42.xml><?xml version="1.0" encoding="utf-8"?>
<p:tagLst xmlns:a="http://schemas.openxmlformats.org/drawingml/2006/main" xmlns:r="http://schemas.openxmlformats.org/officeDocument/2006/relationships" xmlns:p="http://schemas.openxmlformats.org/presentationml/2006/main">
  <p:tag name="ANCHORLEFT" val="None"/>
  <p:tag name="ANCHORTOP" val="Absolute"/>
  <p:tag name="ANCHORRIGHT" val="None"/>
  <p:tag name="ANCHORBOTTOM" val="None"/>
</p:tagLst>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95000"/>
            <a:lumOff val="5000"/>
          </a:schemeClr>
        </a:solidFill>
        <a:ln w="3175">
          <a:solidFill>
            <a:schemeClr val="tx1">
              <a:lumMod val="50000"/>
              <a:lumOff val="50000"/>
            </a:schemeClr>
          </a:solidFill>
        </a:ln>
      </a:spPr>
      <a:bodyPr wrap="none" rtlCol="0" anchor="ctr"/>
      <a:lstStyle>
        <a:defPPr algn="ctr">
          <a:defRPr sz="1000" dirty="0">
            <a:solidFill>
              <a:schemeClr val="bg1">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900" spc="-150" dirty="0" smtClean="0">
            <a:solidFill>
              <a:schemeClr val="tx1">
                <a:lumMod val="75000"/>
                <a:lumOff val="25000"/>
              </a:schemeClr>
            </a:solidFill>
            <a:latin typeface="맑은 고딕" panose="020B0503020000020004" pitchFamily="50" charset="-127"/>
            <a:ea typeface="맑은 고딕" panose="020B0503020000020004" pitchFamily="50" charset="-127"/>
          </a:defRPr>
        </a:defPPr>
      </a:lstStyle>
    </a:tx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5FC4C9E55A6BA342A7080202977ABE50" ma:contentTypeVersion="2" ma:contentTypeDescription="새 문서를 만듭니다." ma:contentTypeScope="" ma:versionID="5f0c3a76909df500a0514a0d061d1777">
  <xsd:schema xmlns:xsd="http://www.w3.org/2001/XMLSchema" xmlns:xs="http://www.w3.org/2001/XMLSchema" xmlns:p="http://schemas.microsoft.com/office/2006/metadata/properties" xmlns:ns3="c79ae3b7-9b9c-40a7-be7f-f9741b338b2e" targetNamespace="http://schemas.microsoft.com/office/2006/metadata/properties" ma:root="true" ma:fieldsID="dafcb9a81abbc5ee8269b4ad7e0634d6" ns3:_="">
    <xsd:import namespace="c79ae3b7-9b9c-40a7-be7f-f9741b338b2e"/>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9ae3b7-9b9c-40a7-be7f-f9741b338b2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EC15724-B754-4626-A6C8-8C3D7A19CC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9ae3b7-9b9c-40a7-be7f-f9741b338b2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C9F6248-8556-459F-BA68-F2ACF0C99036}">
  <ds:schemaRefs>
    <ds:schemaRef ds:uri="http://schemas.microsoft.com/sharepoint/v3/contenttype/forms"/>
  </ds:schemaRefs>
</ds:datastoreItem>
</file>

<file path=customXml/itemProps3.xml><?xml version="1.0" encoding="utf-8"?>
<ds:datastoreItem xmlns:ds="http://schemas.openxmlformats.org/officeDocument/2006/customXml" ds:itemID="{83AB1250-1D00-4EEC-9ABF-992B3C3F3B59}">
  <ds:schemaRefs>
    <ds:schemaRef ds:uri="http://www.w3.org/XML/1998/namespace"/>
    <ds:schemaRef ds:uri="http://schemas.openxmlformats.org/package/2006/metadata/core-properties"/>
    <ds:schemaRef ds:uri="c79ae3b7-9b9c-40a7-be7f-f9741b338b2e"/>
    <ds:schemaRef ds:uri="http://schemas.microsoft.com/office/2006/documentManagement/types"/>
    <ds:schemaRef ds:uri="http://purl.org/dc/dcmitype/"/>
    <ds:schemaRef ds:uri="http://schemas.microsoft.com/office/2006/metadata/properties"/>
    <ds:schemaRef ds:uri="http://purl.org/dc/elements/1.1/"/>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18954</TotalTime>
  <Words>13377</Words>
  <Application>Microsoft Office PowerPoint</Application>
  <PresentationFormat>사용자 지정</PresentationFormat>
  <Paragraphs>2412</Paragraphs>
  <Slides>33</Slides>
  <Notes>16</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33</vt:i4>
      </vt:variant>
    </vt:vector>
  </HeadingPairs>
  <TitlesOfParts>
    <vt:vector size="39" baseType="lpstr">
      <vt:lpstr>Noto Sans Korean</vt:lpstr>
      <vt:lpstr>나눔바른고딕OTF</vt:lpstr>
      <vt:lpstr>맑은 고딕</vt:lpstr>
      <vt:lpstr>Arial</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yoon</dc:creator>
  <cp:lastModifiedBy>한나 조</cp:lastModifiedBy>
  <cp:revision>1490</cp:revision>
  <dcterms:created xsi:type="dcterms:W3CDTF">2020-09-28T12:25:11Z</dcterms:created>
  <dcterms:modified xsi:type="dcterms:W3CDTF">2026-07-22T08:59:41Z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0x0101005FC4C9E55A6BA342A7080202977ABE50</vt:lpwstr>
  </property>
  <property fmtid="{D5CDD505-2E9C-101B-9397-08002B2CF9AE}" pid="3" name="Fasoo_Trace_ID">
    <vt:lpwstr>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vt:lpwstr>
  </property>
  <property fmtid="{D5CDD505-2E9C-101B-9397-08002B2CF9AE}" pid="4" name="FDRClass">
    <vt:lpwstr>0</vt:lpwstr>
  </property>
  <property fmtid="{D5CDD505-2E9C-101B-9397-08002B2CF9AE}" pid="5" name="FDRSet">
    <vt:lpwstr>manual</vt:lpwstr>
  </property>
</Properties>
</file>